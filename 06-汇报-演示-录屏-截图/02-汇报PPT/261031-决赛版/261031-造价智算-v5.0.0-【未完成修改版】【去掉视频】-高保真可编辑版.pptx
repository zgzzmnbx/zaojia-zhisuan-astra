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89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各位领导、各位评委，大家好。</a:t>
            </a:r>
          </a:p>
          <a:p>
            <a:r>
              <a:t>请看屏幕右边的表格，平平无奇——但在造价成果里，只要一个数字说不清来历，整份报告，就没人敢签字。</a:t>
            </a:r>
          </a:p>
          <a:p>
            <a:r>
              <a:t>为此，我们团队带来的作品是 《造价智算——工程造价辅助智能体》。</a:t>
            </a:r>
          </a:p>
          <a:p>
            <a:r>
              <a:t>首先呢，不打算先介绍它有多少功能。想先回答一个更重要的问题：AI 能不能多给答案不重要；重要的是证据不足时，它能不能管住自己，它能不能保持克制——不去瞎编。</a:t>
            </a:r>
          </a:p>
          <a:p>
            <a:r>
              <a:t>我们的目标，是把造价规则、知识和经验组织成可复用、可扩展的专业智能能力，服务更多造价场景。</a:t>
            </a:r>
          </a:p>
          <a:p>
            <a:r>
              <a:t>过渡句：那么，一个真实造价任务是什么样的呢？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造价其实（它）真正耗时的，往往不是公式计算，难的是最后每个造价员都要回答这么一个问题。</a:t>
            </a:r>
          </a:p>
          <a:p>
            <a:r>
              <a:t>[停半秒，看评委。]这个数字……从哪里来？为什么是它？</a:t>
            </a:r>
          </a:p>
          <a:p>
            <a:r>
              <a:t>为了回答这一个灵魂拷问，造价员要翻标准、查历史、核口径。但这些依据，一半散在文件里，一半长在老师傅的脑子里。项目一换，从头再查一遍；人一换，再从头教一遍。</a:t>
            </a:r>
          </a:p>
          <a:p>
            <a:r>
              <a:t>团队就从这个最磨人的环节下手。（把反复寻找和核验，变成组织可以复用的专业能力。）</a:t>
            </a:r>
          </a:p>
          <a:p>
            <a:r>
              <a:t>过渡句：为此，造价智算 选择了从长输管道勘察测量这个业务点来切入。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怎么切入呢？先说我们的基本判断：想要达到AI 原生，绝不是在旧业务旁边加一个聊天框，而是把一项工作，按照三链重新组织</a:t>
            </a:r>
          </a:p>
          <a:p>
            <a:r>
              <a:t>(三个词就够：Task，就是这一项工作；Skill，是干这活的专业能力；三条链，）我们先定义一件工作，把这个 Task 放在中心，不断沉淀专业能力Skill，同时接通三条链（业务、数据、角色）：简单说就是把活怎么干、数从哪来、谁负责 这三件事儿拉通。(完成了业务从输入到交付，数据从标准和规则到任务证据，角色从编制、智能体走到复核和管理的协同链接)</a:t>
            </a:r>
          </a:p>
          <a:p>
            <a:r>
              <a:t>过渡句：那么，三条链怎样协同？我们有张系统架构图。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这是系统架构图。我不逐层念——只看中间：所有能力都围着这一项 Task 转，通过多个入口，成果、风险、复核轨迹，最后都回到这里，一笔一笔留痕。</a:t>
            </a:r>
          </a:p>
          <a:p>
            <a:r>
              <a:t>过渡句：接下来，那系统凭什么给出数字呢？？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我们的技术原则只有一句：不猜价格，让规则自个儿，跑起来。关键数字，各走各的道：单价走计价库，系数匹配走专业规则库；(规则能解决的，交给规则；解决不了的，系统不装懂，标出来，等人来。)</a:t>
            </a:r>
          </a:p>
          <a:p>
            <a:r>
              <a:t>那这条边界怎么落地呢？九个字。规则裁决，模型解释，人工负责。AI 可以帮你把依据讲明白，但最后落笔确认的，目前必须是人。证据不足，系统就停下来——要保持使用大模型的克制，这不是保守，这是造价这行的规矩。</a:t>
            </a:r>
          </a:p>
          <a:p>
            <a:r>
              <a:t>过渡句：下面，沿着同一项 Task，看这套边界怎样落进系统。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目前的结果。正式验收样例中，上千单元格和标准答案逐格比对，核心结果准确率达到 99.2% 。同时，可以交付：一份 Excel，能继续核对；一份 Word，能正式归档。</a:t>
            </a:r>
          </a:p>
          <a:p>
            <a:r>
              <a:t>过渡句：当然了，但一项真正的岗位任务，不能只停在网页里。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过去，是人打开软件、找功能。这一次，反过来——任务去找人。造价任务通过 WeAct 或者飞书，派到群里 或者 具体的人手上：派发、领取、多人复核；任何一人退回，意见都带着原因，回到同一项 Task。所以，真正的分水岭，不是 AI 多聪明，而是这项工作能不能进入组织协同，能不能真正的嵌入日常工作。</a:t>
            </a:r>
          </a:p>
          <a:p>
            <a:r>
              <a:t>过渡句：还有一个很现实的问题。价格算出来了，造价员还是会问：依据在哪？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所以我们又做了一个“问问智算”，来完成造价的知识问答的需求。同时，开了三个入口：（网页、普通飞书、企业 WeAct，简单说，后面demo演示会讲）。实现人在哪工作，就在哪问依据。（确保嵌入工作以后，专业能力出现在能让人用的最顺手地方中。）（可选：它只做一件事：解释依据——绝不碰程序的填价结果。）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过渡句：再看它怎样同时回答创新性和完整性。</a:t>
            </a:r>
          </a:p>
          <a:p>
            <a:endParaRPr/>
          </a:p>
          <a:p>
            <a:r>
              <a:t>专业 Skill、确定性规则、模型解释、人工闸门和组织入口，都在同一项 Task 中协同。从处理、复核到交付，这条真实业务链可以同时回答创新性和完整性。</a:t>
            </a:r>
          </a:p>
          <a:p>
            <a:r>
              <a:t>比赛考的这两件事，我们的回答是同一句话——</a:t>
            </a:r>
          </a:p>
          <a:p>
            <a:r>
              <a:t>创新，是把专业工作重新组织成 Task；完整，是让这一项 Task 从真实输入跑到正式交付，实现端到端跑通。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目前，造价智算可以 实现从task到ai填价，到批量匹配、风险预警、报告生成、weact写作、嵌入日常工作环境。全链条跑通。</a:t>
            </a:r>
          </a:p>
          <a:p>
            <a:r>
              <a:t>过渡句：逻辑大概这些。接下来不再解释——上真实系统。[切换到软件。]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过渡句：一项任务跑通以后，我们才有资格谈能力复制。</a:t>
            </a:r>
          </a:p>
          <a:p>
            <a:endParaRPr/>
          </a:p>
          <a:p>
            <a:r>
              <a:t>进入新场景，把资料、规则、风险口径、成果模板和验收样例，封装成一个个专业 Skill。方法也只有一句：懂造价的人定义规则，懂技术的人把规则变成能力。有了这套方法和底座，以后，造价智算的业务范围可以横向扩展到其他 专业，纵向可以纵深到 结算审核等。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今天，造价智算 验证了三件事儿：让标准走出文件，成为可执行的规则；让任务走出页面，嵌入真实的日常工作；让 AI 走出对话框，成为有任务、有边界、可管理的工程造价辅助智能体。</a:t>
            </a:r>
          </a:p>
          <a:p>
            <a:r>
              <a:t>（勘察测量造价计算，只是它的第一项工作；对于，工程造价数智员工----只是我们刚刚走出，第一公里。）</a:t>
            </a:r>
          </a:p>
          <a:p>
            <a:r>
              <a:t>开场我问了一个问题：证据不足时，AI 能不能管住自己。现在各位看到了：它会的，它干；它不会的，他协助人干。(刚才那句"懂造价的人定义规则，懂技术的人把规则变成能力"——我们坚信，以后啊，他们就是一类人。)</a:t>
            </a:r>
          </a:p>
          <a:p>
            <a:r>
              <a:t>第一项工作，我们已经跑通。第一公里，刚刚开始。 </a:t>
            </a:r>
          </a:p>
          <a:p>
            <a:r>
              <a:t>谢谢各位评委。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FE155EE-F10D-45A4-AE71-8EFA86E71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5427E66-5A59-4647-B5F5-7672EA9B1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7A77392-EC5D-46C4-90F8-A368D222D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C532613-0465-4E0E-8593-28287B9A6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4919A3A-641C-4B9B-A2FF-FD472EB2B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52BD6C7-9FB5-49FA-A0E1-3C68B6F1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68BF68E-1062-497D-82F3-42197FD90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F309C6E-6D5B-4863-A2DD-6919C52199F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358AFF3-63D7-4E50-B427-ECBF3DA8D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5BA475F-7B4A-414D-A68E-8D9A92300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26" Type="http://schemas.openxmlformats.org/officeDocument/2006/relationships/image" Target="../media/image81.png"/><Relationship Id="rId3" Type="http://schemas.openxmlformats.org/officeDocument/2006/relationships/image" Target="../media/image58.png"/><Relationship Id="rId21" Type="http://schemas.openxmlformats.org/officeDocument/2006/relationships/image" Target="../media/image76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24" Type="http://schemas.openxmlformats.org/officeDocument/2006/relationships/image" Target="../media/image79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2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26" Type="http://schemas.openxmlformats.org/officeDocument/2006/relationships/image" Target="../media/image106.png"/><Relationship Id="rId39" Type="http://schemas.openxmlformats.org/officeDocument/2006/relationships/image" Target="../media/image119.png"/><Relationship Id="rId21" Type="http://schemas.openxmlformats.org/officeDocument/2006/relationships/image" Target="../media/image101.png"/><Relationship Id="rId34" Type="http://schemas.openxmlformats.org/officeDocument/2006/relationships/image" Target="../media/image114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5" Type="http://schemas.openxmlformats.org/officeDocument/2006/relationships/image" Target="../media/image105.png"/><Relationship Id="rId33" Type="http://schemas.openxmlformats.org/officeDocument/2006/relationships/image" Target="../media/image113.png"/><Relationship Id="rId38" Type="http://schemas.openxmlformats.org/officeDocument/2006/relationships/image" Target="../media/image11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6.png"/><Relationship Id="rId20" Type="http://schemas.openxmlformats.org/officeDocument/2006/relationships/image" Target="../media/image100.png"/><Relationship Id="rId29" Type="http://schemas.openxmlformats.org/officeDocument/2006/relationships/image" Target="../media/image10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24" Type="http://schemas.openxmlformats.org/officeDocument/2006/relationships/image" Target="../media/image104.png"/><Relationship Id="rId32" Type="http://schemas.openxmlformats.org/officeDocument/2006/relationships/image" Target="../media/image112.png"/><Relationship Id="rId37" Type="http://schemas.openxmlformats.org/officeDocument/2006/relationships/image" Target="../media/image117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23" Type="http://schemas.openxmlformats.org/officeDocument/2006/relationships/image" Target="../media/image103.png"/><Relationship Id="rId28" Type="http://schemas.openxmlformats.org/officeDocument/2006/relationships/image" Target="../media/image108.png"/><Relationship Id="rId36" Type="http://schemas.openxmlformats.org/officeDocument/2006/relationships/image" Target="../media/image116.png"/><Relationship Id="rId10" Type="http://schemas.openxmlformats.org/officeDocument/2006/relationships/image" Target="../media/image90.png"/><Relationship Id="rId19" Type="http://schemas.openxmlformats.org/officeDocument/2006/relationships/image" Target="../media/image99.png"/><Relationship Id="rId31" Type="http://schemas.openxmlformats.org/officeDocument/2006/relationships/image" Target="../media/image111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Relationship Id="rId22" Type="http://schemas.openxmlformats.org/officeDocument/2006/relationships/image" Target="../media/image102.png"/><Relationship Id="rId27" Type="http://schemas.openxmlformats.org/officeDocument/2006/relationships/image" Target="../media/image107.png"/><Relationship Id="rId30" Type="http://schemas.openxmlformats.org/officeDocument/2006/relationships/image" Target="../media/image110.png"/><Relationship Id="rId35" Type="http://schemas.openxmlformats.org/officeDocument/2006/relationships/image" Target="../media/image115.png"/><Relationship Id="rId8" Type="http://schemas.openxmlformats.org/officeDocument/2006/relationships/image" Target="../media/image88.png"/><Relationship Id="rId3" Type="http://schemas.openxmlformats.org/officeDocument/2006/relationships/image" Target="../media/image8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3" Type="http://schemas.openxmlformats.org/officeDocument/2006/relationships/image" Target="../media/image120.png"/><Relationship Id="rId21" Type="http://schemas.openxmlformats.org/officeDocument/2006/relationships/image" Target="../media/image138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17" Type="http://schemas.openxmlformats.org/officeDocument/2006/relationships/image" Target="../media/image13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33.png"/><Relationship Id="rId20" Type="http://schemas.openxmlformats.org/officeDocument/2006/relationships/image" Target="../media/image13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24" Type="http://schemas.openxmlformats.org/officeDocument/2006/relationships/image" Target="../media/image141.png"/><Relationship Id="rId5" Type="http://schemas.openxmlformats.org/officeDocument/2006/relationships/image" Target="../media/image122.png"/><Relationship Id="rId15" Type="http://schemas.openxmlformats.org/officeDocument/2006/relationships/image" Target="../media/image132.png"/><Relationship Id="rId23" Type="http://schemas.openxmlformats.org/officeDocument/2006/relationships/image" Target="../media/image140.png"/><Relationship Id="rId10" Type="http://schemas.openxmlformats.org/officeDocument/2006/relationships/image" Target="../media/image127.png"/><Relationship Id="rId19" Type="http://schemas.openxmlformats.org/officeDocument/2006/relationships/image" Target="../media/image136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Relationship Id="rId14" Type="http://schemas.openxmlformats.org/officeDocument/2006/relationships/image" Target="../media/image131.png"/><Relationship Id="rId22" Type="http://schemas.openxmlformats.org/officeDocument/2006/relationships/image" Target="../media/image1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3" Type="http://schemas.openxmlformats.org/officeDocument/2006/relationships/image" Target="../media/image142.png"/><Relationship Id="rId21" Type="http://schemas.openxmlformats.org/officeDocument/2006/relationships/image" Target="../media/image160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5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10" Type="http://schemas.openxmlformats.org/officeDocument/2006/relationships/image" Target="../media/image149.png"/><Relationship Id="rId19" Type="http://schemas.openxmlformats.org/officeDocument/2006/relationships/image" Target="../media/image158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1.png"/><Relationship Id="rId18" Type="http://schemas.openxmlformats.org/officeDocument/2006/relationships/image" Target="../media/image176.png"/><Relationship Id="rId26" Type="http://schemas.openxmlformats.org/officeDocument/2006/relationships/image" Target="../media/image184.png"/><Relationship Id="rId3" Type="http://schemas.openxmlformats.org/officeDocument/2006/relationships/image" Target="../media/image161.png"/><Relationship Id="rId21" Type="http://schemas.openxmlformats.org/officeDocument/2006/relationships/image" Target="../media/image179.png"/><Relationship Id="rId7" Type="http://schemas.openxmlformats.org/officeDocument/2006/relationships/image" Target="../media/image165.png"/><Relationship Id="rId12" Type="http://schemas.openxmlformats.org/officeDocument/2006/relationships/image" Target="../media/image170.png"/><Relationship Id="rId17" Type="http://schemas.openxmlformats.org/officeDocument/2006/relationships/image" Target="../media/image175.png"/><Relationship Id="rId25" Type="http://schemas.openxmlformats.org/officeDocument/2006/relationships/image" Target="../media/image18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74.png"/><Relationship Id="rId20" Type="http://schemas.openxmlformats.org/officeDocument/2006/relationships/image" Target="../media/image17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4.png"/><Relationship Id="rId11" Type="http://schemas.openxmlformats.org/officeDocument/2006/relationships/image" Target="../media/image169.png"/><Relationship Id="rId24" Type="http://schemas.openxmlformats.org/officeDocument/2006/relationships/image" Target="../media/image182.png"/><Relationship Id="rId5" Type="http://schemas.openxmlformats.org/officeDocument/2006/relationships/image" Target="../media/image163.png"/><Relationship Id="rId15" Type="http://schemas.openxmlformats.org/officeDocument/2006/relationships/image" Target="../media/image173.png"/><Relationship Id="rId23" Type="http://schemas.openxmlformats.org/officeDocument/2006/relationships/image" Target="../media/image181.png"/><Relationship Id="rId28" Type="http://schemas.openxmlformats.org/officeDocument/2006/relationships/image" Target="../media/image186.png"/><Relationship Id="rId10" Type="http://schemas.openxmlformats.org/officeDocument/2006/relationships/image" Target="../media/image168.png"/><Relationship Id="rId19" Type="http://schemas.openxmlformats.org/officeDocument/2006/relationships/image" Target="../media/image177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Relationship Id="rId14" Type="http://schemas.openxmlformats.org/officeDocument/2006/relationships/image" Target="../media/image172.png"/><Relationship Id="rId22" Type="http://schemas.openxmlformats.org/officeDocument/2006/relationships/image" Target="../media/image180.png"/><Relationship Id="rId27" Type="http://schemas.openxmlformats.org/officeDocument/2006/relationships/image" Target="../media/image18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197.png"/><Relationship Id="rId18" Type="http://schemas.openxmlformats.org/officeDocument/2006/relationships/image" Target="../media/image202.png"/><Relationship Id="rId3" Type="http://schemas.openxmlformats.org/officeDocument/2006/relationships/image" Target="../media/image187.png"/><Relationship Id="rId21" Type="http://schemas.openxmlformats.org/officeDocument/2006/relationships/image" Target="../media/image205.png"/><Relationship Id="rId7" Type="http://schemas.openxmlformats.org/officeDocument/2006/relationships/image" Target="../media/image191.png"/><Relationship Id="rId12" Type="http://schemas.openxmlformats.org/officeDocument/2006/relationships/image" Target="../media/image196.png"/><Relationship Id="rId17" Type="http://schemas.openxmlformats.org/officeDocument/2006/relationships/image" Target="../media/image20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00.png"/><Relationship Id="rId20" Type="http://schemas.openxmlformats.org/officeDocument/2006/relationships/image" Target="../media/image20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0.png"/><Relationship Id="rId11" Type="http://schemas.openxmlformats.org/officeDocument/2006/relationships/image" Target="../media/image195.png"/><Relationship Id="rId5" Type="http://schemas.openxmlformats.org/officeDocument/2006/relationships/image" Target="../media/image189.png"/><Relationship Id="rId15" Type="http://schemas.openxmlformats.org/officeDocument/2006/relationships/image" Target="../media/image199.png"/><Relationship Id="rId10" Type="http://schemas.openxmlformats.org/officeDocument/2006/relationships/image" Target="../media/image194.png"/><Relationship Id="rId19" Type="http://schemas.openxmlformats.org/officeDocument/2006/relationships/image" Target="../media/image203.png"/><Relationship Id="rId4" Type="http://schemas.openxmlformats.org/officeDocument/2006/relationships/image" Target="../media/image188.png"/><Relationship Id="rId9" Type="http://schemas.openxmlformats.org/officeDocument/2006/relationships/image" Target="../media/image193.png"/><Relationship Id="rId14" Type="http://schemas.openxmlformats.org/officeDocument/2006/relationships/image" Target="../media/image198.png"/><Relationship Id="rId22" Type="http://schemas.openxmlformats.org/officeDocument/2006/relationships/image" Target="../media/image20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217.png"/><Relationship Id="rId18" Type="http://schemas.openxmlformats.org/officeDocument/2006/relationships/image" Target="../media/image222.png"/><Relationship Id="rId26" Type="http://schemas.openxmlformats.org/officeDocument/2006/relationships/image" Target="../media/image230.png"/><Relationship Id="rId3" Type="http://schemas.openxmlformats.org/officeDocument/2006/relationships/image" Target="../media/image207.png"/><Relationship Id="rId21" Type="http://schemas.openxmlformats.org/officeDocument/2006/relationships/image" Target="../media/image225.png"/><Relationship Id="rId7" Type="http://schemas.openxmlformats.org/officeDocument/2006/relationships/image" Target="../media/image211.png"/><Relationship Id="rId12" Type="http://schemas.openxmlformats.org/officeDocument/2006/relationships/image" Target="../media/image216.png"/><Relationship Id="rId17" Type="http://schemas.openxmlformats.org/officeDocument/2006/relationships/image" Target="../media/image221.png"/><Relationship Id="rId25" Type="http://schemas.openxmlformats.org/officeDocument/2006/relationships/image" Target="../media/image22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20.png"/><Relationship Id="rId20" Type="http://schemas.openxmlformats.org/officeDocument/2006/relationships/image" Target="../media/image2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0.png"/><Relationship Id="rId11" Type="http://schemas.openxmlformats.org/officeDocument/2006/relationships/image" Target="../media/image215.png"/><Relationship Id="rId24" Type="http://schemas.openxmlformats.org/officeDocument/2006/relationships/image" Target="../media/image228.png"/><Relationship Id="rId5" Type="http://schemas.openxmlformats.org/officeDocument/2006/relationships/image" Target="../media/image209.png"/><Relationship Id="rId15" Type="http://schemas.openxmlformats.org/officeDocument/2006/relationships/image" Target="../media/image219.png"/><Relationship Id="rId23" Type="http://schemas.openxmlformats.org/officeDocument/2006/relationships/image" Target="../media/image227.png"/><Relationship Id="rId10" Type="http://schemas.openxmlformats.org/officeDocument/2006/relationships/image" Target="../media/image214.png"/><Relationship Id="rId19" Type="http://schemas.openxmlformats.org/officeDocument/2006/relationships/image" Target="../media/image223.png"/><Relationship Id="rId4" Type="http://schemas.openxmlformats.org/officeDocument/2006/relationships/image" Target="../media/image208.png"/><Relationship Id="rId9" Type="http://schemas.openxmlformats.org/officeDocument/2006/relationships/image" Target="../media/image213.png"/><Relationship Id="rId14" Type="http://schemas.openxmlformats.org/officeDocument/2006/relationships/image" Target="../media/image218.png"/><Relationship Id="rId22" Type="http://schemas.openxmlformats.org/officeDocument/2006/relationships/image" Target="../media/image226.png"/><Relationship Id="rId27" Type="http://schemas.openxmlformats.org/officeDocument/2006/relationships/image" Target="../media/image2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13" Type="http://schemas.openxmlformats.org/officeDocument/2006/relationships/image" Target="../media/image242.png"/><Relationship Id="rId18" Type="http://schemas.openxmlformats.org/officeDocument/2006/relationships/image" Target="../media/image247.png"/><Relationship Id="rId3" Type="http://schemas.openxmlformats.org/officeDocument/2006/relationships/image" Target="../media/image232.png"/><Relationship Id="rId21" Type="http://schemas.openxmlformats.org/officeDocument/2006/relationships/image" Target="../media/image250.png"/><Relationship Id="rId7" Type="http://schemas.openxmlformats.org/officeDocument/2006/relationships/image" Target="../media/image236.png"/><Relationship Id="rId12" Type="http://schemas.openxmlformats.org/officeDocument/2006/relationships/image" Target="../media/image241.png"/><Relationship Id="rId17" Type="http://schemas.openxmlformats.org/officeDocument/2006/relationships/image" Target="../media/image24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45.png"/><Relationship Id="rId20" Type="http://schemas.openxmlformats.org/officeDocument/2006/relationships/image" Target="../media/image2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5.png"/><Relationship Id="rId11" Type="http://schemas.openxmlformats.org/officeDocument/2006/relationships/image" Target="../media/image240.png"/><Relationship Id="rId5" Type="http://schemas.openxmlformats.org/officeDocument/2006/relationships/image" Target="../media/image234.png"/><Relationship Id="rId15" Type="http://schemas.openxmlformats.org/officeDocument/2006/relationships/image" Target="../media/image244.png"/><Relationship Id="rId10" Type="http://schemas.openxmlformats.org/officeDocument/2006/relationships/image" Target="../media/image239.png"/><Relationship Id="rId19" Type="http://schemas.openxmlformats.org/officeDocument/2006/relationships/image" Target="../media/image248.png"/><Relationship Id="rId4" Type="http://schemas.openxmlformats.org/officeDocument/2006/relationships/image" Target="../media/image233.png"/><Relationship Id="rId9" Type="http://schemas.openxmlformats.org/officeDocument/2006/relationships/image" Target="../media/image238.png"/><Relationship Id="rId14" Type="http://schemas.openxmlformats.org/officeDocument/2006/relationships/image" Target="../media/image243.png"/><Relationship Id="rId22" Type="http://schemas.openxmlformats.org/officeDocument/2006/relationships/image" Target="../media/image25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png"/><Relationship Id="rId13" Type="http://schemas.openxmlformats.org/officeDocument/2006/relationships/image" Target="../media/image262.png"/><Relationship Id="rId18" Type="http://schemas.openxmlformats.org/officeDocument/2006/relationships/image" Target="../media/image267.png"/><Relationship Id="rId26" Type="http://schemas.openxmlformats.org/officeDocument/2006/relationships/image" Target="../media/image275.png"/><Relationship Id="rId3" Type="http://schemas.openxmlformats.org/officeDocument/2006/relationships/image" Target="../media/image252.png"/><Relationship Id="rId21" Type="http://schemas.openxmlformats.org/officeDocument/2006/relationships/image" Target="../media/image270.png"/><Relationship Id="rId7" Type="http://schemas.openxmlformats.org/officeDocument/2006/relationships/image" Target="../media/image256.png"/><Relationship Id="rId12" Type="http://schemas.openxmlformats.org/officeDocument/2006/relationships/image" Target="../media/image261.png"/><Relationship Id="rId17" Type="http://schemas.openxmlformats.org/officeDocument/2006/relationships/image" Target="../media/image266.png"/><Relationship Id="rId25" Type="http://schemas.openxmlformats.org/officeDocument/2006/relationships/image" Target="../media/image27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65.png"/><Relationship Id="rId20" Type="http://schemas.openxmlformats.org/officeDocument/2006/relationships/image" Target="../media/image26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5.png"/><Relationship Id="rId11" Type="http://schemas.openxmlformats.org/officeDocument/2006/relationships/image" Target="../media/image260.png"/><Relationship Id="rId24" Type="http://schemas.openxmlformats.org/officeDocument/2006/relationships/image" Target="../media/image273.png"/><Relationship Id="rId5" Type="http://schemas.openxmlformats.org/officeDocument/2006/relationships/image" Target="../media/image254.png"/><Relationship Id="rId15" Type="http://schemas.openxmlformats.org/officeDocument/2006/relationships/image" Target="../media/image264.png"/><Relationship Id="rId23" Type="http://schemas.openxmlformats.org/officeDocument/2006/relationships/image" Target="../media/image272.png"/><Relationship Id="rId10" Type="http://schemas.openxmlformats.org/officeDocument/2006/relationships/image" Target="../media/image259.png"/><Relationship Id="rId19" Type="http://schemas.openxmlformats.org/officeDocument/2006/relationships/image" Target="../media/image268.png"/><Relationship Id="rId4" Type="http://schemas.openxmlformats.org/officeDocument/2006/relationships/image" Target="../media/image253.png"/><Relationship Id="rId9" Type="http://schemas.openxmlformats.org/officeDocument/2006/relationships/image" Target="../media/image258.png"/><Relationship Id="rId14" Type="http://schemas.openxmlformats.org/officeDocument/2006/relationships/image" Target="../media/image263.png"/><Relationship Id="rId22" Type="http://schemas.openxmlformats.org/officeDocument/2006/relationships/image" Target="../media/image271.png"/><Relationship Id="rId27" Type="http://schemas.openxmlformats.org/officeDocument/2006/relationships/image" Target="../media/image27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13" Type="http://schemas.openxmlformats.org/officeDocument/2006/relationships/image" Target="../media/image287.png"/><Relationship Id="rId3" Type="http://schemas.openxmlformats.org/officeDocument/2006/relationships/image" Target="../media/image277.png"/><Relationship Id="rId7" Type="http://schemas.openxmlformats.org/officeDocument/2006/relationships/image" Target="../media/image281.png"/><Relationship Id="rId12" Type="http://schemas.openxmlformats.org/officeDocument/2006/relationships/image" Target="../media/image28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9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0.png"/><Relationship Id="rId11" Type="http://schemas.openxmlformats.org/officeDocument/2006/relationships/image" Target="../media/image285.png"/><Relationship Id="rId5" Type="http://schemas.openxmlformats.org/officeDocument/2006/relationships/image" Target="../media/image279.png"/><Relationship Id="rId15" Type="http://schemas.openxmlformats.org/officeDocument/2006/relationships/image" Target="../media/image289.png"/><Relationship Id="rId10" Type="http://schemas.openxmlformats.org/officeDocument/2006/relationships/image" Target="../media/image284.png"/><Relationship Id="rId4" Type="http://schemas.openxmlformats.org/officeDocument/2006/relationships/image" Target="../media/image278.png"/><Relationship Id="rId9" Type="http://schemas.openxmlformats.org/officeDocument/2006/relationships/image" Target="../media/image283.png"/><Relationship Id="rId14" Type="http://schemas.openxmlformats.org/officeDocument/2006/relationships/image" Target="../media/image28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图片 95">
            <a:extLst>
              <a:ext uri="{FF2B5EF4-FFF2-40B4-BE49-F238E27FC236}">
                <a16:creationId xmlns:a16="http://schemas.microsoft.com/office/drawing/2014/main" id="{344832C5-834A-4C45-952D-301BD4F6B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82466" y="0"/>
            <a:ext cx="5744220" cy="6824887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47040C2-D89D-466C-A922-55FFDF54C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6382466" cy="6824887"/>
          </a:xfrm>
          <a:prstGeom prst="rect">
            <a:avLst/>
          </a:prstGeom>
        </p:spPr>
      </p:pic>
      <p:sp>
        <p:nvSpPr>
          <p:cNvPr id="3" name="标题区渐变底色1">
            <a:extLst>
              <a:ext uri="{FF2B5EF4-FFF2-40B4-BE49-F238E27FC236}">
                <a16:creationId xmlns:a16="http://schemas.microsoft.com/office/drawing/2014/main" id="{212840A8-24B8-4F17-B162-11252E611C5B}"/>
              </a:ext>
            </a:extLst>
          </p:cNvPr>
          <p:cNvSpPr>
            <a:spLocks noGrp="1"/>
          </p:cNvSpPr>
          <p:nvPr/>
        </p:nvSpPr>
        <p:spPr>
          <a:xfrm>
            <a:off x="580224" y="1443308"/>
            <a:ext cx="5664439" cy="92749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10F32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4" name="标题区渐变底色2">
            <a:extLst>
              <a:ext uri="{FF2B5EF4-FFF2-40B4-BE49-F238E27FC236}">
                <a16:creationId xmlns:a16="http://schemas.microsoft.com/office/drawing/2014/main" id="{6A8732E4-EE13-47A2-9CFC-A223EEC40EDF}"/>
              </a:ext>
            </a:extLst>
          </p:cNvPr>
          <p:cNvSpPr>
            <a:spLocks noGrp="1"/>
          </p:cNvSpPr>
          <p:nvPr/>
        </p:nvSpPr>
        <p:spPr>
          <a:xfrm>
            <a:off x="580224" y="1530341"/>
            <a:ext cx="5664439" cy="92749"/>
          </a:xfrm>
          <a:prstGeom prst="rect">
            <a:avLst/>
          </a:prstGeom>
          <a:gradFill>
            <a:gsLst>
              <a:gs pos="0">
                <a:srgbClr val="000A2B"/>
              </a:gs>
              <a:gs pos="100000">
                <a:srgbClr val="010F32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5" name="标题区渐变底色3">
            <a:extLst>
              <a:ext uri="{FF2B5EF4-FFF2-40B4-BE49-F238E27FC236}">
                <a16:creationId xmlns:a16="http://schemas.microsoft.com/office/drawing/2014/main" id="{EEC02B26-092B-4257-8357-97EBA012A498}"/>
              </a:ext>
            </a:extLst>
          </p:cNvPr>
          <p:cNvSpPr>
            <a:spLocks noGrp="1"/>
          </p:cNvSpPr>
          <p:nvPr/>
        </p:nvSpPr>
        <p:spPr>
          <a:xfrm>
            <a:off x="580224" y="1617375"/>
            <a:ext cx="5664439" cy="92749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10F32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6" name="标题区渐变底色4">
            <a:extLst>
              <a:ext uri="{FF2B5EF4-FFF2-40B4-BE49-F238E27FC236}">
                <a16:creationId xmlns:a16="http://schemas.microsoft.com/office/drawing/2014/main" id="{7ACD261E-259D-4EF6-A81A-C4660898E41A}"/>
              </a:ext>
            </a:extLst>
          </p:cNvPr>
          <p:cNvSpPr>
            <a:spLocks noGrp="1"/>
          </p:cNvSpPr>
          <p:nvPr/>
        </p:nvSpPr>
        <p:spPr>
          <a:xfrm>
            <a:off x="580224" y="1704409"/>
            <a:ext cx="5664439" cy="92749"/>
          </a:xfrm>
          <a:prstGeom prst="rect">
            <a:avLst/>
          </a:prstGeom>
          <a:gradFill>
            <a:gsLst>
              <a:gs pos="0">
                <a:srgbClr val="000B2A"/>
              </a:gs>
              <a:gs pos="100000">
                <a:srgbClr val="011033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7" name="标题区渐变底色5">
            <a:extLst>
              <a:ext uri="{FF2B5EF4-FFF2-40B4-BE49-F238E27FC236}">
                <a16:creationId xmlns:a16="http://schemas.microsoft.com/office/drawing/2014/main" id="{B1378AAA-1903-4FCD-B529-81D83BAA5CF8}"/>
              </a:ext>
            </a:extLst>
          </p:cNvPr>
          <p:cNvSpPr>
            <a:spLocks noGrp="1"/>
          </p:cNvSpPr>
          <p:nvPr/>
        </p:nvSpPr>
        <p:spPr>
          <a:xfrm>
            <a:off x="580224" y="1791442"/>
            <a:ext cx="5664439" cy="92749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11033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8" name="标题区渐变底色6">
            <a:extLst>
              <a:ext uri="{FF2B5EF4-FFF2-40B4-BE49-F238E27FC236}">
                <a16:creationId xmlns:a16="http://schemas.microsoft.com/office/drawing/2014/main" id="{467DF450-766B-4BCF-A76A-23CDBC142BA1}"/>
              </a:ext>
            </a:extLst>
          </p:cNvPr>
          <p:cNvSpPr>
            <a:spLocks noGrp="1"/>
          </p:cNvSpPr>
          <p:nvPr/>
        </p:nvSpPr>
        <p:spPr>
          <a:xfrm>
            <a:off x="580224" y="1878476"/>
            <a:ext cx="5664439" cy="92749"/>
          </a:xfrm>
          <a:prstGeom prst="rect">
            <a:avLst/>
          </a:prstGeom>
          <a:gradFill>
            <a:gsLst>
              <a:gs pos="0">
                <a:srgbClr val="000A2B"/>
              </a:gs>
              <a:gs pos="100000">
                <a:srgbClr val="021134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9" name="标题区渐变底色7">
            <a:extLst>
              <a:ext uri="{FF2B5EF4-FFF2-40B4-BE49-F238E27FC236}">
                <a16:creationId xmlns:a16="http://schemas.microsoft.com/office/drawing/2014/main" id="{08B84655-9B7A-45EA-BE52-8552CD1365BF}"/>
              </a:ext>
            </a:extLst>
          </p:cNvPr>
          <p:cNvSpPr>
            <a:spLocks noGrp="1"/>
          </p:cNvSpPr>
          <p:nvPr/>
        </p:nvSpPr>
        <p:spPr>
          <a:xfrm>
            <a:off x="580224" y="1965510"/>
            <a:ext cx="5664439" cy="92749"/>
          </a:xfrm>
          <a:prstGeom prst="rect">
            <a:avLst/>
          </a:prstGeom>
          <a:gradFill>
            <a:gsLst>
              <a:gs pos="0">
                <a:srgbClr val="000A2B"/>
              </a:gs>
              <a:gs pos="100000">
                <a:srgbClr val="011135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0" name="标题区渐变底色8">
            <a:extLst>
              <a:ext uri="{FF2B5EF4-FFF2-40B4-BE49-F238E27FC236}">
                <a16:creationId xmlns:a16="http://schemas.microsoft.com/office/drawing/2014/main" id="{69274568-7B4F-4ABC-8D89-D3C1389B9D02}"/>
              </a:ext>
            </a:extLst>
          </p:cNvPr>
          <p:cNvSpPr>
            <a:spLocks noGrp="1"/>
          </p:cNvSpPr>
          <p:nvPr/>
        </p:nvSpPr>
        <p:spPr>
          <a:xfrm>
            <a:off x="580224" y="2052543"/>
            <a:ext cx="5664439" cy="92749"/>
          </a:xfrm>
          <a:prstGeom prst="rect">
            <a:avLst/>
          </a:prstGeom>
          <a:gradFill>
            <a:gsLst>
              <a:gs pos="0">
                <a:srgbClr val="010A2A"/>
              </a:gs>
              <a:gs pos="100000">
                <a:srgbClr val="021135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1" name="标题区渐变底色9">
            <a:extLst>
              <a:ext uri="{FF2B5EF4-FFF2-40B4-BE49-F238E27FC236}">
                <a16:creationId xmlns:a16="http://schemas.microsoft.com/office/drawing/2014/main" id="{D6BEBA03-ED23-4FEC-AC1C-3A242CE55DA7}"/>
              </a:ext>
            </a:extLst>
          </p:cNvPr>
          <p:cNvSpPr>
            <a:spLocks noGrp="1"/>
          </p:cNvSpPr>
          <p:nvPr/>
        </p:nvSpPr>
        <p:spPr>
          <a:xfrm>
            <a:off x="580224" y="2139577"/>
            <a:ext cx="5664439" cy="92749"/>
          </a:xfrm>
          <a:prstGeom prst="rect">
            <a:avLst/>
          </a:prstGeom>
          <a:gradFill>
            <a:gsLst>
              <a:gs pos="0">
                <a:srgbClr val="000A2B"/>
              </a:gs>
              <a:gs pos="100000">
                <a:srgbClr val="021236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2" name="标题区渐变底色10">
            <a:extLst>
              <a:ext uri="{FF2B5EF4-FFF2-40B4-BE49-F238E27FC236}">
                <a16:creationId xmlns:a16="http://schemas.microsoft.com/office/drawing/2014/main" id="{0B767442-8EFA-4495-8FBB-4A9D4F5C35E4}"/>
              </a:ext>
            </a:extLst>
          </p:cNvPr>
          <p:cNvSpPr>
            <a:spLocks noGrp="1"/>
          </p:cNvSpPr>
          <p:nvPr/>
        </p:nvSpPr>
        <p:spPr>
          <a:xfrm>
            <a:off x="580224" y="2226610"/>
            <a:ext cx="5664439" cy="92749"/>
          </a:xfrm>
          <a:prstGeom prst="rect">
            <a:avLst/>
          </a:prstGeom>
          <a:gradFill>
            <a:gsLst>
              <a:gs pos="0">
                <a:srgbClr val="010B2B"/>
              </a:gs>
              <a:gs pos="100000">
                <a:srgbClr val="021337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3" name="标题区渐变底色11">
            <a:extLst>
              <a:ext uri="{FF2B5EF4-FFF2-40B4-BE49-F238E27FC236}">
                <a16:creationId xmlns:a16="http://schemas.microsoft.com/office/drawing/2014/main" id="{DE98113A-7197-429F-AA2C-BC25841A9B15}"/>
              </a:ext>
            </a:extLst>
          </p:cNvPr>
          <p:cNvSpPr>
            <a:spLocks noGrp="1"/>
          </p:cNvSpPr>
          <p:nvPr/>
        </p:nvSpPr>
        <p:spPr>
          <a:xfrm>
            <a:off x="580224" y="2313644"/>
            <a:ext cx="5664439" cy="92749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31338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4" name="标题区渐变底色12">
            <a:extLst>
              <a:ext uri="{FF2B5EF4-FFF2-40B4-BE49-F238E27FC236}">
                <a16:creationId xmlns:a16="http://schemas.microsoft.com/office/drawing/2014/main" id="{FA6C1213-E760-4315-B7CA-5CE952C8B627}"/>
              </a:ext>
            </a:extLst>
          </p:cNvPr>
          <p:cNvSpPr>
            <a:spLocks noGrp="1"/>
          </p:cNvSpPr>
          <p:nvPr/>
        </p:nvSpPr>
        <p:spPr>
          <a:xfrm>
            <a:off x="580224" y="2400678"/>
            <a:ext cx="5664439" cy="92749"/>
          </a:xfrm>
          <a:prstGeom prst="rect">
            <a:avLst/>
          </a:prstGeom>
          <a:gradFill>
            <a:gsLst>
              <a:gs pos="0">
                <a:srgbClr val="010B2B"/>
              </a:gs>
              <a:gs pos="100000">
                <a:srgbClr val="04153A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5" name="标题区渐变底色13">
            <a:extLst>
              <a:ext uri="{FF2B5EF4-FFF2-40B4-BE49-F238E27FC236}">
                <a16:creationId xmlns:a16="http://schemas.microsoft.com/office/drawing/2014/main" id="{CC6B772A-5EDB-4E49-A881-631E99E0A687}"/>
              </a:ext>
            </a:extLst>
          </p:cNvPr>
          <p:cNvSpPr>
            <a:spLocks noGrp="1"/>
          </p:cNvSpPr>
          <p:nvPr/>
        </p:nvSpPr>
        <p:spPr>
          <a:xfrm>
            <a:off x="580224" y="2487711"/>
            <a:ext cx="5664439" cy="92749"/>
          </a:xfrm>
          <a:prstGeom prst="rect">
            <a:avLst/>
          </a:prstGeom>
          <a:gradFill>
            <a:gsLst>
              <a:gs pos="0">
                <a:srgbClr val="000A2B"/>
              </a:gs>
              <a:gs pos="100000">
                <a:srgbClr val="05163B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6" name="标题区渐变底色14">
            <a:extLst>
              <a:ext uri="{FF2B5EF4-FFF2-40B4-BE49-F238E27FC236}">
                <a16:creationId xmlns:a16="http://schemas.microsoft.com/office/drawing/2014/main" id="{1E68E7C2-22DD-4724-8E16-DA0B835A1B20}"/>
              </a:ext>
            </a:extLst>
          </p:cNvPr>
          <p:cNvSpPr>
            <a:spLocks noGrp="1"/>
          </p:cNvSpPr>
          <p:nvPr/>
        </p:nvSpPr>
        <p:spPr>
          <a:xfrm>
            <a:off x="580224" y="2574745"/>
            <a:ext cx="5664439" cy="92749"/>
          </a:xfrm>
          <a:prstGeom prst="rect">
            <a:avLst/>
          </a:prstGeom>
          <a:gradFill>
            <a:gsLst>
              <a:gs pos="0">
                <a:srgbClr val="000A2B"/>
              </a:gs>
              <a:gs pos="100000">
                <a:srgbClr val="06173E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7" name="标题区渐变底色15">
            <a:extLst>
              <a:ext uri="{FF2B5EF4-FFF2-40B4-BE49-F238E27FC236}">
                <a16:creationId xmlns:a16="http://schemas.microsoft.com/office/drawing/2014/main" id="{47BA50C9-7298-4F04-BE4A-9C22FD962374}"/>
              </a:ext>
            </a:extLst>
          </p:cNvPr>
          <p:cNvSpPr>
            <a:spLocks noGrp="1"/>
          </p:cNvSpPr>
          <p:nvPr/>
        </p:nvSpPr>
        <p:spPr>
          <a:xfrm>
            <a:off x="580224" y="2661779"/>
            <a:ext cx="5664439" cy="78243"/>
          </a:xfrm>
          <a:prstGeom prst="rect">
            <a:avLst/>
          </a:prstGeom>
          <a:gradFill>
            <a:gsLst>
              <a:gs pos="0">
                <a:srgbClr val="000B2B"/>
              </a:gs>
              <a:gs pos="100000">
                <a:srgbClr val="06183E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8" name="副标题区渐变底色1">
            <a:extLst>
              <a:ext uri="{FF2B5EF4-FFF2-40B4-BE49-F238E27FC236}">
                <a16:creationId xmlns:a16="http://schemas.microsoft.com/office/drawing/2014/main" id="{336D139A-BFBC-40D5-8766-B3EFB8890537}"/>
              </a:ext>
            </a:extLst>
          </p:cNvPr>
          <p:cNvSpPr>
            <a:spLocks noGrp="1"/>
          </p:cNvSpPr>
          <p:nvPr/>
        </p:nvSpPr>
        <p:spPr>
          <a:xfrm>
            <a:off x="587477" y="2966396"/>
            <a:ext cx="4061570" cy="63737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41033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9" name="副标题区渐变底色2">
            <a:extLst>
              <a:ext uri="{FF2B5EF4-FFF2-40B4-BE49-F238E27FC236}">
                <a16:creationId xmlns:a16="http://schemas.microsoft.com/office/drawing/2014/main" id="{08EF3338-8E7A-4B7F-A0BF-AFAE1121260B}"/>
              </a:ext>
            </a:extLst>
          </p:cNvPr>
          <p:cNvSpPr>
            <a:spLocks noGrp="1"/>
          </p:cNvSpPr>
          <p:nvPr/>
        </p:nvSpPr>
        <p:spPr>
          <a:xfrm>
            <a:off x="587477" y="3024419"/>
            <a:ext cx="4061570" cy="63737"/>
          </a:xfrm>
          <a:prstGeom prst="rect">
            <a:avLst/>
          </a:prstGeom>
          <a:gradFill>
            <a:gsLst>
              <a:gs pos="0">
                <a:srgbClr val="010B2B"/>
              </a:gs>
              <a:gs pos="100000">
                <a:srgbClr val="041133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0" name="副标题区渐变底色3">
            <a:extLst>
              <a:ext uri="{FF2B5EF4-FFF2-40B4-BE49-F238E27FC236}">
                <a16:creationId xmlns:a16="http://schemas.microsoft.com/office/drawing/2014/main" id="{1B67EAB9-29B1-4086-95D1-36557A135275}"/>
              </a:ext>
            </a:extLst>
          </p:cNvPr>
          <p:cNvSpPr>
            <a:spLocks noGrp="1"/>
          </p:cNvSpPr>
          <p:nvPr/>
        </p:nvSpPr>
        <p:spPr>
          <a:xfrm>
            <a:off x="587477" y="3082441"/>
            <a:ext cx="4061570" cy="63737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51234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1" name="副标题区渐变底色4">
            <a:extLst>
              <a:ext uri="{FF2B5EF4-FFF2-40B4-BE49-F238E27FC236}">
                <a16:creationId xmlns:a16="http://schemas.microsoft.com/office/drawing/2014/main" id="{48ED896A-537E-4499-9524-501FB0B3E45B}"/>
              </a:ext>
            </a:extLst>
          </p:cNvPr>
          <p:cNvSpPr>
            <a:spLocks noGrp="1"/>
          </p:cNvSpPr>
          <p:nvPr/>
        </p:nvSpPr>
        <p:spPr>
          <a:xfrm>
            <a:off x="587477" y="3140464"/>
            <a:ext cx="4061570" cy="63737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51234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2" name="副标题区渐变底色5">
            <a:extLst>
              <a:ext uri="{FF2B5EF4-FFF2-40B4-BE49-F238E27FC236}">
                <a16:creationId xmlns:a16="http://schemas.microsoft.com/office/drawing/2014/main" id="{772ED13D-F96B-4CB6-9E2A-83A10143591D}"/>
              </a:ext>
            </a:extLst>
          </p:cNvPr>
          <p:cNvSpPr>
            <a:spLocks noGrp="1"/>
          </p:cNvSpPr>
          <p:nvPr/>
        </p:nvSpPr>
        <p:spPr>
          <a:xfrm>
            <a:off x="587477" y="3198486"/>
            <a:ext cx="4061570" cy="63737"/>
          </a:xfrm>
          <a:prstGeom prst="rect">
            <a:avLst/>
          </a:prstGeom>
          <a:gradFill>
            <a:gsLst>
              <a:gs pos="0">
                <a:srgbClr val="000A2B"/>
              </a:gs>
              <a:gs pos="100000">
                <a:srgbClr val="051234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3" name="副标题区渐变底色6">
            <a:extLst>
              <a:ext uri="{FF2B5EF4-FFF2-40B4-BE49-F238E27FC236}">
                <a16:creationId xmlns:a16="http://schemas.microsoft.com/office/drawing/2014/main" id="{C206174E-A740-4B9C-AF61-AC58E489F55D}"/>
              </a:ext>
            </a:extLst>
          </p:cNvPr>
          <p:cNvSpPr>
            <a:spLocks noGrp="1"/>
          </p:cNvSpPr>
          <p:nvPr/>
        </p:nvSpPr>
        <p:spPr>
          <a:xfrm>
            <a:off x="587477" y="3256508"/>
            <a:ext cx="4061570" cy="63737"/>
          </a:xfrm>
          <a:prstGeom prst="rect">
            <a:avLst/>
          </a:prstGeom>
          <a:gradFill>
            <a:gsLst>
              <a:gs pos="0">
                <a:srgbClr val="000A2B"/>
              </a:gs>
              <a:gs pos="100000">
                <a:srgbClr val="051234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4" name="副标题区渐变底色7">
            <a:extLst>
              <a:ext uri="{FF2B5EF4-FFF2-40B4-BE49-F238E27FC236}">
                <a16:creationId xmlns:a16="http://schemas.microsoft.com/office/drawing/2014/main" id="{26A9BEDE-2928-4486-A24E-DA6380845AB6}"/>
              </a:ext>
            </a:extLst>
          </p:cNvPr>
          <p:cNvSpPr>
            <a:spLocks noGrp="1"/>
          </p:cNvSpPr>
          <p:nvPr/>
        </p:nvSpPr>
        <p:spPr>
          <a:xfrm>
            <a:off x="587477" y="3314531"/>
            <a:ext cx="4061570" cy="63737"/>
          </a:xfrm>
          <a:prstGeom prst="rect">
            <a:avLst/>
          </a:prstGeom>
          <a:gradFill>
            <a:gsLst>
              <a:gs pos="0">
                <a:srgbClr val="000A2B"/>
              </a:gs>
              <a:gs pos="100000">
                <a:srgbClr val="061234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5" name="副标题区渐变底色8">
            <a:extLst>
              <a:ext uri="{FF2B5EF4-FFF2-40B4-BE49-F238E27FC236}">
                <a16:creationId xmlns:a16="http://schemas.microsoft.com/office/drawing/2014/main" id="{5370148C-9E07-44A9-8BB6-7D4ACF84F74C}"/>
              </a:ext>
            </a:extLst>
          </p:cNvPr>
          <p:cNvSpPr>
            <a:spLocks noGrp="1"/>
          </p:cNvSpPr>
          <p:nvPr/>
        </p:nvSpPr>
        <p:spPr>
          <a:xfrm>
            <a:off x="587477" y="3372553"/>
            <a:ext cx="4061570" cy="27473"/>
          </a:xfrm>
          <a:prstGeom prst="rect">
            <a:avLst/>
          </a:prstGeom>
          <a:gradFill>
            <a:gsLst>
              <a:gs pos="0">
                <a:srgbClr val="000A2B"/>
              </a:gs>
              <a:gs pos="100000">
                <a:srgbClr val="021032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6" name="场景说明区渐变底色1">
            <a:extLst>
              <a:ext uri="{FF2B5EF4-FFF2-40B4-BE49-F238E27FC236}">
                <a16:creationId xmlns:a16="http://schemas.microsoft.com/office/drawing/2014/main" id="{EC4C445E-E08F-4AB3-8939-44C273831A20}"/>
              </a:ext>
            </a:extLst>
          </p:cNvPr>
          <p:cNvSpPr>
            <a:spLocks noGrp="1"/>
          </p:cNvSpPr>
          <p:nvPr/>
        </p:nvSpPr>
        <p:spPr>
          <a:xfrm>
            <a:off x="594730" y="3677171"/>
            <a:ext cx="4866631" cy="56485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41439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7" name="场景说明区渐变底色2">
            <a:extLst>
              <a:ext uri="{FF2B5EF4-FFF2-40B4-BE49-F238E27FC236}">
                <a16:creationId xmlns:a16="http://schemas.microsoft.com/office/drawing/2014/main" id="{A4905AB9-BF1B-4B3B-A48B-372226FDB2BA}"/>
              </a:ext>
            </a:extLst>
          </p:cNvPr>
          <p:cNvSpPr>
            <a:spLocks noGrp="1"/>
          </p:cNvSpPr>
          <p:nvPr/>
        </p:nvSpPr>
        <p:spPr>
          <a:xfrm>
            <a:off x="594730" y="3727941"/>
            <a:ext cx="4866631" cy="56485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7153B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8" name="场景说明区渐变底色3">
            <a:extLst>
              <a:ext uri="{FF2B5EF4-FFF2-40B4-BE49-F238E27FC236}">
                <a16:creationId xmlns:a16="http://schemas.microsoft.com/office/drawing/2014/main" id="{5BBBB04D-F92C-4C51-BB63-84ABF9B373D6}"/>
              </a:ext>
            </a:extLst>
          </p:cNvPr>
          <p:cNvSpPr>
            <a:spLocks noGrp="1"/>
          </p:cNvSpPr>
          <p:nvPr/>
        </p:nvSpPr>
        <p:spPr>
          <a:xfrm>
            <a:off x="594730" y="3778710"/>
            <a:ext cx="4866631" cy="56485"/>
          </a:xfrm>
          <a:prstGeom prst="rect">
            <a:avLst/>
          </a:prstGeom>
          <a:gradFill>
            <a:gsLst>
              <a:gs pos="0">
                <a:srgbClr val="000A29"/>
              </a:gs>
              <a:gs pos="100000">
                <a:srgbClr val="061131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9" name="场景说明区渐变底色4">
            <a:extLst>
              <a:ext uri="{FF2B5EF4-FFF2-40B4-BE49-F238E27FC236}">
                <a16:creationId xmlns:a16="http://schemas.microsoft.com/office/drawing/2014/main" id="{CB18ED60-49E1-49F7-931C-80EB552CCBA4}"/>
              </a:ext>
            </a:extLst>
          </p:cNvPr>
          <p:cNvSpPr>
            <a:spLocks noGrp="1"/>
          </p:cNvSpPr>
          <p:nvPr/>
        </p:nvSpPr>
        <p:spPr>
          <a:xfrm>
            <a:off x="594730" y="3829480"/>
            <a:ext cx="4866631" cy="56485"/>
          </a:xfrm>
          <a:prstGeom prst="rect">
            <a:avLst/>
          </a:prstGeom>
          <a:gradFill>
            <a:gsLst>
              <a:gs pos="0">
                <a:srgbClr val="010B2A"/>
              </a:gs>
              <a:gs pos="100000">
                <a:srgbClr val="020E2E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0" name="场景说明区渐变底色5">
            <a:extLst>
              <a:ext uri="{FF2B5EF4-FFF2-40B4-BE49-F238E27FC236}">
                <a16:creationId xmlns:a16="http://schemas.microsoft.com/office/drawing/2014/main" id="{182B07B5-C288-49BE-8D04-200A68DEBEE0}"/>
              </a:ext>
            </a:extLst>
          </p:cNvPr>
          <p:cNvSpPr>
            <a:spLocks noGrp="1"/>
          </p:cNvSpPr>
          <p:nvPr/>
        </p:nvSpPr>
        <p:spPr>
          <a:xfrm>
            <a:off x="594730" y="3880249"/>
            <a:ext cx="4866631" cy="56485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10D2C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1" name="场景说明区渐变底色6">
            <a:extLst>
              <a:ext uri="{FF2B5EF4-FFF2-40B4-BE49-F238E27FC236}">
                <a16:creationId xmlns:a16="http://schemas.microsoft.com/office/drawing/2014/main" id="{35806F69-7BD7-40CB-B8BE-806FDB379C0B}"/>
              </a:ext>
            </a:extLst>
          </p:cNvPr>
          <p:cNvSpPr>
            <a:spLocks noGrp="1"/>
          </p:cNvSpPr>
          <p:nvPr/>
        </p:nvSpPr>
        <p:spPr>
          <a:xfrm>
            <a:off x="594730" y="3931019"/>
            <a:ext cx="4866631" cy="56485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20E2E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2" name="赛事说明区渐变底色1">
            <a:extLst>
              <a:ext uri="{FF2B5EF4-FFF2-40B4-BE49-F238E27FC236}">
                <a16:creationId xmlns:a16="http://schemas.microsoft.com/office/drawing/2014/main" id="{1CCCD16E-2F7E-493F-A07E-B2D6BD2BFBBA}"/>
              </a:ext>
            </a:extLst>
          </p:cNvPr>
          <p:cNvSpPr>
            <a:spLocks noGrp="1"/>
          </p:cNvSpPr>
          <p:nvPr/>
        </p:nvSpPr>
        <p:spPr>
          <a:xfrm>
            <a:off x="565719" y="6222905"/>
            <a:ext cx="136265" cy="253848"/>
          </a:xfrm>
          <a:prstGeom prst="rect">
            <a:avLst/>
          </a:prstGeom>
          <a:gradFill>
            <a:gsLst>
              <a:gs pos="0">
                <a:srgbClr val="00133D"/>
              </a:gs>
              <a:gs pos="100000">
                <a:srgbClr val="000929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3" name="赛事说明区渐变底色2">
            <a:extLst>
              <a:ext uri="{FF2B5EF4-FFF2-40B4-BE49-F238E27FC236}">
                <a16:creationId xmlns:a16="http://schemas.microsoft.com/office/drawing/2014/main" id="{0C09B2A4-40A0-484B-8A95-1A657CD9958F}"/>
              </a:ext>
            </a:extLst>
          </p:cNvPr>
          <p:cNvSpPr>
            <a:spLocks noGrp="1"/>
          </p:cNvSpPr>
          <p:nvPr/>
        </p:nvSpPr>
        <p:spPr>
          <a:xfrm>
            <a:off x="696269" y="6222905"/>
            <a:ext cx="136265" cy="253848"/>
          </a:xfrm>
          <a:prstGeom prst="rect">
            <a:avLst/>
          </a:prstGeom>
          <a:gradFill>
            <a:gsLst>
              <a:gs pos="0">
                <a:srgbClr val="001139"/>
              </a:gs>
              <a:gs pos="100000">
                <a:srgbClr val="000A28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4" name="赛事说明区渐变底色3">
            <a:extLst>
              <a:ext uri="{FF2B5EF4-FFF2-40B4-BE49-F238E27FC236}">
                <a16:creationId xmlns:a16="http://schemas.microsoft.com/office/drawing/2014/main" id="{2E95D9DD-6947-4BF1-A6D1-CA5AE4C6EA3C}"/>
              </a:ext>
            </a:extLst>
          </p:cNvPr>
          <p:cNvSpPr>
            <a:spLocks noGrp="1"/>
          </p:cNvSpPr>
          <p:nvPr/>
        </p:nvSpPr>
        <p:spPr>
          <a:xfrm>
            <a:off x="826820" y="6222905"/>
            <a:ext cx="136265" cy="253848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00A2B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5" name="赛事说明区渐变底色4">
            <a:extLst>
              <a:ext uri="{FF2B5EF4-FFF2-40B4-BE49-F238E27FC236}">
                <a16:creationId xmlns:a16="http://schemas.microsoft.com/office/drawing/2014/main" id="{6D3586DF-1641-40B0-AB40-C4EF15BB349D}"/>
              </a:ext>
            </a:extLst>
          </p:cNvPr>
          <p:cNvSpPr>
            <a:spLocks noGrp="1"/>
          </p:cNvSpPr>
          <p:nvPr/>
        </p:nvSpPr>
        <p:spPr>
          <a:xfrm>
            <a:off x="957370" y="6222905"/>
            <a:ext cx="136265" cy="253848"/>
          </a:xfrm>
          <a:prstGeom prst="rect">
            <a:avLst/>
          </a:prstGeom>
          <a:gradFill>
            <a:gsLst>
              <a:gs pos="0">
                <a:srgbClr val="000B2D"/>
              </a:gs>
              <a:gs pos="100000">
                <a:srgbClr val="000A29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6" name="赛事说明区渐变底色5">
            <a:extLst>
              <a:ext uri="{FF2B5EF4-FFF2-40B4-BE49-F238E27FC236}">
                <a16:creationId xmlns:a16="http://schemas.microsoft.com/office/drawing/2014/main" id="{C9BA76BB-243E-4265-A5AE-CFFE7B9E962C}"/>
              </a:ext>
            </a:extLst>
          </p:cNvPr>
          <p:cNvSpPr>
            <a:spLocks noGrp="1"/>
          </p:cNvSpPr>
          <p:nvPr/>
        </p:nvSpPr>
        <p:spPr>
          <a:xfrm>
            <a:off x="1087920" y="6222905"/>
            <a:ext cx="136265" cy="253848"/>
          </a:xfrm>
          <a:prstGeom prst="rect">
            <a:avLst/>
          </a:prstGeom>
          <a:gradFill>
            <a:gsLst>
              <a:gs pos="0">
                <a:srgbClr val="000D31"/>
              </a:gs>
              <a:gs pos="100000">
                <a:srgbClr val="000A29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7" name="赛事说明区渐变底色6">
            <a:extLst>
              <a:ext uri="{FF2B5EF4-FFF2-40B4-BE49-F238E27FC236}">
                <a16:creationId xmlns:a16="http://schemas.microsoft.com/office/drawing/2014/main" id="{185097E7-EC6F-4A2E-B309-6B5A5BDA08BA}"/>
              </a:ext>
            </a:extLst>
          </p:cNvPr>
          <p:cNvSpPr>
            <a:spLocks noGrp="1"/>
          </p:cNvSpPr>
          <p:nvPr/>
        </p:nvSpPr>
        <p:spPr>
          <a:xfrm>
            <a:off x="1218471" y="6222905"/>
            <a:ext cx="136265" cy="253848"/>
          </a:xfrm>
          <a:prstGeom prst="rect">
            <a:avLst/>
          </a:prstGeom>
          <a:gradFill>
            <a:gsLst>
              <a:gs pos="0">
                <a:srgbClr val="001239"/>
              </a:gs>
              <a:gs pos="100000">
                <a:srgbClr val="000A29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8" name="赛事说明区渐变底色7">
            <a:extLst>
              <a:ext uri="{FF2B5EF4-FFF2-40B4-BE49-F238E27FC236}">
                <a16:creationId xmlns:a16="http://schemas.microsoft.com/office/drawing/2014/main" id="{C3BEACC3-3105-4C98-9E34-A102E0C409D1}"/>
              </a:ext>
            </a:extLst>
          </p:cNvPr>
          <p:cNvSpPr>
            <a:spLocks noGrp="1"/>
          </p:cNvSpPr>
          <p:nvPr/>
        </p:nvSpPr>
        <p:spPr>
          <a:xfrm>
            <a:off x="1349021" y="6222905"/>
            <a:ext cx="136265" cy="253848"/>
          </a:xfrm>
          <a:prstGeom prst="rect">
            <a:avLst/>
          </a:prstGeom>
          <a:gradFill>
            <a:gsLst>
              <a:gs pos="0">
                <a:srgbClr val="01153F"/>
              </a:gs>
              <a:gs pos="100000">
                <a:srgbClr val="010A2A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9" name="赛事说明区渐变底色8">
            <a:extLst>
              <a:ext uri="{FF2B5EF4-FFF2-40B4-BE49-F238E27FC236}">
                <a16:creationId xmlns:a16="http://schemas.microsoft.com/office/drawing/2014/main" id="{07DBAB1F-B7A5-47C2-8C13-783D66EA028C}"/>
              </a:ext>
            </a:extLst>
          </p:cNvPr>
          <p:cNvSpPr>
            <a:spLocks noGrp="1"/>
          </p:cNvSpPr>
          <p:nvPr/>
        </p:nvSpPr>
        <p:spPr>
          <a:xfrm>
            <a:off x="1479572" y="6222905"/>
            <a:ext cx="136265" cy="253848"/>
          </a:xfrm>
          <a:prstGeom prst="rect">
            <a:avLst/>
          </a:prstGeom>
          <a:gradFill>
            <a:gsLst>
              <a:gs pos="0">
                <a:srgbClr val="000B2A"/>
              </a:gs>
              <a:gs pos="100000">
                <a:srgbClr val="000D30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0" name="赛事说明区渐变底色9">
            <a:extLst>
              <a:ext uri="{FF2B5EF4-FFF2-40B4-BE49-F238E27FC236}">
                <a16:creationId xmlns:a16="http://schemas.microsoft.com/office/drawing/2014/main" id="{0FAD5F0F-8FF3-4BD6-ADEA-6BEC61644357}"/>
              </a:ext>
            </a:extLst>
          </p:cNvPr>
          <p:cNvSpPr>
            <a:spLocks noGrp="1"/>
          </p:cNvSpPr>
          <p:nvPr/>
        </p:nvSpPr>
        <p:spPr>
          <a:xfrm>
            <a:off x="1610122" y="6222905"/>
            <a:ext cx="136265" cy="253848"/>
          </a:xfrm>
          <a:prstGeom prst="rect">
            <a:avLst/>
          </a:prstGeom>
          <a:gradFill>
            <a:gsLst>
              <a:gs pos="0">
                <a:srgbClr val="000B2D"/>
              </a:gs>
              <a:gs pos="100000">
                <a:srgbClr val="000928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1" name="赛事说明区渐变底色10">
            <a:extLst>
              <a:ext uri="{FF2B5EF4-FFF2-40B4-BE49-F238E27FC236}">
                <a16:creationId xmlns:a16="http://schemas.microsoft.com/office/drawing/2014/main" id="{296E0D80-01CE-4245-92D2-3A4AC7B70A18}"/>
              </a:ext>
            </a:extLst>
          </p:cNvPr>
          <p:cNvSpPr>
            <a:spLocks noGrp="1"/>
          </p:cNvSpPr>
          <p:nvPr/>
        </p:nvSpPr>
        <p:spPr>
          <a:xfrm>
            <a:off x="1740673" y="6222905"/>
            <a:ext cx="136265" cy="253848"/>
          </a:xfrm>
          <a:prstGeom prst="rect">
            <a:avLst/>
          </a:prstGeom>
          <a:gradFill>
            <a:gsLst>
              <a:gs pos="0">
                <a:srgbClr val="00133D"/>
              </a:gs>
              <a:gs pos="100000">
                <a:srgbClr val="000A2A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2" name="赛事说明区渐变底色11">
            <a:extLst>
              <a:ext uri="{FF2B5EF4-FFF2-40B4-BE49-F238E27FC236}">
                <a16:creationId xmlns:a16="http://schemas.microsoft.com/office/drawing/2014/main" id="{0EC87716-0FA4-4757-AB9B-C109B55C31B7}"/>
              </a:ext>
            </a:extLst>
          </p:cNvPr>
          <p:cNvSpPr>
            <a:spLocks noGrp="1"/>
          </p:cNvSpPr>
          <p:nvPr/>
        </p:nvSpPr>
        <p:spPr>
          <a:xfrm>
            <a:off x="1871223" y="6222905"/>
            <a:ext cx="136265" cy="253848"/>
          </a:xfrm>
          <a:prstGeom prst="rect">
            <a:avLst/>
          </a:prstGeom>
          <a:gradFill>
            <a:gsLst>
              <a:gs pos="0">
                <a:srgbClr val="001038"/>
              </a:gs>
              <a:gs pos="100000">
                <a:srgbClr val="000E31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3" name="赛事说明区渐变底色12">
            <a:extLst>
              <a:ext uri="{FF2B5EF4-FFF2-40B4-BE49-F238E27FC236}">
                <a16:creationId xmlns:a16="http://schemas.microsoft.com/office/drawing/2014/main" id="{A2FC5357-7081-4A4D-BEBF-2D3BA8A83D7A}"/>
              </a:ext>
            </a:extLst>
          </p:cNvPr>
          <p:cNvSpPr>
            <a:spLocks noGrp="1"/>
          </p:cNvSpPr>
          <p:nvPr/>
        </p:nvSpPr>
        <p:spPr>
          <a:xfrm>
            <a:off x="2001774" y="6222905"/>
            <a:ext cx="136265" cy="253848"/>
          </a:xfrm>
          <a:prstGeom prst="rect">
            <a:avLst/>
          </a:prstGeom>
          <a:gradFill>
            <a:gsLst>
              <a:gs pos="0">
                <a:srgbClr val="00123B"/>
              </a:gs>
              <a:gs pos="100000">
                <a:srgbClr val="000A2B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4" name="赛事说明区渐变底色13">
            <a:extLst>
              <a:ext uri="{FF2B5EF4-FFF2-40B4-BE49-F238E27FC236}">
                <a16:creationId xmlns:a16="http://schemas.microsoft.com/office/drawing/2014/main" id="{73FD53A8-D3A8-449B-A18B-21FBDC2404B7}"/>
              </a:ext>
            </a:extLst>
          </p:cNvPr>
          <p:cNvSpPr>
            <a:spLocks noGrp="1"/>
          </p:cNvSpPr>
          <p:nvPr/>
        </p:nvSpPr>
        <p:spPr>
          <a:xfrm>
            <a:off x="2132324" y="6222905"/>
            <a:ext cx="136265" cy="253848"/>
          </a:xfrm>
          <a:prstGeom prst="rect">
            <a:avLst/>
          </a:prstGeom>
          <a:gradFill>
            <a:gsLst>
              <a:gs pos="0">
                <a:srgbClr val="00123B"/>
              </a:gs>
              <a:gs pos="100000">
                <a:srgbClr val="000B2B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5" name="赛事说明区渐变底色14">
            <a:extLst>
              <a:ext uri="{FF2B5EF4-FFF2-40B4-BE49-F238E27FC236}">
                <a16:creationId xmlns:a16="http://schemas.microsoft.com/office/drawing/2014/main" id="{4E3C5B32-0B62-45BC-A632-9610CBA84515}"/>
              </a:ext>
            </a:extLst>
          </p:cNvPr>
          <p:cNvSpPr>
            <a:spLocks noGrp="1"/>
          </p:cNvSpPr>
          <p:nvPr/>
        </p:nvSpPr>
        <p:spPr>
          <a:xfrm>
            <a:off x="2262874" y="6222905"/>
            <a:ext cx="136265" cy="253848"/>
          </a:xfrm>
          <a:prstGeom prst="rect">
            <a:avLst/>
          </a:prstGeom>
          <a:gradFill>
            <a:gsLst>
              <a:gs pos="0">
                <a:srgbClr val="000C2E"/>
              </a:gs>
              <a:gs pos="100000">
                <a:srgbClr val="000B2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6" name="赛事说明区渐变底色15">
            <a:extLst>
              <a:ext uri="{FF2B5EF4-FFF2-40B4-BE49-F238E27FC236}">
                <a16:creationId xmlns:a16="http://schemas.microsoft.com/office/drawing/2014/main" id="{F5509035-9E46-40AC-BCD1-AB529FE7B2BA}"/>
              </a:ext>
            </a:extLst>
          </p:cNvPr>
          <p:cNvSpPr>
            <a:spLocks noGrp="1"/>
          </p:cNvSpPr>
          <p:nvPr/>
        </p:nvSpPr>
        <p:spPr>
          <a:xfrm>
            <a:off x="2393425" y="6222905"/>
            <a:ext cx="136265" cy="253848"/>
          </a:xfrm>
          <a:prstGeom prst="rect">
            <a:avLst/>
          </a:prstGeom>
          <a:gradFill>
            <a:gsLst>
              <a:gs pos="0">
                <a:srgbClr val="000A2A"/>
              </a:gs>
              <a:gs pos="100000">
                <a:srgbClr val="000B2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7" name="赛事说明区渐变底色16">
            <a:extLst>
              <a:ext uri="{FF2B5EF4-FFF2-40B4-BE49-F238E27FC236}">
                <a16:creationId xmlns:a16="http://schemas.microsoft.com/office/drawing/2014/main" id="{0A78869A-CBF2-41E1-A8B2-1258C9C3BDF1}"/>
              </a:ext>
            </a:extLst>
          </p:cNvPr>
          <p:cNvSpPr>
            <a:spLocks noGrp="1"/>
          </p:cNvSpPr>
          <p:nvPr/>
        </p:nvSpPr>
        <p:spPr>
          <a:xfrm>
            <a:off x="2523975" y="6222905"/>
            <a:ext cx="136265" cy="253848"/>
          </a:xfrm>
          <a:prstGeom prst="rect">
            <a:avLst/>
          </a:prstGeom>
          <a:gradFill>
            <a:gsLst>
              <a:gs pos="0">
                <a:srgbClr val="000F34"/>
              </a:gs>
              <a:gs pos="100000">
                <a:srgbClr val="000928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8" name="赛事说明区渐变底色17">
            <a:extLst>
              <a:ext uri="{FF2B5EF4-FFF2-40B4-BE49-F238E27FC236}">
                <a16:creationId xmlns:a16="http://schemas.microsoft.com/office/drawing/2014/main" id="{D417BA71-91C8-4192-9775-64A7778FC800}"/>
              </a:ext>
            </a:extLst>
          </p:cNvPr>
          <p:cNvSpPr>
            <a:spLocks noGrp="1"/>
          </p:cNvSpPr>
          <p:nvPr/>
        </p:nvSpPr>
        <p:spPr>
          <a:xfrm>
            <a:off x="2654526" y="6222905"/>
            <a:ext cx="136265" cy="253848"/>
          </a:xfrm>
          <a:prstGeom prst="rect">
            <a:avLst/>
          </a:prstGeom>
          <a:gradFill>
            <a:gsLst>
              <a:gs pos="0">
                <a:srgbClr val="000B2C"/>
              </a:gs>
              <a:gs pos="100000">
                <a:srgbClr val="000826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9" name="赛事说明区渐变底色18">
            <a:extLst>
              <a:ext uri="{FF2B5EF4-FFF2-40B4-BE49-F238E27FC236}">
                <a16:creationId xmlns:a16="http://schemas.microsoft.com/office/drawing/2014/main" id="{EA3D43E5-7EDA-4DC8-B2EA-499EC7B6BE2A}"/>
              </a:ext>
            </a:extLst>
          </p:cNvPr>
          <p:cNvSpPr>
            <a:spLocks noGrp="1"/>
          </p:cNvSpPr>
          <p:nvPr/>
        </p:nvSpPr>
        <p:spPr>
          <a:xfrm>
            <a:off x="2785076" y="6222905"/>
            <a:ext cx="136265" cy="253848"/>
          </a:xfrm>
          <a:prstGeom prst="rect">
            <a:avLst/>
          </a:prstGeom>
          <a:gradFill>
            <a:gsLst>
              <a:gs pos="0">
                <a:srgbClr val="00123A"/>
              </a:gs>
              <a:gs pos="100000">
                <a:srgbClr val="000927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0" name="赛事说明区渐变底色19">
            <a:extLst>
              <a:ext uri="{FF2B5EF4-FFF2-40B4-BE49-F238E27FC236}">
                <a16:creationId xmlns:a16="http://schemas.microsoft.com/office/drawing/2014/main" id="{2F526569-F0AE-4024-832F-87076DA95C9D}"/>
              </a:ext>
            </a:extLst>
          </p:cNvPr>
          <p:cNvSpPr>
            <a:spLocks noGrp="1"/>
          </p:cNvSpPr>
          <p:nvPr/>
        </p:nvSpPr>
        <p:spPr>
          <a:xfrm>
            <a:off x="2915627" y="6222905"/>
            <a:ext cx="136265" cy="253848"/>
          </a:xfrm>
          <a:prstGeom prst="rect">
            <a:avLst/>
          </a:prstGeom>
          <a:gradFill>
            <a:gsLst>
              <a:gs pos="0">
                <a:srgbClr val="000B2F"/>
              </a:gs>
              <a:gs pos="100000">
                <a:srgbClr val="010A2A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1" name="赛事说明区渐变底色20">
            <a:extLst>
              <a:ext uri="{FF2B5EF4-FFF2-40B4-BE49-F238E27FC236}">
                <a16:creationId xmlns:a16="http://schemas.microsoft.com/office/drawing/2014/main" id="{EBEFFF23-DE8A-4B06-A83C-2C6B2614F95F}"/>
              </a:ext>
            </a:extLst>
          </p:cNvPr>
          <p:cNvSpPr>
            <a:spLocks noGrp="1"/>
          </p:cNvSpPr>
          <p:nvPr/>
        </p:nvSpPr>
        <p:spPr>
          <a:xfrm>
            <a:off x="3046177" y="6222905"/>
            <a:ext cx="136265" cy="253848"/>
          </a:xfrm>
          <a:prstGeom prst="rect">
            <a:avLst/>
          </a:prstGeom>
          <a:gradFill>
            <a:gsLst>
              <a:gs pos="0">
                <a:srgbClr val="000928"/>
              </a:gs>
              <a:gs pos="100000">
                <a:srgbClr val="011134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2" name="赛事说明区渐变底色21">
            <a:extLst>
              <a:ext uri="{FF2B5EF4-FFF2-40B4-BE49-F238E27FC236}">
                <a16:creationId xmlns:a16="http://schemas.microsoft.com/office/drawing/2014/main" id="{777012E4-57DD-4FDC-BBB3-3D88508808B7}"/>
              </a:ext>
            </a:extLst>
          </p:cNvPr>
          <p:cNvSpPr>
            <a:spLocks noGrp="1"/>
          </p:cNvSpPr>
          <p:nvPr/>
        </p:nvSpPr>
        <p:spPr>
          <a:xfrm>
            <a:off x="3176728" y="6222905"/>
            <a:ext cx="136265" cy="253848"/>
          </a:xfrm>
          <a:prstGeom prst="rect">
            <a:avLst/>
          </a:prstGeom>
          <a:gradFill>
            <a:gsLst>
              <a:gs pos="0">
                <a:srgbClr val="000929"/>
              </a:gs>
              <a:gs pos="100000">
                <a:srgbClr val="010D2F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3" name="赛事说明区渐变底色22">
            <a:extLst>
              <a:ext uri="{FF2B5EF4-FFF2-40B4-BE49-F238E27FC236}">
                <a16:creationId xmlns:a16="http://schemas.microsoft.com/office/drawing/2014/main" id="{184DAB60-312B-4A0D-AF2C-F64593D6A022}"/>
              </a:ext>
            </a:extLst>
          </p:cNvPr>
          <p:cNvSpPr>
            <a:spLocks noGrp="1"/>
          </p:cNvSpPr>
          <p:nvPr/>
        </p:nvSpPr>
        <p:spPr>
          <a:xfrm>
            <a:off x="3307278" y="6222905"/>
            <a:ext cx="136265" cy="253848"/>
          </a:xfrm>
          <a:prstGeom prst="rect">
            <a:avLst/>
          </a:prstGeom>
          <a:gradFill>
            <a:gsLst>
              <a:gs pos="0">
                <a:srgbClr val="000A2D"/>
              </a:gs>
              <a:gs pos="100000">
                <a:srgbClr val="010C2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4" name="赛事说明区渐变底色23">
            <a:extLst>
              <a:ext uri="{FF2B5EF4-FFF2-40B4-BE49-F238E27FC236}">
                <a16:creationId xmlns:a16="http://schemas.microsoft.com/office/drawing/2014/main" id="{DA036CDE-90F6-4D87-BB17-8899E0ACDCF7}"/>
              </a:ext>
            </a:extLst>
          </p:cNvPr>
          <p:cNvSpPr>
            <a:spLocks noGrp="1"/>
          </p:cNvSpPr>
          <p:nvPr/>
        </p:nvSpPr>
        <p:spPr>
          <a:xfrm>
            <a:off x="3437828" y="6222905"/>
            <a:ext cx="136265" cy="253848"/>
          </a:xfrm>
          <a:prstGeom prst="rect">
            <a:avLst/>
          </a:prstGeom>
          <a:gradFill>
            <a:gsLst>
              <a:gs pos="0">
                <a:srgbClr val="000826"/>
              </a:gs>
              <a:gs pos="100000">
                <a:srgbClr val="000B2B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5" name="赛事说明区渐变底色24">
            <a:extLst>
              <a:ext uri="{FF2B5EF4-FFF2-40B4-BE49-F238E27FC236}">
                <a16:creationId xmlns:a16="http://schemas.microsoft.com/office/drawing/2014/main" id="{951BD569-A3F8-40D6-A958-E73EDABFE3E1}"/>
              </a:ext>
            </a:extLst>
          </p:cNvPr>
          <p:cNvSpPr>
            <a:spLocks noGrp="1"/>
          </p:cNvSpPr>
          <p:nvPr/>
        </p:nvSpPr>
        <p:spPr>
          <a:xfrm>
            <a:off x="3568379" y="6222905"/>
            <a:ext cx="136265" cy="253848"/>
          </a:xfrm>
          <a:prstGeom prst="rect">
            <a:avLst/>
          </a:prstGeom>
          <a:gradFill>
            <a:gsLst>
              <a:gs pos="0">
                <a:srgbClr val="000927"/>
              </a:gs>
              <a:gs pos="100000">
                <a:srgbClr val="000B2B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6" name="赛事说明区渐变底色25">
            <a:extLst>
              <a:ext uri="{FF2B5EF4-FFF2-40B4-BE49-F238E27FC236}">
                <a16:creationId xmlns:a16="http://schemas.microsoft.com/office/drawing/2014/main" id="{F612CAA1-E73B-4B75-877B-7236B902197E}"/>
              </a:ext>
            </a:extLst>
          </p:cNvPr>
          <p:cNvSpPr>
            <a:spLocks noGrp="1"/>
          </p:cNvSpPr>
          <p:nvPr/>
        </p:nvSpPr>
        <p:spPr>
          <a:xfrm>
            <a:off x="3698929" y="6222905"/>
            <a:ext cx="136265" cy="253848"/>
          </a:xfrm>
          <a:prstGeom prst="rect">
            <a:avLst/>
          </a:prstGeom>
          <a:gradFill>
            <a:gsLst>
              <a:gs pos="0">
                <a:srgbClr val="000927"/>
              </a:gs>
              <a:gs pos="100000">
                <a:srgbClr val="010B2B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7" name="赛事说明区渐变底色26">
            <a:extLst>
              <a:ext uri="{FF2B5EF4-FFF2-40B4-BE49-F238E27FC236}">
                <a16:creationId xmlns:a16="http://schemas.microsoft.com/office/drawing/2014/main" id="{CF384B8E-BCEF-4647-8DED-BC12F3BE9885}"/>
              </a:ext>
            </a:extLst>
          </p:cNvPr>
          <p:cNvSpPr>
            <a:spLocks noGrp="1"/>
          </p:cNvSpPr>
          <p:nvPr/>
        </p:nvSpPr>
        <p:spPr>
          <a:xfrm>
            <a:off x="3829480" y="6222905"/>
            <a:ext cx="136265" cy="253848"/>
          </a:xfrm>
          <a:prstGeom prst="rect">
            <a:avLst/>
          </a:prstGeom>
          <a:gradFill>
            <a:gsLst>
              <a:gs pos="0">
                <a:srgbClr val="041741"/>
              </a:gs>
              <a:gs pos="100000">
                <a:srgbClr val="000B2B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8" name="赛事说明区渐变底色27">
            <a:extLst>
              <a:ext uri="{FF2B5EF4-FFF2-40B4-BE49-F238E27FC236}">
                <a16:creationId xmlns:a16="http://schemas.microsoft.com/office/drawing/2014/main" id="{5DB44B36-F799-4674-AD29-59EF7F954F18}"/>
              </a:ext>
            </a:extLst>
          </p:cNvPr>
          <p:cNvSpPr>
            <a:spLocks noGrp="1"/>
          </p:cNvSpPr>
          <p:nvPr/>
        </p:nvSpPr>
        <p:spPr>
          <a:xfrm>
            <a:off x="3960030" y="6222905"/>
            <a:ext cx="136265" cy="253848"/>
          </a:xfrm>
          <a:prstGeom prst="rect">
            <a:avLst/>
          </a:prstGeom>
          <a:gradFill>
            <a:gsLst>
              <a:gs pos="0">
                <a:srgbClr val="05153B"/>
              </a:gs>
              <a:gs pos="100000">
                <a:srgbClr val="000B2B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9" name="赛事说明区渐变底色28">
            <a:extLst>
              <a:ext uri="{FF2B5EF4-FFF2-40B4-BE49-F238E27FC236}">
                <a16:creationId xmlns:a16="http://schemas.microsoft.com/office/drawing/2014/main" id="{2EBE6319-ECE2-43DF-BB8C-669EC6302142}"/>
              </a:ext>
            </a:extLst>
          </p:cNvPr>
          <p:cNvSpPr>
            <a:spLocks noGrp="1"/>
          </p:cNvSpPr>
          <p:nvPr/>
        </p:nvSpPr>
        <p:spPr>
          <a:xfrm>
            <a:off x="4090581" y="6222905"/>
            <a:ext cx="136265" cy="253848"/>
          </a:xfrm>
          <a:prstGeom prst="rect">
            <a:avLst/>
          </a:prstGeom>
          <a:gradFill>
            <a:gsLst>
              <a:gs pos="0">
                <a:srgbClr val="031238"/>
              </a:gs>
              <a:gs pos="100000">
                <a:srgbClr val="010B2B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0" name="赛事说明区渐变底色29">
            <a:extLst>
              <a:ext uri="{FF2B5EF4-FFF2-40B4-BE49-F238E27FC236}">
                <a16:creationId xmlns:a16="http://schemas.microsoft.com/office/drawing/2014/main" id="{40ECFDF3-5782-4715-9932-01FCA4E344B5}"/>
              </a:ext>
            </a:extLst>
          </p:cNvPr>
          <p:cNvSpPr>
            <a:spLocks noGrp="1"/>
          </p:cNvSpPr>
          <p:nvPr/>
        </p:nvSpPr>
        <p:spPr>
          <a:xfrm>
            <a:off x="4221131" y="6222905"/>
            <a:ext cx="136265" cy="253848"/>
          </a:xfrm>
          <a:prstGeom prst="rect">
            <a:avLst/>
          </a:prstGeom>
          <a:gradFill>
            <a:gsLst>
              <a:gs pos="0">
                <a:srgbClr val="031136"/>
              </a:gs>
              <a:gs pos="100000">
                <a:srgbClr val="010C2C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1" name="赛事说明区渐变底色30">
            <a:extLst>
              <a:ext uri="{FF2B5EF4-FFF2-40B4-BE49-F238E27FC236}">
                <a16:creationId xmlns:a16="http://schemas.microsoft.com/office/drawing/2014/main" id="{8BDFEF30-502B-4001-91D2-AA7F51452A93}"/>
              </a:ext>
            </a:extLst>
          </p:cNvPr>
          <p:cNvSpPr>
            <a:spLocks noGrp="1"/>
          </p:cNvSpPr>
          <p:nvPr/>
        </p:nvSpPr>
        <p:spPr>
          <a:xfrm>
            <a:off x="4351682" y="6222905"/>
            <a:ext cx="136265" cy="253848"/>
          </a:xfrm>
          <a:prstGeom prst="rect">
            <a:avLst/>
          </a:prstGeom>
          <a:gradFill>
            <a:gsLst>
              <a:gs pos="0">
                <a:srgbClr val="021034"/>
              </a:gs>
              <a:gs pos="100000">
                <a:srgbClr val="010D2D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2" name="赛事说明区渐变底色31">
            <a:extLst>
              <a:ext uri="{FF2B5EF4-FFF2-40B4-BE49-F238E27FC236}">
                <a16:creationId xmlns:a16="http://schemas.microsoft.com/office/drawing/2014/main" id="{68D071A5-66FB-43BD-9A92-0B5399AE73B1}"/>
              </a:ext>
            </a:extLst>
          </p:cNvPr>
          <p:cNvSpPr>
            <a:spLocks noGrp="1"/>
          </p:cNvSpPr>
          <p:nvPr/>
        </p:nvSpPr>
        <p:spPr>
          <a:xfrm>
            <a:off x="4482232" y="6222905"/>
            <a:ext cx="136265" cy="253848"/>
          </a:xfrm>
          <a:prstGeom prst="rect">
            <a:avLst/>
          </a:prstGeom>
          <a:gradFill>
            <a:gsLst>
              <a:gs pos="0">
                <a:srgbClr val="021033"/>
              </a:gs>
              <a:gs pos="100000">
                <a:srgbClr val="020E2E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3" name="赛事说明区渐变底色32">
            <a:extLst>
              <a:ext uri="{FF2B5EF4-FFF2-40B4-BE49-F238E27FC236}">
                <a16:creationId xmlns:a16="http://schemas.microsoft.com/office/drawing/2014/main" id="{F2BBFDBC-E0A8-4E10-AB05-F05F272E5995}"/>
              </a:ext>
            </a:extLst>
          </p:cNvPr>
          <p:cNvSpPr>
            <a:spLocks noGrp="1"/>
          </p:cNvSpPr>
          <p:nvPr/>
        </p:nvSpPr>
        <p:spPr>
          <a:xfrm>
            <a:off x="4612783" y="6222905"/>
            <a:ext cx="136265" cy="253848"/>
          </a:xfrm>
          <a:prstGeom prst="rect">
            <a:avLst/>
          </a:prstGeom>
          <a:gradFill>
            <a:gsLst>
              <a:gs pos="0">
                <a:srgbClr val="031134"/>
              </a:gs>
              <a:gs pos="100000">
                <a:srgbClr val="030F31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4" name="赛事说明区渐变底色33">
            <a:extLst>
              <a:ext uri="{FF2B5EF4-FFF2-40B4-BE49-F238E27FC236}">
                <a16:creationId xmlns:a16="http://schemas.microsoft.com/office/drawing/2014/main" id="{EA2E44A5-F512-4A78-9F5D-A55959DBF76C}"/>
              </a:ext>
            </a:extLst>
          </p:cNvPr>
          <p:cNvSpPr>
            <a:spLocks noGrp="1"/>
          </p:cNvSpPr>
          <p:nvPr/>
        </p:nvSpPr>
        <p:spPr>
          <a:xfrm>
            <a:off x="4743333" y="6222905"/>
            <a:ext cx="136265" cy="253848"/>
          </a:xfrm>
          <a:prstGeom prst="rect">
            <a:avLst/>
          </a:prstGeom>
          <a:gradFill>
            <a:gsLst>
              <a:gs pos="0">
                <a:srgbClr val="041237"/>
              </a:gs>
              <a:gs pos="100000">
                <a:srgbClr val="041032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5" name="赛事说明区渐变底色34">
            <a:extLst>
              <a:ext uri="{FF2B5EF4-FFF2-40B4-BE49-F238E27FC236}">
                <a16:creationId xmlns:a16="http://schemas.microsoft.com/office/drawing/2014/main" id="{E07D93A2-67CA-400B-A10B-7CE3837303D4}"/>
              </a:ext>
            </a:extLst>
          </p:cNvPr>
          <p:cNvSpPr>
            <a:spLocks noGrp="1"/>
          </p:cNvSpPr>
          <p:nvPr/>
        </p:nvSpPr>
        <p:spPr>
          <a:xfrm>
            <a:off x="4873883" y="6222905"/>
            <a:ext cx="136265" cy="253848"/>
          </a:xfrm>
          <a:prstGeom prst="rect">
            <a:avLst/>
          </a:prstGeom>
          <a:gradFill>
            <a:gsLst>
              <a:gs pos="0">
                <a:srgbClr val="05153B"/>
              </a:gs>
              <a:gs pos="100000">
                <a:srgbClr val="051335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6" name="赛事说明区渐变底色35">
            <a:extLst>
              <a:ext uri="{FF2B5EF4-FFF2-40B4-BE49-F238E27FC236}">
                <a16:creationId xmlns:a16="http://schemas.microsoft.com/office/drawing/2014/main" id="{52B88009-47C7-4CB5-8B66-80AEB810E00D}"/>
              </a:ext>
            </a:extLst>
          </p:cNvPr>
          <p:cNvSpPr>
            <a:spLocks noGrp="1"/>
          </p:cNvSpPr>
          <p:nvPr/>
        </p:nvSpPr>
        <p:spPr>
          <a:xfrm>
            <a:off x="5004434" y="6222905"/>
            <a:ext cx="136265" cy="253848"/>
          </a:xfrm>
          <a:prstGeom prst="rect">
            <a:avLst/>
          </a:prstGeom>
          <a:gradFill>
            <a:gsLst>
              <a:gs pos="0">
                <a:srgbClr val="07183F"/>
              </a:gs>
              <a:gs pos="100000">
                <a:srgbClr val="041235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7" name="赛事说明区渐变底色36">
            <a:extLst>
              <a:ext uri="{FF2B5EF4-FFF2-40B4-BE49-F238E27FC236}">
                <a16:creationId xmlns:a16="http://schemas.microsoft.com/office/drawing/2014/main" id="{59A7F98F-A91C-4779-BD4F-55B087174B1C}"/>
              </a:ext>
            </a:extLst>
          </p:cNvPr>
          <p:cNvSpPr>
            <a:spLocks noGrp="1"/>
          </p:cNvSpPr>
          <p:nvPr/>
        </p:nvSpPr>
        <p:spPr>
          <a:xfrm>
            <a:off x="5134984" y="6222905"/>
            <a:ext cx="136265" cy="253848"/>
          </a:xfrm>
          <a:prstGeom prst="rect">
            <a:avLst/>
          </a:prstGeom>
          <a:gradFill>
            <a:gsLst>
              <a:gs pos="0">
                <a:srgbClr val="0C1E48"/>
              </a:gs>
              <a:gs pos="100000">
                <a:srgbClr val="041236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8" name="赛事说明区渐变底色37">
            <a:extLst>
              <a:ext uri="{FF2B5EF4-FFF2-40B4-BE49-F238E27FC236}">
                <a16:creationId xmlns:a16="http://schemas.microsoft.com/office/drawing/2014/main" id="{EFC1611E-479B-4F36-A8EE-C19C2B3DB384}"/>
              </a:ext>
            </a:extLst>
          </p:cNvPr>
          <p:cNvSpPr>
            <a:spLocks noGrp="1"/>
          </p:cNvSpPr>
          <p:nvPr/>
        </p:nvSpPr>
        <p:spPr>
          <a:xfrm>
            <a:off x="5265535" y="6222905"/>
            <a:ext cx="136265" cy="253848"/>
          </a:xfrm>
          <a:prstGeom prst="rect">
            <a:avLst/>
          </a:prstGeom>
          <a:gradFill>
            <a:gsLst>
              <a:gs pos="0">
                <a:srgbClr val="152855"/>
              </a:gs>
              <a:gs pos="100000">
                <a:srgbClr val="041236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69" name="赛事说明区渐变底色38">
            <a:extLst>
              <a:ext uri="{FF2B5EF4-FFF2-40B4-BE49-F238E27FC236}">
                <a16:creationId xmlns:a16="http://schemas.microsoft.com/office/drawing/2014/main" id="{06A53B82-C84D-4FDC-AD4F-28B66AB16AFB}"/>
              </a:ext>
            </a:extLst>
          </p:cNvPr>
          <p:cNvSpPr>
            <a:spLocks noGrp="1"/>
          </p:cNvSpPr>
          <p:nvPr/>
        </p:nvSpPr>
        <p:spPr>
          <a:xfrm>
            <a:off x="5396085" y="6222905"/>
            <a:ext cx="136265" cy="253848"/>
          </a:xfrm>
          <a:prstGeom prst="rect">
            <a:avLst/>
          </a:prstGeom>
          <a:gradFill>
            <a:gsLst>
              <a:gs pos="0">
                <a:srgbClr val="172D5C"/>
              </a:gs>
              <a:gs pos="100000">
                <a:srgbClr val="041236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70" name="赛事说明区渐变底色39">
            <a:extLst>
              <a:ext uri="{FF2B5EF4-FFF2-40B4-BE49-F238E27FC236}">
                <a16:creationId xmlns:a16="http://schemas.microsoft.com/office/drawing/2014/main" id="{9A004FCE-EF03-45DB-81CB-CBB51F2DC2C8}"/>
              </a:ext>
            </a:extLst>
          </p:cNvPr>
          <p:cNvSpPr>
            <a:spLocks noGrp="1"/>
          </p:cNvSpPr>
          <p:nvPr/>
        </p:nvSpPr>
        <p:spPr>
          <a:xfrm>
            <a:off x="5526636" y="6222905"/>
            <a:ext cx="136265" cy="253848"/>
          </a:xfrm>
          <a:prstGeom prst="rect">
            <a:avLst/>
          </a:prstGeom>
          <a:gradFill>
            <a:gsLst>
              <a:gs pos="0">
                <a:srgbClr val="152C5B"/>
              </a:gs>
              <a:gs pos="100000">
                <a:srgbClr val="031235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71" name="赛事说明区渐变底色40">
            <a:extLst>
              <a:ext uri="{FF2B5EF4-FFF2-40B4-BE49-F238E27FC236}">
                <a16:creationId xmlns:a16="http://schemas.microsoft.com/office/drawing/2014/main" id="{E2E476B6-418D-4032-9FD2-7A875F6A059E}"/>
              </a:ext>
            </a:extLst>
          </p:cNvPr>
          <p:cNvSpPr>
            <a:spLocks noGrp="1"/>
          </p:cNvSpPr>
          <p:nvPr/>
        </p:nvSpPr>
        <p:spPr>
          <a:xfrm>
            <a:off x="5657186" y="6222905"/>
            <a:ext cx="136265" cy="253848"/>
          </a:xfrm>
          <a:prstGeom prst="rect">
            <a:avLst/>
          </a:prstGeom>
          <a:gradFill>
            <a:gsLst>
              <a:gs pos="0">
                <a:srgbClr val="0E2656"/>
              </a:gs>
              <a:gs pos="100000">
                <a:srgbClr val="041336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72" name="赛事说明区渐变底色41">
            <a:extLst>
              <a:ext uri="{FF2B5EF4-FFF2-40B4-BE49-F238E27FC236}">
                <a16:creationId xmlns:a16="http://schemas.microsoft.com/office/drawing/2014/main" id="{5C5F1158-0E8A-4449-8B96-92C68FACAD7E}"/>
              </a:ext>
            </a:extLst>
          </p:cNvPr>
          <p:cNvSpPr>
            <a:spLocks noGrp="1"/>
          </p:cNvSpPr>
          <p:nvPr/>
        </p:nvSpPr>
        <p:spPr>
          <a:xfrm>
            <a:off x="5787737" y="6222905"/>
            <a:ext cx="136265" cy="253848"/>
          </a:xfrm>
          <a:prstGeom prst="rect">
            <a:avLst/>
          </a:prstGeom>
          <a:gradFill>
            <a:gsLst>
              <a:gs pos="0">
                <a:srgbClr val="0C2351"/>
              </a:gs>
              <a:gs pos="100000">
                <a:srgbClr val="041336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73" name="赛事说明区渐变底色42">
            <a:extLst>
              <a:ext uri="{FF2B5EF4-FFF2-40B4-BE49-F238E27FC236}">
                <a16:creationId xmlns:a16="http://schemas.microsoft.com/office/drawing/2014/main" id="{BD457566-17F3-40AF-856D-E4BD984F7AC6}"/>
              </a:ext>
            </a:extLst>
          </p:cNvPr>
          <p:cNvSpPr>
            <a:spLocks noGrp="1"/>
          </p:cNvSpPr>
          <p:nvPr/>
        </p:nvSpPr>
        <p:spPr>
          <a:xfrm>
            <a:off x="5918287" y="6222905"/>
            <a:ext cx="136265" cy="253848"/>
          </a:xfrm>
          <a:prstGeom prst="rect">
            <a:avLst/>
          </a:prstGeom>
          <a:gradFill>
            <a:gsLst>
              <a:gs pos="0">
                <a:srgbClr val="0A2351"/>
              </a:gs>
              <a:gs pos="100000">
                <a:srgbClr val="051436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74" name="赛事说明区渐变底色43">
            <a:extLst>
              <a:ext uri="{FF2B5EF4-FFF2-40B4-BE49-F238E27FC236}">
                <a16:creationId xmlns:a16="http://schemas.microsoft.com/office/drawing/2014/main" id="{9410AD43-94D6-4C74-A89F-24E724D95B8C}"/>
              </a:ext>
            </a:extLst>
          </p:cNvPr>
          <p:cNvSpPr>
            <a:spLocks noGrp="1"/>
          </p:cNvSpPr>
          <p:nvPr/>
        </p:nvSpPr>
        <p:spPr>
          <a:xfrm>
            <a:off x="6048837" y="6222905"/>
            <a:ext cx="136265" cy="253848"/>
          </a:xfrm>
          <a:prstGeom prst="rect">
            <a:avLst/>
          </a:prstGeom>
          <a:gradFill>
            <a:gsLst>
              <a:gs pos="0">
                <a:srgbClr val="0A204C"/>
              </a:gs>
              <a:gs pos="100000">
                <a:srgbClr val="041436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75" name="赛事说明区渐变底色44">
            <a:extLst>
              <a:ext uri="{FF2B5EF4-FFF2-40B4-BE49-F238E27FC236}">
                <a16:creationId xmlns:a16="http://schemas.microsoft.com/office/drawing/2014/main" id="{1492FA36-D9A7-48C0-AF96-ABEE16123F11}"/>
              </a:ext>
            </a:extLst>
          </p:cNvPr>
          <p:cNvSpPr>
            <a:spLocks noGrp="1"/>
          </p:cNvSpPr>
          <p:nvPr/>
        </p:nvSpPr>
        <p:spPr>
          <a:xfrm>
            <a:off x="6179388" y="6222905"/>
            <a:ext cx="121760" cy="253848"/>
          </a:xfrm>
          <a:prstGeom prst="rect">
            <a:avLst/>
          </a:prstGeom>
          <a:gradFill>
            <a:gsLst>
              <a:gs pos="0">
                <a:srgbClr val="071C46"/>
              </a:gs>
              <a:gs pos="100000">
                <a:srgbClr val="051334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76" name="作品名称1">
            <a:extLst>
              <a:ext uri="{FF2B5EF4-FFF2-40B4-BE49-F238E27FC236}">
                <a16:creationId xmlns:a16="http://schemas.microsoft.com/office/drawing/2014/main" id="{23F9D72D-B85E-4844-B9AB-3F221461A4DF}"/>
              </a:ext>
            </a:extLst>
          </p:cNvPr>
          <p:cNvSpPr>
            <a:spLocks noGrp="1"/>
          </p:cNvSpPr>
          <p:nvPr/>
        </p:nvSpPr>
        <p:spPr>
          <a:xfrm>
            <a:off x="614839" y="1327785"/>
            <a:ext cx="1428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rPr>
              <a:t>造</a:t>
            </a:r>
          </a:p>
        </p:txBody>
      </p:sp>
      <p:sp>
        <p:nvSpPr>
          <p:cNvPr id="77" name="作品名称2">
            <a:extLst>
              <a:ext uri="{FF2B5EF4-FFF2-40B4-BE49-F238E27FC236}">
                <a16:creationId xmlns:a16="http://schemas.microsoft.com/office/drawing/2014/main" id="{29C12E7D-045D-4A0E-BF55-EC2D24950C1A}"/>
              </a:ext>
            </a:extLst>
          </p:cNvPr>
          <p:cNvSpPr>
            <a:spLocks noGrp="1"/>
          </p:cNvSpPr>
          <p:nvPr/>
        </p:nvSpPr>
        <p:spPr>
          <a:xfrm>
            <a:off x="2047875" y="1327785"/>
            <a:ext cx="1428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75" b="1">
                <a:solidFill>
                  <a:srgbClr val="FAFAFC"/>
                </a:solidFill>
                <a:latin typeface="Noto Sans CJK SC"/>
                <a:ea typeface="Noto Sans CJK SC"/>
                <a:cs typeface="Noto Sans CJK SC"/>
              </a:rPr>
              <a:t>价</a:t>
            </a:r>
          </a:p>
        </p:txBody>
      </p:sp>
      <p:sp>
        <p:nvSpPr>
          <p:cNvPr id="78" name="作品名称3">
            <a:extLst>
              <a:ext uri="{FF2B5EF4-FFF2-40B4-BE49-F238E27FC236}">
                <a16:creationId xmlns:a16="http://schemas.microsoft.com/office/drawing/2014/main" id="{511E834A-A65C-4636-A5D0-8C8D6D4A3AAC}"/>
              </a:ext>
            </a:extLst>
          </p:cNvPr>
          <p:cNvSpPr>
            <a:spLocks noGrp="1"/>
          </p:cNvSpPr>
          <p:nvPr/>
        </p:nvSpPr>
        <p:spPr>
          <a:xfrm>
            <a:off x="3478530" y="1327785"/>
            <a:ext cx="1428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rPr>
              <a:t>智</a:t>
            </a:r>
          </a:p>
        </p:txBody>
      </p:sp>
      <p:sp>
        <p:nvSpPr>
          <p:cNvPr id="79" name="作品名称4">
            <a:extLst>
              <a:ext uri="{FF2B5EF4-FFF2-40B4-BE49-F238E27FC236}">
                <a16:creationId xmlns:a16="http://schemas.microsoft.com/office/drawing/2014/main" id="{CB4F4B4F-AD59-44A1-826A-5513D84ABB1D}"/>
              </a:ext>
            </a:extLst>
          </p:cNvPr>
          <p:cNvSpPr>
            <a:spLocks noGrp="1"/>
          </p:cNvSpPr>
          <p:nvPr/>
        </p:nvSpPr>
        <p:spPr>
          <a:xfrm>
            <a:off x="4879658" y="1327785"/>
            <a:ext cx="1428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75" b="1">
                <a:solidFill>
                  <a:srgbClr val="3DBFF0"/>
                </a:solidFill>
                <a:latin typeface="Noto Sans CJK SC"/>
                <a:ea typeface="Noto Sans CJK SC"/>
                <a:cs typeface="Noto Sans CJK SC"/>
              </a:rPr>
              <a:t>算</a:t>
            </a:r>
          </a:p>
        </p:txBody>
      </p:sp>
      <p:sp>
        <p:nvSpPr>
          <p:cNvPr id="80" name="作品副标题">
            <a:extLst>
              <a:ext uri="{FF2B5EF4-FFF2-40B4-BE49-F238E27FC236}">
                <a16:creationId xmlns:a16="http://schemas.microsoft.com/office/drawing/2014/main" id="{EB1290BE-8DE7-465E-B327-156F95F92D03}"/>
              </a:ext>
            </a:extLst>
          </p:cNvPr>
          <p:cNvSpPr>
            <a:spLocks noGrp="1"/>
          </p:cNvSpPr>
          <p:nvPr/>
        </p:nvSpPr>
        <p:spPr>
          <a:xfrm>
            <a:off x="647700" y="294132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F6F6F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625" b="1">
                <a:solidFill>
                  <a:srgbClr val="F6F6F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625" b="1">
                <a:solidFill>
                  <a:srgbClr val="F6F6F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625" b="1">
                <a:solidFill>
                  <a:srgbClr val="F6F6F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625" b="1">
                <a:solidFill>
                  <a:srgbClr val="F6F6F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625" b="1">
                <a:solidFill>
                  <a:srgbClr val="F6F6F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625" b="1">
                <a:solidFill>
                  <a:srgbClr val="F6F6F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625" b="1">
                <a:solidFill>
                  <a:srgbClr val="F6F6F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625" b="1">
                <a:solidFill>
                  <a:srgbClr val="F6F6F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625" b="1">
                <a:solidFill>
                  <a:srgbClr val="F6F6F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625" b="1">
                <a:solidFill>
                  <a:srgbClr val="F6F6F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F6F6FA"/>
                </a:solidFill>
                <a:latin typeface="Noto Sans CJK SC"/>
                <a:ea typeface="Noto Sans CJK SC"/>
                <a:cs typeface="Noto Sans CJK SC"/>
              </a:rPr>
              <a:t>工 程 造 价 辅 助 智 能 体</a:t>
            </a:r>
          </a:p>
        </p:txBody>
      </p:sp>
      <p:sp>
        <p:nvSpPr>
          <p:cNvPr id="81" name="首个落地场景">
            <a:extLst>
              <a:ext uri="{FF2B5EF4-FFF2-40B4-BE49-F238E27FC236}">
                <a16:creationId xmlns:a16="http://schemas.microsoft.com/office/drawing/2014/main" id="{81FEF5D7-1085-4F7F-9D7F-1D53DB0DB6B1}"/>
              </a:ext>
            </a:extLst>
          </p:cNvPr>
          <p:cNvSpPr>
            <a:spLocks noGrp="1"/>
          </p:cNvSpPr>
          <p:nvPr/>
        </p:nvSpPr>
        <p:spPr>
          <a:xfrm>
            <a:off x="657225" y="3686175"/>
            <a:ext cx="628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60" b="0">
                <a:solidFill>
                  <a:srgbClr val="D6DC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60" b="0">
                <a:solidFill>
                  <a:srgbClr val="D6DC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60" b="0">
                <a:solidFill>
                  <a:srgbClr val="D6DC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60" b="0">
                <a:solidFill>
                  <a:srgbClr val="D6DC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60" b="0">
                <a:solidFill>
                  <a:srgbClr val="D6DC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60" b="0">
                <a:solidFill>
                  <a:srgbClr val="D6DC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60" b="0">
                <a:solidFill>
                  <a:srgbClr val="D6DC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60" b="0">
                <a:solidFill>
                  <a:srgbClr val="D6DC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60" b="0">
                <a:solidFill>
                  <a:srgbClr val="D6DC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60" b="0">
                <a:solidFill>
                  <a:srgbClr val="D6DC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60" b="0">
                <a:solidFill>
                  <a:srgbClr val="D6DC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0" b="0">
                <a:solidFill>
                  <a:srgbClr val="D6DCE8"/>
                </a:solidFill>
                <a:latin typeface="Noto Sans CJK SC"/>
                <a:ea typeface="Noto Sans CJK SC"/>
                <a:cs typeface="Noto Sans CJK SC"/>
              </a:rPr>
              <a:t>以长输管道勘察测量最高投标限价编制为首个落地场景</a:t>
            </a:r>
          </a:p>
        </p:txBody>
      </p:sp>
      <p:sp>
        <p:nvSpPr>
          <p:cNvPr id="82" name="团队名称标签">
            <a:extLst>
              <a:ext uri="{FF2B5EF4-FFF2-40B4-BE49-F238E27FC236}">
                <a16:creationId xmlns:a16="http://schemas.microsoft.com/office/drawing/2014/main" id="{7DB2605A-A711-4181-98B7-C415D4B49936}"/>
              </a:ext>
            </a:extLst>
          </p:cNvPr>
          <p:cNvSpPr>
            <a:spLocks noGrp="1"/>
          </p:cNvSpPr>
          <p:nvPr/>
        </p:nvSpPr>
        <p:spPr>
          <a:xfrm>
            <a:off x="753142" y="4401503"/>
            <a:ext cx="1381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rPr>
              <a:t>团 队  名 称：</a:t>
            </a:r>
          </a:p>
        </p:txBody>
      </p:sp>
      <p:sp>
        <p:nvSpPr>
          <p:cNvPr id="83" name="团队名称内容">
            <a:extLst>
              <a:ext uri="{FF2B5EF4-FFF2-40B4-BE49-F238E27FC236}">
                <a16:creationId xmlns:a16="http://schemas.microsoft.com/office/drawing/2014/main" id="{42A5EC3A-FB93-4F7B-AF56-E212643046C7}"/>
              </a:ext>
            </a:extLst>
          </p:cNvPr>
          <p:cNvSpPr>
            <a:spLocks noGrp="1"/>
          </p:cNvSpPr>
          <p:nvPr/>
        </p:nvSpPr>
        <p:spPr>
          <a:xfrm>
            <a:off x="2103882" y="4401503"/>
            <a:ext cx="419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rPr>
              <a:t>造价智算队</a:t>
            </a:r>
          </a:p>
        </p:txBody>
      </p:sp>
      <p:sp>
        <p:nvSpPr>
          <p:cNvPr id="84" name="团队成员标签">
            <a:extLst>
              <a:ext uri="{FF2B5EF4-FFF2-40B4-BE49-F238E27FC236}">
                <a16:creationId xmlns:a16="http://schemas.microsoft.com/office/drawing/2014/main" id="{431E2D54-4218-4031-AA75-08F7E17F2380}"/>
              </a:ext>
            </a:extLst>
          </p:cNvPr>
          <p:cNvSpPr>
            <a:spLocks noGrp="1"/>
          </p:cNvSpPr>
          <p:nvPr/>
        </p:nvSpPr>
        <p:spPr>
          <a:xfrm>
            <a:off x="753142" y="5224463"/>
            <a:ext cx="1381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rPr>
              <a:t>团 队  成 员：</a:t>
            </a:r>
          </a:p>
        </p:txBody>
      </p:sp>
      <p:sp>
        <p:nvSpPr>
          <p:cNvPr id="85" name="团队成员内容">
            <a:extLst>
              <a:ext uri="{FF2B5EF4-FFF2-40B4-BE49-F238E27FC236}">
                <a16:creationId xmlns:a16="http://schemas.microsoft.com/office/drawing/2014/main" id="{F4DEFD12-68CE-4D2D-828A-2862ADCB5D03}"/>
              </a:ext>
            </a:extLst>
          </p:cNvPr>
          <p:cNvSpPr>
            <a:spLocks noGrp="1"/>
          </p:cNvSpPr>
          <p:nvPr/>
        </p:nvSpPr>
        <p:spPr>
          <a:xfrm>
            <a:off x="2103882" y="5224463"/>
            <a:ext cx="419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rPr>
              <a:t>曹雄、石萌、康亚光、李洪全、钱冬冬</a:t>
            </a:r>
          </a:p>
        </p:txBody>
      </p:sp>
      <p:sp>
        <p:nvSpPr>
          <p:cNvPr id="86" name="申报赛道标签">
            <a:extLst>
              <a:ext uri="{FF2B5EF4-FFF2-40B4-BE49-F238E27FC236}">
                <a16:creationId xmlns:a16="http://schemas.microsoft.com/office/drawing/2014/main" id="{FB9AD283-27B8-4334-B495-6E2ABF6960D2}"/>
              </a:ext>
            </a:extLst>
          </p:cNvPr>
          <p:cNvSpPr>
            <a:spLocks noGrp="1"/>
          </p:cNvSpPr>
          <p:nvPr/>
        </p:nvSpPr>
        <p:spPr>
          <a:xfrm>
            <a:off x="753142" y="5635943"/>
            <a:ext cx="1381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rPr>
              <a:t>申 报  赛 道：</a:t>
            </a:r>
          </a:p>
        </p:txBody>
      </p:sp>
      <p:sp>
        <p:nvSpPr>
          <p:cNvPr id="87" name="申报赛道内容">
            <a:extLst>
              <a:ext uri="{FF2B5EF4-FFF2-40B4-BE49-F238E27FC236}">
                <a16:creationId xmlns:a16="http://schemas.microsoft.com/office/drawing/2014/main" id="{4D1D9760-6FA4-443A-ADC1-CEC9DB981518}"/>
              </a:ext>
            </a:extLst>
          </p:cNvPr>
          <p:cNvSpPr>
            <a:spLocks noGrp="1"/>
          </p:cNvSpPr>
          <p:nvPr/>
        </p:nvSpPr>
        <p:spPr>
          <a:xfrm>
            <a:off x="2103882" y="5635943"/>
            <a:ext cx="419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DC3FC"/>
                </a:solidFill>
                <a:latin typeface="Noto Sans CJK SC"/>
                <a:ea typeface="Noto Sans CJK SC"/>
                <a:cs typeface="Noto Sans CJK SC"/>
              </a:rPr>
              <a:t>桌面办公助手创新赛道</a:t>
            </a:r>
          </a:p>
        </p:txBody>
      </p:sp>
      <p:sp>
        <p:nvSpPr>
          <p:cNvPr id="88" name="原稿白色分隔线">
            <a:extLst>
              <a:ext uri="{FF2B5EF4-FFF2-40B4-BE49-F238E27FC236}">
                <a16:creationId xmlns:a16="http://schemas.microsoft.com/office/drawing/2014/main" id="{77E61C1F-11CF-400F-98C2-D298DC786F48}"/>
              </a:ext>
            </a:extLst>
          </p:cNvPr>
          <p:cNvSpPr>
            <a:spLocks noGrp="1"/>
          </p:cNvSpPr>
          <p:nvPr/>
        </p:nvSpPr>
        <p:spPr>
          <a:xfrm>
            <a:off x="663343" y="6114052"/>
            <a:ext cx="5400000" cy="95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9" name="页底赛事名称">
            <a:extLst>
              <a:ext uri="{FF2B5EF4-FFF2-40B4-BE49-F238E27FC236}">
                <a16:creationId xmlns:a16="http://schemas.microsoft.com/office/drawing/2014/main" id="{FED9AF96-953E-468E-9BF1-F0F244A44EC6}"/>
              </a:ext>
            </a:extLst>
          </p:cNvPr>
          <p:cNvSpPr>
            <a:spLocks noGrp="1"/>
          </p:cNvSpPr>
          <p:nvPr/>
        </p:nvSpPr>
        <p:spPr>
          <a:xfrm>
            <a:off x="609600" y="6209348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rPr>
              <a:t>国家管网集团人工智能创新大赛</a:t>
            </a:r>
          </a:p>
        </p:txBody>
      </p:sp>
      <p:sp>
        <p:nvSpPr>
          <p:cNvPr id="90" name="页底橙色分隔一">
            <a:extLst>
              <a:ext uri="{FF2B5EF4-FFF2-40B4-BE49-F238E27FC236}">
                <a16:creationId xmlns:a16="http://schemas.microsoft.com/office/drawing/2014/main" id="{B3341FF8-EC3F-43A7-9661-FF8DD00685F3}"/>
              </a:ext>
            </a:extLst>
          </p:cNvPr>
          <p:cNvSpPr>
            <a:spLocks noGrp="1"/>
          </p:cNvSpPr>
          <p:nvPr/>
        </p:nvSpPr>
        <p:spPr>
          <a:xfrm>
            <a:off x="2892743" y="6209348"/>
            <a:ext cx="76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rPr>
              <a:t>|</a:t>
            </a:r>
          </a:p>
        </p:txBody>
      </p:sp>
      <p:sp>
        <p:nvSpPr>
          <p:cNvPr id="91" name="页底比赛赛道">
            <a:extLst>
              <a:ext uri="{FF2B5EF4-FFF2-40B4-BE49-F238E27FC236}">
                <a16:creationId xmlns:a16="http://schemas.microsoft.com/office/drawing/2014/main" id="{054AF829-4587-4EFC-9DA8-1B2ADEAE86B0}"/>
              </a:ext>
            </a:extLst>
          </p:cNvPr>
          <p:cNvSpPr>
            <a:spLocks noGrp="1"/>
          </p:cNvSpPr>
          <p:nvPr/>
        </p:nvSpPr>
        <p:spPr>
          <a:xfrm>
            <a:off x="3007043" y="6209348"/>
            <a:ext cx="2276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rPr>
              <a:t>赛道二：桌面办公助手创新赛道</a:t>
            </a:r>
          </a:p>
        </p:txBody>
      </p:sp>
      <p:sp>
        <p:nvSpPr>
          <p:cNvPr id="92" name="页底橙色分隔二">
            <a:extLst>
              <a:ext uri="{FF2B5EF4-FFF2-40B4-BE49-F238E27FC236}">
                <a16:creationId xmlns:a16="http://schemas.microsoft.com/office/drawing/2014/main" id="{D542E17E-672C-4FE2-8416-7146C8E0DFE5}"/>
              </a:ext>
            </a:extLst>
          </p:cNvPr>
          <p:cNvSpPr>
            <a:spLocks noGrp="1"/>
          </p:cNvSpPr>
          <p:nvPr/>
        </p:nvSpPr>
        <p:spPr>
          <a:xfrm>
            <a:off x="5342573" y="6209348"/>
            <a:ext cx="76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0">
                <a:solidFill>
                  <a:srgbClr val="EA8E36"/>
                </a:solidFill>
                <a:latin typeface="Noto Sans CJK SC"/>
                <a:ea typeface="Noto Sans CJK SC"/>
                <a:cs typeface="Noto Sans CJK SC"/>
              </a:rPr>
              <a:t>|</a:t>
            </a:r>
          </a:p>
        </p:txBody>
      </p:sp>
      <p:sp>
        <p:nvSpPr>
          <p:cNvPr id="93" name="页底队伍名称">
            <a:extLst>
              <a:ext uri="{FF2B5EF4-FFF2-40B4-BE49-F238E27FC236}">
                <a16:creationId xmlns:a16="http://schemas.microsoft.com/office/drawing/2014/main" id="{CCB9F658-523E-411D-B0D5-B3DEEBF67ABF}"/>
              </a:ext>
            </a:extLst>
          </p:cNvPr>
          <p:cNvSpPr>
            <a:spLocks noGrp="1"/>
          </p:cNvSpPr>
          <p:nvPr/>
        </p:nvSpPr>
        <p:spPr>
          <a:xfrm>
            <a:off x="5457825" y="6209348"/>
            <a:ext cx="904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0">
                <a:solidFill>
                  <a:srgbClr val="FDFDFD"/>
                </a:solidFill>
                <a:latin typeface="Noto Sans CJK SC"/>
                <a:ea typeface="Noto Sans CJK SC"/>
                <a:cs typeface="Noto Sans CJK SC"/>
              </a:rPr>
              <a:t>造价智算队</a:t>
            </a:r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93922E89-B7F3-4147-B801-BA9791B54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6825" y="155756"/>
            <a:ext cx="1278306" cy="706737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00429885-40BC-4BBB-A96E-741DB9EE79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18642" y="261361"/>
            <a:ext cx="1278969" cy="61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58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1334"/>
            </a:gs>
            <a:gs pos="100000">
              <a:srgbClr val="001C44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原稿深蓝底色渐变">
            <a:extLst>
              <a:ext uri="{FF2B5EF4-FFF2-40B4-BE49-F238E27FC236}">
                <a16:creationId xmlns:a16="http://schemas.microsoft.com/office/drawing/2014/main" id="{2FA95E74-F5FD-4542-8793-9032B53394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D2D">
                  <a:alpha val="0"/>
                </a:srgbClr>
              </a:gs>
              <a:gs pos="38000">
                <a:srgbClr val="000D2D">
                  <a:alpha val="10000"/>
                </a:srgbClr>
              </a:gs>
              <a:gs pos="100000">
                <a:srgbClr val="000D2D">
                  <a:alpha val="75000"/>
                </a:srgbClr>
              </a:gs>
            </a:gsLst>
            <a:lin ang="0"/>
          </a:gradFill>
          <a:ln w="0">
            <a:noFill/>
            <a:prstDash val="solid"/>
          </a:ln>
        </p:spPr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B8F0744-AEB6-4598-A83A-561C07594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3200400"/>
            <a:ext cx="4419600" cy="36576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178341E-507A-432E-B569-A77073962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19600" y="5958840"/>
            <a:ext cx="6934200" cy="89916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6CE36C2-8ED9-469F-B119-E72B64634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458200" y="0"/>
            <a:ext cx="3733800" cy="792480"/>
          </a:xfrm>
          <a:prstGeom prst="rect">
            <a:avLst/>
          </a:prstGeom>
        </p:spPr>
      </p:pic>
      <p:sp>
        <p:nvSpPr>
          <p:cNvPr id="5" name="汇报提纲">
            <a:extLst>
              <a:ext uri="{FF2B5EF4-FFF2-40B4-BE49-F238E27FC236}">
                <a16:creationId xmlns:a16="http://schemas.microsoft.com/office/drawing/2014/main" id="{8FC934A1-9003-4212-B504-7151E3F67CC4}"/>
              </a:ext>
            </a:extLst>
          </p:cNvPr>
          <p:cNvSpPr>
            <a:spLocks noGrp="1"/>
          </p:cNvSpPr>
          <p:nvPr/>
        </p:nvSpPr>
        <p:spPr>
          <a:xfrm>
            <a:off x="594360" y="800100"/>
            <a:ext cx="3352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480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80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80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80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80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80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80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80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80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80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80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0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rPr>
              <a:t>汇报提纲</a:t>
            </a:r>
          </a:p>
        </p:txBody>
      </p:sp>
      <p:sp>
        <p:nvSpPr>
          <p:cNvPr id="6" name="标题下蓝线">
            <a:extLst>
              <a:ext uri="{FF2B5EF4-FFF2-40B4-BE49-F238E27FC236}">
                <a16:creationId xmlns:a16="http://schemas.microsoft.com/office/drawing/2014/main" id="{A087B818-5926-4D85-B8C7-6B13AC3EE320}"/>
              </a:ext>
            </a:extLst>
          </p:cNvPr>
          <p:cNvSpPr>
            <a:spLocks noGrp="1"/>
          </p:cNvSpPr>
          <p:nvPr/>
        </p:nvSpPr>
        <p:spPr>
          <a:xfrm>
            <a:off x="609600" y="1783080"/>
            <a:ext cx="548640" cy="30480"/>
          </a:xfrm>
          <a:prstGeom prst="rect">
            <a:avLst/>
          </a:prstGeom>
          <a:solidFill>
            <a:srgbClr val="52C9EE"/>
          </a:solidFill>
          <a:ln w="0">
            <a:noFill/>
            <a:prstDash val="solid"/>
          </a:ln>
        </p:spPr>
      </p:sp>
      <p:sp>
        <p:nvSpPr>
          <p:cNvPr id="7" name="提纲说明第一行">
            <a:extLst>
              <a:ext uri="{FF2B5EF4-FFF2-40B4-BE49-F238E27FC236}">
                <a16:creationId xmlns:a16="http://schemas.microsoft.com/office/drawing/2014/main" id="{63F8C58B-7BF3-492A-8A48-863E8F319EB7}"/>
              </a:ext>
            </a:extLst>
          </p:cNvPr>
          <p:cNvSpPr>
            <a:spLocks noGrp="1"/>
          </p:cNvSpPr>
          <p:nvPr/>
        </p:nvSpPr>
        <p:spPr>
          <a:xfrm>
            <a:off x="609600" y="2065020"/>
            <a:ext cx="3810000" cy="297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按 “背景痛点、方案机制、价值推广、</a:t>
            </a:r>
          </a:p>
        </p:txBody>
      </p:sp>
      <p:sp>
        <p:nvSpPr>
          <p:cNvPr id="8" name="提纲说明第二行">
            <a:extLst>
              <a:ext uri="{FF2B5EF4-FFF2-40B4-BE49-F238E27FC236}">
                <a16:creationId xmlns:a16="http://schemas.microsoft.com/office/drawing/2014/main" id="{904A25FB-742C-4F2C-812A-A4072A0609F2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3855720" cy="297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团队保障” 展开，逻辑清晰、重点前置</a:t>
            </a:r>
          </a:p>
        </p:txBody>
      </p:sp>
      <p:sp>
        <p:nvSpPr>
          <p:cNvPr id="9" name="目录时间轴">
            <a:extLst>
              <a:ext uri="{FF2B5EF4-FFF2-40B4-BE49-F238E27FC236}">
                <a16:creationId xmlns:a16="http://schemas.microsoft.com/office/drawing/2014/main" id="{A4A25F73-D938-4477-98F7-82E4ABEE10C4}"/>
              </a:ext>
            </a:extLst>
          </p:cNvPr>
          <p:cNvSpPr>
            <a:spLocks noGrp="1"/>
          </p:cNvSpPr>
          <p:nvPr/>
        </p:nvSpPr>
        <p:spPr>
          <a:xfrm>
            <a:off x="4610100" y="822960"/>
            <a:ext cx="762" cy="5113020"/>
          </a:xfrm>
          <a:custGeom>
            <a:avLst/>
            <a:gdLst/>
            <a:ahLst/>
            <a:cxnLst/>
            <a:rect l="0" t="0" r="0" b="0"/>
            <a:pathLst>
              <a:path w="762" h="5113020">
                <a:moveTo>
                  <a:pt x="0" y="0"/>
                </a:moveTo>
                <a:lnTo>
                  <a:pt x="0" y="5113020"/>
                </a:lnTo>
              </a:path>
            </a:pathLst>
          </a:custGeom>
          <a:noFill/>
          <a:ln w="7620">
            <a:solidFill>
              <a:srgbClr val="91B8D6"/>
            </a:solidFill>
            <a:prstDash val="solid"/>
          </a:ln>
        </p:spPr>
      </p:sp>
      <p:sp>
        <p:nvSpPr>
          <p:cNvPr id="10" name="1 议程玻璃卡片">
            <a:extLst>
              <a:ext uri="{FF2B5EF4-FFF2-40B4-BE49-F238E27FC236}">
                <a16:creationId xmlns:a16="http://schemas.microsoft.com/office/drawing/2014/main" id="{A7373EB3-C7B2-4D83-A3D7-C65EF1D1A9F2}"/>
              </a:ext>
            </a:extLst>
          </p:cNvPr>
          <p:cNvSpPr>
            <a:spLocks noGrp="1"/>
          </p:cNvSpPr>
          <p:nvPr/>
        </p:nvSpPr>
        <p:spPr>
          <a:xfrm>
            <a:off x="5074920" y="830580"/>
            <a:ext cx="6431280" cy="1112520"/>
          </a:xfrm>
          <a:prstGeom prst="roundRect">
            <a:avLst>
              <a:gd name="adj" fmla="val 12329"/>
            </a:avLst>
          </a:prstGeom>
          <a:gradFill>
            <a:gsLst>
              <a:gs pos="0">
                <a:srgbClr val="214970"/>
              </a:gs>
              <a:gs pos="24000">
                <a:srgbClr val="112C52"/>
              </a:gs>
              <a:gs pos="100000">
                <a:srgbClr val="0A1A39"/>
              </a:gs>
            </a:gsLst>
            <a:lin ang="0"/>
          </a:gradFill>
          <a:ln w="9144">
            <a:solidFill>
              <a:srgbClr val="506B8A"/>
            </a:solidFill>
            <a:prstDash val="solid"/>
          </a:ln>
        </p:spPr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8BF4979-C89E-47EF-A7C6-3CCC41674E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74920" y="830580"/>
            <a:ext cx="259080" cy="111252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7D99250-2F5D-459C-AD38-1E7B23225F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334000" y="830580"/>
            <a:ext cx="6035040" cy="762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1383105-D986-49AB-81C5-7FFD68EC76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1369040" y="830580"/>
            <a:ext cx="137160" cy="11125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C96ECE5-0D14-4B5E-944A-E09ED5EAC8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5334000" y="1859280"/>
            <a:ext cx="6035040" cy="83820"/>
          </a:xfrm>
          <a:prstGeom prst="rect">
            <a:avLst/>
          </a:prstGeom>
        </p:spPr>
      </p:pic>
      <p:sp>
        <p:nvSpPr>
          <p:cNvPr id="15" name="1 卡片左缘高光">
            <a:extLst>
              <a:ext uri="{FF2B5EF4-FFF2-40B4-BE49-F238E27FC236}">
                <a16:creationId xmlns:a16="http://schemas.microsoft.com/office/drawing/2014/main" id="{254295AF-0108-40E5-B1C2-3AA598A91BBA}"/>
              </a:ext>
            </a:extLst>
          </p:cNvPr>
          <p:cNvSpPr>
            <a:spLocks noGrp="1"/>
          </p:cNvSpPr>
          <p:nvPr/>
        </p:nvSpPr>
        <p:spPr>
          <a:xfrm>
            <a:off x="5082540" y="960120"/>
            <a:ext cx="762" cy="861060"/>
          </a:xfrm>
          <a:custGeom>
            <a:avLst/>
            <a:gdLst/>
            <a:ahLst/>
            <a:cxnLst/>
            <a:rect l="0" t="0" r="0" b="0"/>
            <a:pathLst>
              <a:path w="762" h="861060">
                <a:moveTo>
                  <a:pt x="0" y="0"/>
                </a:moveTo>
                <a:lnTo>
                  <a:pt x="0" y="861060"/>
                </a:lnTo>
              </a:path>
            </a:pathLst>
          </a:custGeom>
          <a:noFill/>
          <a:ln w="11430">
            <a:solidFill>
              <a:srgbClr val="5CB5E6"/>
            </a:solidFill>
            <a:prstDash val="solid"/>
          </a:ln>
        </p:spPr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4CC3F3D-E56E-4CC0-B8CB-AF420CF227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5425440" y="998220"/>
            <a:ext cx="784860" cy="777240"/>
          </a:xfrm>
          <a:prstGeom prst="ellipse">
            <a:avLst/>
          </a:prstGeom>
        </p:spPr>
      </p:pic>
      <p:sp>
        <p:nvSpPr>
          <p:cNvPr id="17" name="1 序号">
            <a:extLst>
              <a:ext uri="{FF2B5EF4-FFF2-40B4-BE49-F238E27FC236}">
                <a16:creationId xmlns:a16="http://schemas.microsoft.com/office/drawing/2014/main" id="{82A14062-90BA-49C6-B8CF-DBA9385B5318}"/>
              </a:ext>
            </a:extLst>
          </p:cNvPr>
          <p:cNvSpPr>
            <a:spLocks noGrp="1"/>
          </p:cNvSpPr>
          <p:nvPr/>
        </p:nvSpPr>
        <p:spPr>
          <a:xfrm>
            <a:off x="6553200" y="1066800"/>
            <a:ext cx="746760" cy="601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rPr>
              <a:t>01</a:t>
            </a:r>
          </a:p>
        </p:txBody>
      </p:sp>
      <p:sp>
        <p:nvSpPr>
          <p:cNvPr id="18" name="1 序号分隔线">
            <a:extLst>
              <a:ext uri="{FF2B5EF4-FFF2-40B4-BE49-F238E27FC236}">
                <a16:creationId xmlns:a16="http://schemas.microsoft.com/office/drawing/2014/main" id="{CE7A3A14-C293-4445-BECC-624AB1C99AE2}"/>
              </a:ext>
            </a:extLst>
          </p:cNvPr>
          <p:cNvSpPr>
            <a:spLocks noGrp="1"/>
          </p:cNvSpPr>
          <p:nvPr/>
        </p:nvSpPr>
        <p:spPr>
          <a:xfrm>
            <a:off x="7368540" y="1158240"/>
            <a:ext cx="762" cy="480060"/>
          </a:xfrm>
          <a:custGeom>
            <a:avLst/>
            <a:gdLst/>
            <a:ahLst/>
            <a:cxnLst/>
            <a:rect l="0" t="0" r="0" b="0"/>
            <a:pathLst>
              <a:path w="762" h="480060">
                <a:moveTo>
                  <a:pt x="0" y="0"/>
                </a:moveTo>
                <a:lnTo>
                  <a:pt x="0" y="480060"/>
                </a:lnTo>
              </a:path>
            </a:pathLst>
          </a:custGeom>
          <a:noFill/>
          <a:ln w="7620">
            <a:solidFill>
              <a:srgbClr val="AAC6DF"/>
            </a:solidFill>
            <a:prstDash val="solid"/>
          </a:ln>
        </p:spPr>
      </p:sp>
      <p:sp>
        <p:nvSpPr>
          <p:cNvPr id="19" name="1 栏目">
            <a:extLst>
              <a:ext uri="{FF2B5EF4-FFF2-40B4-BE49-F238E27FC236}">
                <a16:creationId xmlns:a16="http://schemas.microsoft.com/office/drawing/2014/main" id="{195F6141-851E-4C04-B7DB-F8D19AEAE22A}"/>
              </a:ext>
            </a:extLst>
          </p:cNvPr>
          <p:cNvSpPr>
            <a:spLocks noGrp="1"/>
          </p:cNvSpPr>
          <p:nvPr/>
        </p:nvSpPr>
        <p:spPr>
          <a:xfrm>
            <a:off x="7612380" y="1165860"/>
            <a:ext cx="133350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rPr>
              <a:t>作品概述</a:t>
            </a:r>
          </a:p>
        </p:txBody>
      </p:sp>
      <p:sp>
        <p:nvSpPr>
          <p:cNvPr id="20" name="1 栏目分隔线">
            <a:extLst>
              <a:ext uri="{FF2B5EF4-FFF2-40B4-BE49-F238E27FC236}">
                <a16:creationId xmlns:a16="http://schemas.microsoft.com/office/drawing/2014/main" id="{EEEE7DF0-A65F-4C2D-9541-CB30413D140C}"/>
              </a:ext>
            </a:extLst>
          </p:cNvPr>
          <p:cNvSpPr>
            <a:spLocks noGrp="1"/>
          </p:cNvSpPr>
          <p:nvPr/>
        </p:nvSpPr>
        <p:spPr>
          <a:xfrm>
            <a:off x="8968740" y="1242060"/>
            <a:ext cx="762" cy="335280"/>
          </a:xfrm>
          <a:custGeom>
            <a:avLst/>
            <a:gdLst/>
            <a:ahLst/>
            <a:cxnLst/>
            <a:rect l="0" t="0" r="0" b="0"/>
            <a:pathLst>
              <a:path w="762"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noFill/>
          <a:ln w="7620">
            <a:solidFill>
              <a:srgbClr val="C6D6E9"/>
            </a:solidFill>
            <a:prstDash val="solid"/>
          </a:ln>
        </p:spPr>
      </p:sp>
      <p:sp>
        <p:nvSpPr>
          <p:cNvPr id="21" name="1 目的">
            <a:extLst>
              <a:ext uri="{FF2B5EF4-FFF2-40B4-BE49-F238E27FC236}">
                <a16:creationId xmlns:a16="http://schemas.microsoft.com/office/drawing/2014/main" id="{DDC420B1-8452-43A9-AB1F-57AC6C48C8AE}"/>
              </a:ext>
            </a:extLst>
          </p:cNvPr>
          <p:cNvSpPr>
            <a:spLocks noGrp="1"/>
          </p:cNvSpPr>
          <p:nvPr/>
        </p:nvSpPr>
        <p:spPr>
          <a:xfrm>
            <a:off x="9121140" y="1165860"/>
            <a:ext cx="196596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rPr>
              <a:t>看清问题</a:t>
            </a:r>
          </a:p>
        </p:txBody>
      </p:sp>
      <p:sp>
        <p:nvSpPr>
          <p:cNvPr id="22" name="1 时间轴外圆">
            <a:extLst>
              <a:ext uri="{FF2B5EF4-FFF2-40B4-BE49-F238E27FC236}">
                <a16:creationId xmlns:a16="http://schemas.microsoft.com/office/drawing/2014/main" id="{1BA685C9-E718-48FA-9829-A64950B6F318}"/>
              </a:ext>
            </a:extLst>
          </p:cNvPr>
          <p:cNvSpPr>
            <a:spLocks noGrp="1"/>
          </p:cNvSpPr>
          <p:nvPr/>
        </p:nvSpPr>
        <p:spPr>
          <a:xfrm>
            <a:off x="4503420" y="1249680"/>
            <a:ext cx="220980" cy="220980"/>
          </a:xfrm>
          <a:prstGeom prst="ellipse">
            <a:avLst/>
          </a:prstGeom>
          <a:solidFill>
            <a:srgbClr val="102F52"/>
          </a:solidFill>
          <a:ln w="7620">
            <a:solidFill>
              <a:srgbClr val="568EB4"/>
            </a:solidFill>
            <a:prstDash val="solid"/>
          </a:ln>
        </p:spPr>
      </p:sp>
      <p:sp>
        <p:nvSpPr>
          <p:cNvPr id="23" name="1 时间轴内圆">
            <a:extLst>
              <a:ext uri="{FF2B5EF4-FFF2-40B4-BE49-F238E27FC236}">
                <a16:creationId xmlns:a16="http://schemas.microsoft.com/office/drawing/2014/main" id="{6A77E02B-7942-4319-A040-7FA0431ACC8D}"/>
              </a:ext>
            </a:extLst>
          </p:cNvPr>
          <p:cNvSpPr>
            <a:spLocks noGrp="1"/>
          </p:cNvSpPr>
          <p:nvPr/>
        </p:nvSpPr>
        <p:spPr>
          <a:xfrm>
            <a:off x="4549140" y="1295400"/>
            <a:ext cx="129540" cy="129540"/>
          </a:xfrm>
          <a:prstGeom prst="ellipse">
            <a:avLst/>
          </a:prstGeom>
          <a:solidFill>
            <a:srgbClr val="80CFF7"/>
          </a:solidFill>
          <a:ln w="7620">
            <a:solidFill>
              <a:srgbClr val="B1DCFF"/>
            </a:solidFill>
            <a:prstDash val="solid"/>
          </a:ln>
        </p:spPr>
      </p:sp>
      <p:sp>
        <p:nvSpPr>
          <p:cNvPr id="24" name="1 时间轴光点">
            <a:extLst>
              <a:ext uri="{FF2B5EF4-FFF2-40B4-BE49-F238E27FC236}">
                <a16:creationId xmlns:a16="http://schemas.microsoft.com/office/drawing/2014/main" id="{BB0CD233-41F2-439F-B640-36C72590D2D7}"/>
              </a:ext>
            </a:extLst>
          </p:cNvPr>
          <p:cNvSpPr>
            <a:spLocks noGrp="1"/>
          </p:cNvSpPr>
          <p:nvPr/>
        </p:nvSpPr>
        <p:spPr>
          <a:xfrm>
            <a:off x="4587240" y="1226820"/>
            <a:ext cx="45720" cy="45720"/>
          </a:xfrm>
          <a:prstGeom prst="ellipse">
            <a:avLst/>
          </a:prstGeom>
          <a:solidFill>
            <a:srgbClr val="AEE9FF"/>
          </a:solidFill>
          <a:ln w="0">
            <a:noFill/>
            <a:prstDash val="solid"/>
          </a:ln>
        </p:spPr>
      </p:sp>
      <p:sp>
        <p:nvSpPr>
          <p:cNvPr id="25" name="2 议程玻璃卡片">
            <a:extLst>
              <a:ext uri="{FF2B5EF4-FFF2-40B4-BE49-F238E27FC236}">
                <a16:creationId xmlns:a16="http://schemas.microsoft.com/office/drawing/2014/main" id="{D75D4683-6697-41EF-AE16-D92DDA30D312}"/>
              </a:ext>
            </a:extLst>
          </p:cNvPr>
          <p:cNvSpPr>
            <a:spLocks noGrp="1"/>
          </p:cNvSpPr>
          <p:nvPr/>
        </p:nvSpPr>
        <p:spPr>
          <a:xfrm>
            <a:off x="5074920" y="2156460"/>
            <a:ext cx="6431280" cy="1112520"/>
          </a:xfrm>
          <a:prstGeom prst="roundRect">
            <a:avLst>
              <a:gd name="adj" fmla="val 12329"/>
            </a:avLst>
          </a:prstGeom>
          <a:gradFill>
            <a:gsLst>
              <a:gs pos="0">
                <a:srgbClr val="214970"/>
              </a:gs>
              <a:gs pos="24000">
                <a:srgbClr val="112C52"/>
              </a:gs>
              <a:gs pos="100000">
                <a:srgbClr val="0A1A39"/>
              </a:gs>
            </a:gsLst>
            <a:lin ang="0"/>
          </a:gradFill>
          <a:ln w="9144">
            <a:solidFill>
              <a:srgbClr val="506B8A"/>
            </a:solidFill>
            <a:prstDash val="solid"/>
          </a:ln>
        </p:spPr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74BA231-960F-4102-BA6D-5DD8C9CCF1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5074920" y="2156460"/>
            <a:ext cx="259080" cy="111252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B1A1957-A6A0-43F2-A8D7-130D8047409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5334000" y="2156460"/>
            <a:ext cx="6035040" cy="762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CE52A4B-6821-4E50-B107-2EB81F52EDA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1369040" y="2156460"/>
            <a:ext cx="137160" cy="111252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B44A456F-61F0-49D2-8DF9-5DB5F90BC6A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5334000" y="3185160"/>
            <a:ext cx="6035040" cy="83820"/>
          </a:xfrm>
          <a:prstGeom prst="rect">
            <a:avLst/>
          </a:prstGeom>
        </p:spPr>
      </p:pic>
      <p:sp>
        <p:nvSpPr>
          <p:cNvPr id="30" name="2 卡片左缘高光">
            <a:extLst>
              <a:ext uri="{FF2B5EF4-FFF2-40B4-BE49-F238E27FC236}">
                <a16:creationId xmlns:a16="http://schemas.microsoft.com/office/drawing/2014/main" id="{6359167A-0C40-461B-888D-F4A62E79D580}"/>
              </a:ext>
            </a:extLst>
          </p:cNvPr>
          <p:cNvSpPr>
            <a:spLocks noGrp="1"/>
          </p:cNvSpPr>
          <p:nvPr/>
        </p:nvSpPr>
        <p:spPr>
          <a:xfrm>
            <a:off x="5082540" y="2286000"/>
            <a:ext cx="762" cy="861060"/>
          </a:xfrm>
          <a:custGeom>
            <a:avLst/>
            <a:gdLst/>
            <a:ahLst/>
            <a:cxnLst/>
            <a:rect l="0" t="0" r="0" b="0"/>
            <a:pathLst>
              <a:path w="762" h="861060">
                <a:moveTo>
                  <a:pt x="0" y="0"/>
                </a:moveTo>
                <a:lnTo>
                  <a:pt x="0" y="861060"/>
                </a:lnTo>
              </a:path>
            </a:pathLst>
          </a:custGeom>
          <a:noFill/>
          <a:ln w="11430">
            <a:solidFill>
              <a:srgbClr val="5CB5E6"/>
            </a:solidFill>
            <a:prstDash val="solid"/>
          </a:ln>
        </p:spPr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B170DCA6-3F03-4D3B-8E8B-25292AF411F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5425440" y="2331720"/>
            <a:ext cx="784860" cy="769620"/>
          </a:xfrm>
          <a:prstGeom prst="ellipse">
            <a:avLst/>
          </a:prstGeom>
        </p:spPr>
      </p:pic>
      <p:sp>
        <p:nvSpPr>
          <p:cNvPr id="32" name="2 序号">
            <a:extLst>
              <a:ext uri="{FF2B5EF4-FFF2-40B4-BE49-F238E27FC236}">
                <a16:creationId xmlns:a16="http://schemas.microsoft.com/office/drawing/2014/main" id="{66AD9E82-9F51-412F-AFDF-E1B1847B37DD}"/>
              </a:ext>
            </a:extLst>
          </p:cNvPr>
          <p:cNvSpPr>
            <a:spLocks noGrp="1"/>
          </p:cNvSpPr>
          <p:nvPr/>
        </p:nvSpPr>
        <p:spPr>
          <a:xfrm>
            <a:off x="6553200" y="2392680"/>
            <a:ext cx="746760" cy="601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rPr>
              <a:t>02</a:t>
            </a:r>
          </a:p>
        </p:txBody>
      </p:sp>
      <p:sp>
        <p:nvSpPr>
          <p:cNvPr id="33" name="2 序号分隔线">
            <a:extLst>
              <a:ext uri="{FF2B5EF4-FFF2-40B4-BE49-F238E27FC236}">
                <a16:creationId xmlns:a16="http://schemas.microsoft.com/office/drawing/2014/main" id="{8C3CE132-AB3D-4AE4-9D0D-FAD99FB3CF84}"/>
              </a:ext>
            </a:extLst>
          </p:cNvPr>
          <p:cNvSpPr>
            <a:spLocks noGrp="1"/>
          </p:cNvSpPr>
          <p:nvPr/>
        </p:nvSpPr>
        <p:spPr>
          <a:xfrm>
            <a:off x="7368540" y="2484120"/>
            <a:ext cx="762" cy="480060"/>
          </a:xfrm>
          <a:custGeom>
            <a:avLst/>
            <a:gdLst/>
            <a:ahLst/>
            <a:cxnLst/>
            <a:rect l="0" t="0" r="0" b="0"/>
            <a:pathLst>
              <a:path w="762" h="480060">
                <a:moveTo>
                  <a:pt x="0" y="0"/>
                </a:moveTo>
                <a:lnTo>
                  <a:pt x="0" y="480060"/>
                </a:lnTo>
              </a:path>
            </a:pathLst>
          </a:custGeom>
          <a:noFill/>
          <a:ln w="7620">
            <a:solidFill>
              <a:srgbClr val="AAC6DF"/>
            </a:solidFill>
            <a:prstDash val="solid"/>
          </a:ln>
        </p:spPr>
      </p:sp>
      <p:sp>
        <p:nvSpPr>
          <p:cNvPr id="34" name="2 栏目">
            <a:extLst>
              <a:ext uri="{FF2B5EF4-FFF2-40B4-BE49-F238E27FC236}">
                <a16:creationId xmlns:a16="http://schemas.microsoft.com/office/drawing/2014/main" id="{74C24544-0B08-4444-8BB4-554F65B8135B}"/>
              </a:ext>
            </a:extLst>
          </p:cNvPr>
          <p:cNvSpPr>
            <a:spLocks noGrp="1"/>
          </p:cNvSpPr>
          <p:nvPr/>
        </p:nvSpPr>
        <p:spPr>
          <a:xfrm>
            <a:off x="7612380" y="2491740"/>
            <a:ext cx="133350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rPr>
              <a:t>解决方案</a:t>
            </a:r>
          </a:p>
        </p:txBody>
      </p:sp>
      <p:sp>
        <p:nvSpPr>
          <p:cNvPr id="35" name="2 栏目分隔线">
            <a:extLst>
              <a:ext uri="{FF2B5EF4-FFF2-40B4-BE49-F238E27FC236}">
                <a16:creationId xmlns:a16="http://schemas.microsoft.com/office/drawing/2014/main" id="{708F9CE3-1188-4DFC-912D-2EEEAE47534A}"/>
              </a:ext>
            </a:extLst>
          </p:cNvPr>
          <p:cNvSpPr>
            <a:spLocks noGrp="1"/>
          </p:cNvSpPr>
          <p:nvPr/>
        </p:nvSpPr>
        <p:spPr>
          <a:xfrm>
            <a:off x="8968740" y="2567940"/>
            <a:ext cx="762" cy="335280"/>
          </a:xfrm>
          <a:custGeom>
            <a:avLst/>
            <a:gdLst/>
            <a:ahLst/>
            <a:cxnLst/>
            <a:rect l="0" t="0" r="0" b="0"/>
            <a:pathLst>
              <a:path w="762"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noFill/>
          <a:ln w="7620">
            <a:solidFill>
              <a:srgbClr val="C6D6E9"/>
            </a:solidFill>
            <a:prstDash val="solid"/>
          </a:ln>
        </p:spPr>
      </p:sp>
      <p:sp>
        <p:nvSpPr>
          <p:cNvPr id="36" name="2 目的">
            <a:extLst>
              <a:ext uri="{FF2B5EF4-FFF2-40B4-BE49-F238E27FC236}">
                <a16:creationId xmlns:a16="http://schemas.microsoft.com/office/drawing/2014/main" id="{3D805E7C-288B-470F-85F2-7E313E37B40E}"/>
              </a:ext>
            </a:extLst>
          </p:cNvPr>
          <p:cNvSpPr>
            <a:spLocks noGrp="1"/>
          </p:cNvSpPr>
          <p:nvPr/>
        </p:nvSpPr>
        <p:spPr>
          <a:xfrm>
            <a:off x="9121140" y="2491740"/>
            <a:ext cx="196596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rPr>
              <a:t>讲清方案</a:t>
            </a:r>
          </a:p>
        </p:txBody>
      </p:sp>
      <p:sp>
        <p:nvSpPr>
          <p:cNvPr id="37" name="2 时间轴外圆">
            <a:extLst>
              <a:ext uri="{FF2B5EF4-FFF2-40B4-BE49-F238E27FC236}">
                <a16:creationId xmlns:a16="http://schemas.microsoft.com/office/drawing/2014/main" id="{089C378B-92F9-4414-93DB-78CC73047257}"/>
              </a:ext>
            </a:extLst>
          </p:cNvPr>
          <p:cNvSpPr>
            <a:spLocks noGrp="1"/>
          </p:cNvSpPr>
          <p:nvPr/>
        </p:nvSpPr>
        <p:spPr>
          <a:xfrm>
            <a:off x="4503420" y="2575560"/>
            <a:ext cx="220980" cy="220980"/>
          </a:xfrm>
          <a:prstGeom prst="ellipse">
            <a:avLst/>
          </a:prstGeom>
          <a:solidFill>
            <a:srgbClr val="102F52"/>
          </a:solidFill>
          <a:ln w="7620">
            <a:solidFill>
              <a:srgbClr val="568EB4"/>
            </a:solidFill>
            <a:prstDash val="solid"/>
          </a:ln>
        </p:spPr>
      </p:sp>
      <p:sp>
        <p:nvSpPr>
          <p:cNvPr id="38" name="2 时间轴内圆">
            <a:extLst>
              <a:ext uri="{FF2B5EF4-FFF2-40B4-BE49-F238E27FC236}">
                <a16:creationId xmlns:a16="http://schemas.microsoft.com/office/drawing/2014/main" id="{68AF29B8-9210-4A21-A964-12EC04429A38}"/>
              </a:ext>
            </a:extLst>
          </p:cNvPr>
          <p:cNvSpPr>
            <a:spLocks noGrp="1"/>
          </p:cNvSpPr>
          <p:nvPr/>
        </p:nvSpPr>
        <p:spPr>
          <a:xfrm>
            <a:off x="4549140" y="2621280"/>
            <a:ext cx="129540" cy="129540"/>
          </a:xfrm>
          <a:prstGeom prst="ellipse">
            <a:avLst/>
          </a:prstGeom>
          <a:solidFill>
            <a:srgbClr val="80CFF7"/>
          </a:solidFill>
          <a:ln w="7620">
            <a:solidFill>
              <a:srgbClr val="B1DCFF"/>
            </a:solidFill>
            <a:prstDash val="solid"/>
          </a:ln>
        </p:spPr>
      </p:sp>
      <p:sp>
        <p:nvSpPr>
          <p:cNvPr id="39" name="2 时间轴光点">
            <a:extLst>
              <a:ext uri="{FF2B5EF4-FFF2-40B4-BE49-F238E27FC236}">
                <a16:creationId xmlns:a16="http://schemas.microsoft.com/office/drawing/2014/main" id="{0A98A150-E652-4097-AF64-EBFF94536444}"/>
              </a:ext>
            </a:extLst>
          </p:cNvPr>
          <p:cNvSpPr>
            <a:spLocks noGrp="1"/>
          </p:cNvSpPr>
          <p:nvPr/>
        </p:nvSpPr>
        <p:spPr>
          <a:xfrm>
            <a:off x="4587240" y="2552700"/>
            <a:ext cx="45720" cy="45720"/>
          </a:xfrm>
          <a:prstGeom prst="ellipse">
            <a:avLst/>
          </a:prstGeom>
          <a:solidFill>
            <a:srgbClr val="AEE9FF"/>
          </a:solidFill>
          <a:ln w="0">
            <a:noFill/>
            <a:prstDash val="solid"/>
          </a:ln>
        </p:spPr>
      </p:sp>
      <p:sp>
        <p:nvSpPr>
          <p:cNvPr id="40" name="3 议程玻璃卡片">
            <a:extLst>
              <a:ext uri="{FF2B5EF4-FFF2-40B4-BE49-F238E27FC236}">
                <a16:creationId xmlns:a16="http://schemas.microsoft.com/office/drawing/2014/main" id="{6C024B4E-6B40-48A6-94BA-2544B0350676}"/>
              </a:ext>
            </a:extLst>
          </p:cNvPr>
          <p:cNvSpPr>
            <a:spLocks noGrp="1"/>
          </p:cNvSpPr>
          <p:nvPr/>
        </p:nvSpPr>
        <p:spPr>
          <a:xfrm>
            <a:off x="5074920" y="3482340"/>
            <a:ext cx="6431280" cy="1112520"/>
          </a:xfrm>
          <a:prstGeom prst="roundRect">
            <a:avLst>
              <a:gd name="adj" fmla="val 12329"/>
            </a:avLst>
          </a:prstGeom>
          <a:gradFill>
            <a:gsLst>
              <a:gs pos="0">
                <a:srgbClr val="214970"/>
              </a:gs>
              <a:gs pos="24000">
                <a:srgbClr val="112C52"/>
              </a:gs>
              <a:gs pos="100000">
                <a:srgbClr val="0A1A39"/>
              </a:gs>
            </a:gsLst>
            <a:lin ang="0"/>
          </a:gradFill>
          <a:ln w="9144">
            <a:solidFill>
              <a:srgbClr val="506B8A"/>
            </a:solidFill>
            <a:prstDash val="solid"/>
          </a:ln>
        </p:spPr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E866BDBD-4F20-4549-927F-BB818F83EC9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5074920" y="3482340"/>
            <a:ext cx="259080" cy="111252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5C00A772-C542-446E-BB92-AFCDB192BA4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5334000" y="3482340"/>
            <a:ext cx="6035040" cy="762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7C9AFD83-DFB5-49D3-95C9-CDC7B87559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11369040" y="3482340"/>
            <a:ext cx="137160" cy="111252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76467D3C-3CFC-4086-85A1-4F17CAC52C9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5334000" y="4511040"/>
            <a:ext cx="6035040" cy="83820"/>
          </a:xfrm>
          <a:prstGeom prst="rect">
            <a:avLst/>
          </a:prstGeom>
        </p:spPr>
      </p:pic>
      <p:sp>
        <p:nvSpPr>
          <p:cNvPr id="45" name="3 卡片左缘高光">
            <a:extLst>
              <a:ext uri="{FF2B5EF4-FFF2-40B4-BE49-F238E27FC236}">
                <a16:creationId xmlns:a16="http://schemas.microsoft.com/office/drawing/2014/main" id="{85EE74F8-FE69-467C-80F1-5076002AD957}"/>
              </a:ext>
            </a:extLst>
          </p:cNvPr>
          <p:cNvSpPr>
            <a:spLocks noGrp="1"/>
          </p:cNvSpPr>
          <p:nvPr/>
        </p:nvSpPr>
        <p:spPr>
          <a:xfrm>
            <a:off x="5082540" y="3611880"/>
            <a:ext cx="762" cy="861060"/>
          </a:xfrm>
          <a:custGeom>
            <a:avLst/>
            <a:gdLst/>
            <a:ahLst/>
            <a:cxnLst/>
            <a:rect l="0" t="0" r="0" b="0"/>
            <a:pathLst>
              <a:path w="762" h="861060">
                <a:moveTo>
                  <a:pt x="0" y="0"/>
                </a:moveTo>
                <a:lnTo>
                  <a:pt x="0" y="861060"/>
                </a:lnTo>
              </a:path>
            </a:pathLst>
          </a:custGeom>
          <a:noFill/>
          <a:ln w="11430">
            <a:solidFill>
              <a:srgbClr val="5CB5E6"/>
            </a:solidFill>
            <a:prstDash val="solid"/>
          </a:ln>
        </p:spPr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2DEBA87C-EED6-4CE6-8F08-A3C31625EB2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5425440" y="3657600"/>
            <a:ext cx="784860" cy="784860"/>
          </a:xfrm>
          <a:prstGeom prst="ellipse">
            <a:avLst/>
          </a:prstGeom>
        </p:spPr>
      </p:pic>
      <p:sp>
        <p:nvSpPr>
          <p:cNvPr id="47" name="3 序号">
            <a:extLst>
              <a:ext uri="{FF2B5EF4-FFF2-40B4-BE49-F238E27FC236}">
                <a16:creationId xmlns:a16="http://schemas.microsoft.com/office/drawing/2014/main" id="{1B683C9A-D545-4F38-86E5-E27A2CF65F21}"/>
              </a:ext>
            </a:extLst>
          </p:cNvPr>
          <p:cNvSpPr>
            <a:spLocks noGrp="1"/>
          </p:cNvSpPr>
          <p:nvPr/>
        </p:nvSpPr>
        <p:spPr>
          <a:xfrm>
            <a:off x="6553200" y="3718560"/>
            <a:ext cx="746760" cy="601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rPr>
              <a:t>03</a:t>
            </a:r>
          </a:p>
        </p:txBody>
      </p:sp>
      <p:sp>
        <p:nvSpPr>
          <p:cNvPr id="48" name="3 序号分隔线">
            <a:extLst>
              <a:ext uri="{FF2B5EF4-FFF2-40B4-BE49-F238E27FC236}">
                <a16:creationId xmlns:a16="http://schemas.microsoft.com/office/drawing/2014/main" id="{A25D4097-5BD1-4560-9C7C-CBAB7DDDA3EB}"/>
              </a:ext>
            </a:extLst>
          </p:cNvPr>
          <p:cNvSpPr>
            <a:spLocks noGrp="1"/>
          </p:cNvSpPr>
          <p:nvPr/>
        </p:nvSpPr>
        <p:spPr>
          <a:xfrm>
            <a:off x="7368540" y="3810000"/>
            <a:ext cx="762" cy="480060"/>
          </a:xfrm>
          <a:custGeom>
            <a:avLst/>
            <a:gdLst/>
            <a:ahLst/>
            <a:cxnLst/>
            <a:rect l="0" t="0" r="0" b="0"/>
            <a:pathLst>
              <a:path w="762" h="480060">
                <a:moveTo>
                  <a:pt x="0" y="0"/>
                </a:moveTo>
                <a:lnTo>
                  <a:pt x="0" y="480060"/>
                </a:lnTo>
              </a:path>
            </a:pathLst>
          </a:custGeom>
          <a:noFill/>
          <a:ln w="7620">
            <a:solidFill>
              <a:srgbClr val="AAC6DF"/>
            </a:solidFill>
            <a:prstDash val="solid"/>
          </a:ln>
        </p:spPr>
      </p:sp>
      <p:sp>
        <p:nvSpPr>
          <p:cNvPr id="49" name="3 栏目">
            <a:extLst>
              <a:ext uri="{FF2B5EF4-FFF2-40B4-BE49-F238E27FC236}">
                <a16:creationId xmlns:a16="http://schemas.microsoft.com/office/drawing/2014/main" id="{14C5CB5B-F4B7-42C6-8D26-A8C068BC5FFC}"/>
              </a:ext>
            </a:extLst>
          </p:cNvPr>
          <p:cNvSpPr>
            <a:spLocks noGrp="1"/>
          </p:cNvSpPr>
          <p:nvPr/>
        </p:nvSpPr>
        <p:spPr>
          <a:xfrm>
            <a:off x="7612380" y="3817620"/>
            <a:ext cx="133350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rPr>
              <a:t>价值成效</a:t>
            </a:r>
          </a:p>
        </p:txBody>
      </p:sp>
      <p:sp>
        <p:nvSpPr>
          <p:cNvPr id="50" name="3 栏目分隔线">
            <a:extLst>
              <a:ext uri="{FF2B5EF4-FFF2-40B4-BE49-F238E27FC236}">
                <a16:creationId xmlns:a16="http://schemas.microsoft.com/office/drawing/2014/main" id="{F2B64FE6-3319-4AA4-8699-AC1BA9DE98CC}"/>
              </a:ext>
            </a:extLst>
          </p:cNvPr>
          <p:cNvSpPr>
            <a:spLocks noGrp="1"/>
          </p:cNvSpPr>
          <p:nvPr/>
        </p:nvSpPr>
        <p:spPr>
          <a:xfrm>
            <a:off x="8968740" y="3893820"/>
            <a:ext cx="762" cy="335280"/>
          </a:xfrm>
          <a:custGeom>
            <a:avLst/>
            <a:gdLst/>
            <a:ahLst/>
            <a:cxnLst/>
            <a:rect l="0" t="0" r="0" b="0"/>
            <a:pathLst>
              <a:path w="762"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noFill/>
          <a:ln w="7620">
            <a:solidFill>
              <a:srgbClr val="C6D6E9"/>
            </a:solidFill>
            <a:prstDash val="solid"/>
          </a:ln>
        </p:spPr>
      </p:sp>
      <p:sp>
        <p:nvSpPr>
          <p:cNvPr id="51" name="3 目的">
            <a:extLst>
              <a:ext uri="{FF2B5EF4-FFF2-40B4-BE49-F238E27FC236}">
                <a16:creationId xmlns:a16="http://schemas.microsoft.com/office/drawing/2014/main" id="{50D56527-B559-48FD-92DA-F48EBD1645B7}"/>
              </a:ext>
            </a:extLst>
          </p:cNvPr>
          <p:cNvSpPr>
            <a:spLocks noGrp="1"/>
          </p:cNvSpPr>
          <p:nvPr/>
        </p:nvSpPr>
        <p:spPr>
          <a:xfrm>
            <a:off x="9121140" y="3817620"/>
            <a:ext cx="196596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rPr>
              <a:t>证明价值</a:t>
            </a:r>
          </a:p>
        </p:txBody>
      </p:sp>
      <p:sp>
        <p:nvSpPr>
          <p:cNvPr id="52" name="3 时间轴外圆">
            <a:extLst>
              <a:ext uri="{FF2B5EF4-FFF2-40B4-BE49-F238E27FC236}">
                <a16:creationId xmlns:a16="http://schemas.microsoft.com/office/drawing/2014/main" id="{7B82124C-35C1-4BF0-BE40-539068B27CC1}"/>
              </a:ext>
            </a:extLst>
          </p:cNvPr>
          <p:cNvSpPr>
            <a:spLocks noGrp="1"/>
          </p:cNvSpPr>
          <p:nvPr/>
        </p:nvSpPr>
        <p:spPr>
          <a:xfrm>
            <a:off x="4503420" y="3901440"/>
            <a:ext cx="220980" cy="220980"/>
          </a:xfrm>
          <a:prstGeom prst="ellipse">
            <a:avLst/>
          </a:prstGeom>
          <a:solidFill>
            <a:srgbClr val="102F52"/>
          </a:solidFill>
          <a:ln w="7620">
            <a:solidFill>
              <a:srgbClr val="568EB4"/>
            </a:solidFill>
            <a:prstDash val="solid"/>
          </a:ln>
        </p:spPr>
      </p:sp>
      <p:sp>
        <p:nvSpPr>
          <p:cNvPr id="53" name="3 时间轴内圆">
            <a:extLst>
              <a:ext uri="{FF2B5EF4-FFF2-40B4-BE49-F238E27FC236}">
                <a16:creationId xmlns:a16="http://schemas.microsoft.com/office/drawing/2014/main" id="{8F97D60D-F6B6-431E-BDA4-865AA0EE1DE9}"/>
              </a:ext>
            </a:extLst>
          </p:cNvPr>
          <p:cNvSpPr>
            <a:spLocks noGrp="1"/>
          </p:cNvSpPr>
          <p:nvPr/>
        </p:nvSpPr>
        <p:spPr>
          <a:xfrm>
            <a:off x="4549140" y="3947160"/>
            <a:ext cx="129540" cy="129540"/>
          </a:xfrm>
          <a:prstGeom prst="ellipse">
            <a:avLst/>
          </a:prstGeom>
          <a:solidFill>
            <a:srgbClr val="80CFF7"/>
          </a:solidFill>
          <a:ln w="7620">
            <a:solidFill>
              <a:srgbClr val="B1DCFF"/>
            </a:solidFill>
            <a:prstDash val="solid"/>
          </a:ln>
        </p:spPr>
      </p:sp>
      <p:sp>
        <p:nvSpPr>
          <p:cNvPr id="54" name="3 时间轴光点">
            <a:extLst>
              <a:ext uri="{FF2B5EF4-FFF2-40B4-BE49-F238E27FC236}">
                <a16:creationId xmlns:a16="http://schemas.microsoft.com/office/drawing/2014/main" id="{E3154FB8-3C82-4CFB-9289-A6304B399B9A}"/>
              </a:ext>
            </a:extLst>
          </p:cNvPr>
          <p:cNvSpPr>
            <a:spLocks noGrp="1"/>
          </p:cNvSpPr>
          <p:nvPr/>
        </p:nvSpPr>
        <p:spPr>
          <a:xfrm>
            <a:off x="4587240" y="3878580"/>
            <a:ext cx="45720" cy="45720"/>
          </a:xfrm>
          <a:prstGeom prst="ellipse">
            <a:avLst/>
          </a:prstGeom>
          <a:solidFill>
            <a:srgbClr val="AEE9FF"/>
          </a:solidFill>
          <a:ln w="0">
            <a:noFill/>
            <a:prstDash val="solid"/>
          </a:ln>
        </p:spPr>
      </p:sp>
      <p:sp>
        <p:nvSpPr>
          <p:cNvPr id="55" name="4 议程玻璃卡片">
            <a:extLst>
              <a:ext uri="{FF2B5EF4-FFF2-40B4-BE49-F238E27FC236}">
                <a16:creationId xmlns:a16="http://schemas.microsoft.com/office/drawing/2014/main" id="{79A521D4-5762-4ECF-B2CD-8F404D229018}"/>
              </a:ext>
            </a:extLst>
          </p:cNvPr>
          <p:cNvSpPr>
            <a:spLocks noGrp="1"/>
          </p:cNvSpPr>
          <p:nvPr/>
        </p:nvSpPr>
        <p:spPr>
          <a:xfrm>
            <a:off x="5074920" y="4808220"/>
            <a:ext cx="6431280" cy="1112520"/>
          </a:xfrm>
          <a:prstGeom prst="roundRect">
            <a:avLst>
              <a:gd name="adj" fmla="val 12329"/>
            </a:avLst>
          </a:prstGeom>
          <a:gradFill>
            <a:gsLst>
              <a:gs pos="0">
                <a:srgbClr val="214970"/>
              </a:gs>
              <a:gs pos="24000">
                <a:srgbClr val="112C52"/>
              </a:gs>
              <a:gs pos="100000">
                <a:srgbClr val="0A1A39"/>
              </a:gs>
            </a:gsLst>
            <a:lin ang="0"/>
          </a:gradFill>
          <a:ln w="9144">
            <a:solidFill>
              <a:srgbClr val="506B8A"/>
            </a:solidFill>
            <a:prstDash val="solid"/>
          </a:ln>
        </p:spPr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C3A352BB-809F-488E-8997-5138817F862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5074920" y="4808220"/>
            <a:ext cx="259080" cy="111252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912C9E50-0FE7-426C-B7CD-E43D532FDF5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5334000" y="4808220"/>
            <a:ext cx="6035040" cy="76200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D67FCC22-75E8-412D-85F9-0DA084DCFEB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11369040" y="4808220"/>
            <a:ext cx="137160" cy="111252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7F7FD8BB-EB91-4B1B-9612-D4499F92F6A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5334000" y="5836920"/>
            <a:ext cx="6035040" cy="83820"/>
          </a:xfrm>
          <a:prstGeom prst="rect">
            <a:avLst/>
          </a:prstGeom>
        </p:spPr>
      </p:pic>
      <p:sp>
        <p:nvSpPr>
          <p:cNvPr id="60" name="4 卡片左缘高光">
            <a:extLst>
              <a:ext uri="{FF2B5EF4-FFF2-40B4-BE49-F238E27FC236}">
                <a16:creationId xmlns:a16="http://schemas.microsoft.com/office/drawing/2014/main" id="{4C28A928-ED7E-43BE-92D9-27B78877F213}"/>
              </a:ext>
            </a:extLst>
          </p:cNvPr>
          <p:cNvSpPr>
            <a:spLocks noGrp="1"/>
          </p:cNvSpPr>
          <p:nvPr/>
        </p:nvSpPr>
        <p:spPr>
          <a:xfrm>
            <a:off x="5082540" y="4937760"/>
            <a:ext cx="762" cy="861060"/>
          </a:xfrm>
          <a:custGeom>
            <a:avLst/>
            <a:gdLst/>
            <a:ahLst/>
            <a:cxnLst/>
            <a:rect l="0" t="0" r="0" b="0"/>
            <a:pathLst>
              <a:path w="762" h="861060">
                <a:moveTo>
                  <a:pt x="0" y="0"/>
                </a:moveTo>
                <a:lnTo>
                  <a:pt x="0" y="861060"/>
                </a:lnTo>
              </a:path>
            </a:pathLst>
          </a:custGeom>
          <a:noFill/>
          <a:ln w="11430">
            <a:solidFill>
              <a:srgbClr val="5CB5E6"/>
            </a:solidFill>
            <a:prstDash val="solid"/>
          </a:ln>
        </p:spPr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0374F366-4B72-4DE4-A8E1-D15100B5C86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5425440" y="4983480"/>
            <a:ext cx="784860" cy="792480"/>
          </a:xfrm>
          <a:prstGeom prst="ellipse">
            <a:avLst/>
          </a:prstGeom>
        </p:spPr>
      </p:pic>
      <p:sp>
        <p:nvSpPr>
          <p:cNvPr id="62" name="4 序号">
            <a:extLst>
              <a:ext uri="{FF2B5EF4-FFF2-40B4-BE49-F238E27FC236}">
                <a16:creationId xmlns:a16="http://schemas.microsoft.com/office/drawing/2014/main" id="{87FD569D-5F68-4464-9263-467A2A59D051}"/>
              </a:ext>
            </a:extLst>
          </p:cNvPr>
          <p:cNvSpPr>
            <a:spLocks noGrp="1"/>
          </p:cNvSpPr>
          <p:nvPr/>
        </p:nvSpPr>
        <p:spPr>
          <a:xfrm>
            <a:off x="6553200" y="5044440"/>
            <a:ext cx="746760" cy="601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720" b="1">
                <a:solidFill>
                  <a:srgbClr val="4CC7F0"/>
                </a:solidFill>
                <a:latin typeface="Noto Serif CJK SC"/>
                <a:ea typeface="Noto Serif CJK SC"/>
                <a:cs typeface="Noto Serif CJK SC"/>
              </a:rPr>
              <a:t>04</a:t>
            </a:r>
          </a:p>
        </p:txBody>
      </p:sp>
      <p:sp>
        <p:nvSpPr>
          <p:cNvPr id="63" name="4 序号分隔线">
            <a:extLst>
              <a:ext uri="{FF2B5EF4-FFF2-40B4-BE49-F238E27FC236}">
                <a16:creationId xmlns:a16="http://schemas.microsoft.com/office/drawing/2014/main" id="{1DCBB5FA-0B22-40B4-81C5-E1445E8A9C39}"/>
              </a:ext>
            </a:extLst>
          </p:cNvPr>
          <p:cNvSpPr>
            <a:spLocks noGrp="1"/>
          </p:cNvSpPr>
          <p:nvPr/>
        </p:nvSpPr>
        <p:spPr>
          <a:xfrm>
            <a:off x="7368540" y="5135880"/>
            <a:ext cx="762" cy="480060"/>
          </a:xfrm>
          <a:custGeom>
            <a:avLst/>
            <a:gdLst/>
            <a:ahLst/>
            <a:cxnLst/>
            <a:rect l="0" t="0" r="0" b="0"/>
            <a:pathLst>
              <a:path w="762" h="480060">
                <a:moveTo>
                  <a:pt x="0" y="0"/>
                </a:moveTo>
                <a:lnTo>
                  <a:pt x="0" y="480060"/>
                </a:lnTo>
              </a:path>
            </a:pathLst>
          </a:custGeom>
          <a:noFill/>
          <a:ln w="7620">
            <a:solidFill>
              <a:srgbClr val="AAC6DF"/>
            </a:solidFill>
            <a:prstDash val="solid"/>
          </a:ln>
        </p:spPr>
      </p:sp>
      <p:sp>
        <p:nvSpPr>
          <p:cNvPr id="64" name="4 栏目">
            <a:extLst>
              <a:ext uri="{FF2B5EF4-FFF2-40B4-BE49-F238E27FC236}">
                <a16:creationId xmlns:a16="http://schemas.microsoft.com/office/drawing/2014/main" id="{495AA89E-7557-4928-B413-592F91755B93}"/>
              </a:ext>
            </a:extLst>
          </p:cNvPr>
          <p:cNvSpPr>
            <a:spLocks noGrp="1"/>
          </p:cNvSpPr>
          <p:nvPr/>
        </p:nvSpPr>
        <p:spPr>
          <a:xfrm>
            <a:off x="7612380" y="5143500"/>
            <a:ext cx="133350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rPr>
              <a:t>团队介绍</a:t>
            </a:r>
          </a:p>
        </p:txBody>
      </p:sp>
      <p:sp>
        <p:nvSpPr>
          <p:cNvPr id="65" name="4 栏目分隔线">
            <a:extLst>
              <a:ext uri="{FF2B5EF4-FFF2-40B4-BE49-F238E27FC236}">
                <a16:creationId xmlns:a16="http://schemas.microsoft.com/office/drawing/2014/main" id="{31257384-603B-458B-8A3E-20F06DB63359}"/>
              </a:ext>
            </a:extLst>
          </p:cNvPr>
          <p:cNvSpPr>
            <a:spLocks noGrp="1"/>
          </p:cNvSpPr>
          <p:nvPr/>
        </p:nvSpPr>
        <p:spPr>
          <a:xfrm>
            <a:off x="8968740" y="5219700"/>
            <a:ext cx="762" cy="335280"/>
          </a:xfrm>
          <a:custGeom>
            <a:avLst/>
            <a:gdLst/>
            <a:ahLst/>
            <a:cxnLst/>
            <a:rect l="0" t="0" r="0" b="0"/>
            <a:pathLst>
              <a:path w="762"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noFill/>
          <a:ln w="7620">
            <a:solidFill>
              <a:srgbClr val="C6D6E9"/>
            </a:solidFill>
            <a:prstDash val="solid"/>
          </a:ln>
        </p:spPr>
      </p:sp>
      <p:sp>
        <p:nvSpPr>
          <p:cNvPr id="66" name="4 目的">
            <a:extLst>
              <a:ext uri="{FF2B5EF4-FFF2-40B4-BE49-F238E27FC236}">
                <a16:creationId xmlns:a16="http://schemas.microsoft.com/office/drawing/2014/main" id="{E68B2675-F198-4006-9B65-3CF9B1BB271C}"/>
              </a:ext>
            </a:extLst>
          </p:cNvPr>
          <p:cNvSpPr>
            <a:spLocks noGrp="1"/>
          </p:cNvSpPr>
          <p:nvPr/>
        </p:nvSpPr>
        <p:spPr>
          <a:xfrm>
            <a:off x="9121140" y="5143500"/>
            <a:ext cx="196596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340" b="1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rPr>
              <a:t>保障落地</a:t>
            </a:r>
          </a:p>
        </p:txBody>
      </p:sp>
      <p:sp>
        <p:nvSpPr>
          <p:cNvPr id="67" name="4 时间轴外圆">
            <a:extLst>
              <a:ext uri="{FF2B5EF4-FFF2-40B4-BE49-F238E27FC236}">
                <a16:creationId xmlns:a16="http://schemas.microsoft.com/office/drawing/2014/main" id="{9076A10B-F767-40B9-91B3-C65B642F4103}"/>
              </a:ext>
            </a:extLst>
          </p:cNvPr>
          <p:cNvSpPr>
            <a:spLocks noGrp="1"/>
          </p:cNvSpPr>
          <p:nvPr/>
        </p:nvSpPr>
        <p:spPr>
          <a:xfrm>
            <a:off x="4503420" y="5227320"/>
            <a:ext cx="220980" cy="220980"/>
          </a:xfrm>
          <a:prstGeom prst="ellipse">
            <a:avLst/>
          </a:prstGeom>
          <a:solidFill>
            <a:srgbClr val="102F52"/>
          </a:solidFill>
          <a:ln w="7620">
            <a:solidFill>
              <a:srgbClr val="568EB4"/>
            </a:solidFill>
            <a:prstDash val="solid"/>
          </a:ln>
        </p:spPr>
      </p:sp>
      <p:sp>
        <p:nvSpPr>
          <p:cNvPr id="68" name="4 时间轴内圆">
            <a:extLst>
              <a:ext uri="{FF2B5EF4-FFF2-40B4-BE49-F238E27FC236}">
                <a16:creationId xmlns:a16="http://schemas.microsoft.com/office/drawing/2014/main" id="{23382DA9-498C-4092-AB43-857EA69FD27A}"/>
              </a:ext>
            </a:extLst>
          </p:cNvPr>
          <p:cNvSpPr>
            <a:spLocks noGrp="1"/>
          </p:cNvSpPr>
          <p:nvPr/>
        </p:nvSpPr>
        <p:spPr>
          <a:xfrm>
            <a:off x="4549140" y="5273040"/>
            <a:ext cx="129540" cy="129540"/>
          </a:xfrm>
          <a:prstGeom prst="ellipse">
            <a:avLst/>
          </a:prstGeom>
          <a:solidFill>
            <a:srgbClr val="80CFF7"/>
          </a:solidFill>
          <a:ln w="7620">
            <a:solidFill>
              <a:srgbClr val="B1DCFF"/>
            </a:solidFill>
            <a:prstDash val="solid"/>
          </a:ln>
        </p:spPr>
      </p:sp>
      <p:sp>
        <p:nvSpPr>
          <p:cNvPr id="69" name="4 时间轴光点">
            <a:extLst>
              <a:ext uri="{FF2B5EF4-FFF2-40B4-BE49-F238E27FC236}">
                <a16:creationId xmlns:a16="http://schemas.microsoft.com/office/drawing/2014/main" id="{4B6AABC2-9327-4005-A63E-C6B1F54C7212}"/>
              </a:ext>
            </a:extLst>
          </p:cNvPr>
          <p:cNvSpPr>
            <a:spLocks noGrp="1"/>
          </p:cNvSpPr>
          <p:nvPr/>
        </p:nvSpPr>
        <p:spPr>
          <a:xfrm>
            <a:off x="4587240" y="5204460"/>
            <a:ext cx="45720" cy="45720"/>
          </a:xfrm>
          <a:prstGeom prst="ellipse">
            <a:avLst/>
          </a:prstGeom>
          <a:solidFill>
            <a:srgbClr val="AEE9FF"/>
          </a:solidFill>
          <a:ln w="0">
            <a:noFill/>
            <a:prstDash val="solid"/>
          </a:ln>
        </p:spPr>
      </p:sp>
      <p:sp>
        <p:nvSpPr>
          <p:cNvPr id="70" name="页码">
            <a:extLst>
              <a:ext uri="{FF2B5EF4-FFF2-40B4-BE49-F238E27FC236}">
                <a16:creationId xmlns:a16="http://schemas.microsoft.com/office/drawing/2014/main" id="{D1BD4386-2091-4AEF-ABE2-57B3D31DAE20}"/>
              </a:ext>
            </a:extLst>
          </p:cNvPr>
          <p:cNvSpPr>
            <a:spLocks noGrp="1"/>
          </p:cNvSpPr>
          <p:nvPr/>
        </p:nvSpPr>
        <p:spPr>
          <a:xfrm>
            <a:off x="11468100" y="6179820"/>
            <a:ext cx="480060" cy="4038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60" b="0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160" b="0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160" b="0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160" b="0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160" b="0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160" b="0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160" b="0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160" b="0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160" b="0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160" b="0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160" b="0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60" b="0">
                <a:solidFill>
                  <a:srgbClr val="EEF4FF"/>
                </a:solidFill>
                <a:latin typeface="Noto Serif CJK SC"/>
                <a:ea typeface="Noto Serif CJK SC"/>
                <a:cs typeface="Noto Serif CJK SC"/>
              </a:rPr>
              <a:t>02</a:t>
            </a:r>
          </a:p>
        </p:txBody>
      </p:sp>
      <p:sp>
        <p:nvSpPr>
          <p:cNvPr id="71" name="页码下划线">
            <a:extLst>
              <a:ext uri="{FF2B5EF4-FFF2-40B4-BE49-F238E27FC236}">
                <a16:creationId xmlns:a16="http://schemas.microsoft.com/office/drawing/2014/main" id="{615E340D-4FCB-4619-B7B8-C864F28E966F}"/>
              </a:ext>
            </a:extLst>
          </p:cNvPr>
          <p:cNvSpPr>
            <a:spLocks noGrp="1"/>
          </p:cNvSpPr>
          <p:nvPr/>
        </p:nvSpPr>
        <p:spPr>
          <a:xfrm>
            <a:off x="11498580" y="6553200"/>
            <a:ext cx="320040" cy="762"/>
          </a:xfrm>
          <a:custGeom>
            <a:avLst/>
            <a:gdLst/>
            <a:ahLst/>
            <a:cxnLst/>
            <a:rect l="0" t="0" r="0" b="0"/>
            <a:pathLst>
              <a:path w="320040" h="762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5240">
            <a:solidFill>
              <a:srgbClr val="52C9E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046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1630"/>
            </a:gs>
            <a:gs pos="55000">
              <a:srgbClr val="00112B"/>
            </a:gs>
            <a:gs pos="100000">
              <a:srgbClr val="010E26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DAD32113-26CC-405A-95D5-AAD2E146C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" y="3993819"/>
            <a:ext cx="4154155" cy="230300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4E04AC1-4EE8-4667-B88C-64DD98E7C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87286" y="561175"/>
            <a:ext cx="6602920" cy="5626329"/>
          </a:xfrm>
          <a:prstGeom prst="rect">
            <a:avLst/>
          </a:prstGeom>
        </p:spPr>
      </p:pic>
      <p:sp>
        <p:nvSpPr>
          <p:cNvPr id="3" name="造价智算标题">
            <a:extLst>
              <a:ext uri="{FF2B5EF4-FFF2-40B4-BE49-F238E27FC236}">
                <a16:creationId xmlns:a16="http://schemas.microsoft.com/office/drawing/2014/main" id="{E8BD97BD-B182-4D1E-829A-602B1B4D89D8}"/>
              </a:ext>
            </a:extLst>
          </p:cNvPr>
          <p:cNvSpPr>
            <a:spLocks noGrp="1"/>
          </p:cNvSpPr>
          <p:nvPr/>
        </p:nvSpPr>
        <p:spPr>
          <a:xfrm>
            <a:off x="304800" y="661988"/>
            <a:ext cx="36385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造价智算</a:t>
            </a:r>
          </a:p>
        </p:txBody>
      </p:sp>
      <p:sp>
        <p:nvSpPr>
          <p:cNvPr id="4" name="工程造价辅助智能体">
            <a:extLst>
              <a:ext uri="{FF2B5EF4-FFF2-40B4-BE49-F238E27FC236}">
                <a16:creationId xmlns:a16="http://schemas.microsoft.com/office/drawing/2014/main" id="{D71E0F25-2FC0-47E3-B31C-244493F84BBE}"/>
              </a:ext>
            </a:extLst>
          </p:cNvPr>
          <p:cNvSpPr>
            <a:spLocks noGrp="1"/>
          </p:cNvSpPr>
          <p:nvPr/>
        </p:nvSpPr>
        <p:spPr>
          <a:xfrm>
            <a:off x="323850" y="1609725"/>
            <a:ext cx="3762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865" b="1">
                <a:solidFill>
                  <a:srgbClr val="09CEE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865" b="1">
                <a:solidFill>
                  <a:srgbClr val="09CEE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865" b="1">
                <a:solidFill>
                  <a:srgbClr val="09CEE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865" b="1">
                <a:solidFill>
                  <a:srgbClr val="09CEE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865" b="1">
                <a:solidFill>
                  <a:srgbClr val="09CEE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865" b="1">
                <a:solidFill>
                  <a:srgbClr val="09CEE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865" b="1">
                <a:solidFill>
                  <a:srgbClr val="09CEE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865" b="1">
                <a:solidFill>
                  <a:srgbClr val="09CEE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865" b="1">
                <a:solidFill>
                  <a:srgbClr val="09CEE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865" b="1">
                <a:solidFill>
                  <a:srgbClr val="09CEE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865" b="1">
                <a:solidFill>
                  <a:srgbClr val="09CE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65" b="1">
                <a:solidFill>
                  <a:srgbClr val="09CEEE"/>
                </a:solidFill>
                <a:latin typeface="Noto Sans CJK SC"/>
                <a:ea typeface="Noto Sans CJK SC"/>
                <a:cs typeface="Noto Sans CJK SC"/>
              </a:rPr>
              <a:t>工程造价辅助智能体</a:t>
            </a:r>
          </a:p>
        </p:txBody>
      </p:sp>
      <p:sp>
        <p:nvSpPr>
          <p:cNvPr id="5" name="首个落地场景">
            <a:extLst>
              <a:ext uri="{FF2B5EF4-FFF2-40B4-BE49-F238E27FC236}">
                <a16:creationId xmlns:a16="http://schemas.microsoft.com/office/drawing/2014/main" id="{D599B005-EA68-43ED-AF9C-6D5AB3124EF5}"/>
              </a:ext>
            </a:extLst>
          </p:cNvPr>
          <p:cNvSpPr>
            <a:spLocks noGrp="1"/>
          </p:cNvSpPr>
          <p:nvPr/>
        </p:nvSpPr>
        <p:spPr>
          <a:xfrm>
            <a:off x="333375" y="227647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98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98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98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98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98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98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98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98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98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98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98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98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长输管道勘察测量最高投标限价辅助编制</a:t>
            </a:r>
          </a:p>
        </p:txBody>
      </p:sp>
      <p:sp>
        <p:nvSpPr>
          <p:cNvPr id="6" name="依据提醒背景">
            <a:extLst>
              <a:ext uri="{FF2B5EF4-FFF2-40B4-BE49-F238E27FC236}">
                <a16:creationId xmlns:a16="http://schemas.microsoft.com/office/drawing/2014/main" id="{4D05DF5B-0319-4EB6-A6E9-E62A883753D7}"/>
              </a:ext>
            </a:extLst>
          </p:cNvPr>
          <p:cNvSpPr>
            <a:spLocks noGrp="1"/>
          </p:cNvSpPr>
          <p:nvPr/>
        </p:nvSpPr>
        <p:spPr>
          <a:xfrm>
            <a:off x="295275" y="2752725"/>
            <a:ext cx="3733800" cy="752475"/>
          </a:xfrm>
          <a:prstGeom prst="rect">
            <a:avLst/>
          </a:prstGeom>
          <a:gradFill>
            <a:gsLst>
              <a:gs pos="0">
                <a:srgbClr val="032B43"/>
              </a:gs>
              <a:gs pos="100000">
                <a:srgbClr val="021831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7" name="关键数字必须有依据">
            <a:extLst>
              <a:ext uri="{FF2B5EF4-FFF2-40B4-BE49-F238E27FC236}">
                <a16:creationId xmlns:a16="http://schemas.microsoft.com/office/drawing/2014/main" id="{8AAD14B3-DD47-43B1-9E78-A344663B079F}"/>
              </a:ext>
            </a:extLst>
          </p:cNvPr>
          <p:cNvSpPr>
            <a:spLocks noGrp="1"/>
          </p:cNvSpPr>
          <p:nvPr/>
        </p:nvSpPr>
        <p:spPr>
          <a:xfrm>
            <a:off x="333375" y="2771775"/>
            <a:ext cx="3714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20" b="1">
                <a:solidFill>
                  <a:srgbClr val="DEF7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20" b="1">
                <a:solidFill>
                  <a:srgbClr val="DEF7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20" b="1">
                <a:solidFill>
                  <a:srgbClr val="DEF7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20" b="1">
                <a:solidFill>
                  <a:srgbClr val="DEF7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20" b="1">
                <a:solidFill>
                  <a:srgbClr val="DEF7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20" b="1">
                <a:solidFill>
                  <a:srgbClr val="DEF7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20" b="1">
                <a:solidFill>
                  <a:srgbClr val="DEF7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20" b="1">
                <a:solidFill>
                  <a:srgbClr val="DEF7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20" b="1">
                <a:solidFill>
                  <a:srgbClr val="DEF7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20" b="1">
                <a:solidFill>
                  <a:srgbClr val="DEF7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20" b="1">
                <a:solidFill>
                  <a:srgbClr val="DEF7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 b="1">
                <a:solidFill>
                  <a:srgbClr val="DEF7FF"/>
                </a:solidFill>
                <a:latin typeface="Noto Sans CJK SC"/>
                <a:ea typeface="Noto Sans CJK SC"/>
                <a:cs typeface="Noto Sans CJK SC"/>
              </a:rPr>
              <a:t>一个关键数字没有依据，整项成果就会被打上问号</a:t>
            </a:r>
          </a:p>
        </p:txBody>
      </p:sp>
      <p:sp>
        <p:nvSpPr>
          <p:cNvPr id="8" name="可解释与可交付">
            <a:extLst>
              <a:ext uri="{FF2B5EF4-FFF2-40B4-BE49-F238E27FC236}">
                <a16:creationId xmlns:a16="http://schemas.microsoft.com/office/drawing/2014/main" id="{2F7899C8-60F0-448E-9A1E-C36E6D44D643}"/>
              </a:ext>
            </a:extLst>
          </p:cNvPr>
          <p:cNvSpPr>
            <a:spLocks noGrp="1"/>
          </p:cNvSpPr>
          <p:nvPr/>
        </p:nvSpPr>
        <p:spPr>
          <a:xfrm>
            <a:off x="333375" y="3133725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53" b="0">
                <a:solidFill>
                  <a:srgbClr val="E4ECF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53" b="0">
                <a:solidFill>
                  <a:srgbClr val="E4ECF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53" b="0">
                <a:solidFill>
                  <a:srgbClr val="E4ECF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53" b="0">
                <a:solidFill>
                  <a:srgbClr val="E4ECF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53" b="0">
                <a:solidFill>
                  <a:srgbClr val="E4ECF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53" b="0">
                <a:solidFill>
                  <a:srgbClr val="E4ECF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53" b="0">
                <a:solidFill>
                  <a:srgbClr val="E4ECF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53" b="0">
                <a:solidFill>
                  <a:srgbClr val="E4ECF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53" b="0">
                <a:solidFill>
                  <a:srgbClr val="E4ECF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53" b="0">
                <a:solidFill>
                  <a:srgbClr val="E4ECF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53" b="0">
                <a:solidFill>
                  <a:srgbClr val="E4EC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3" b="0">
                <a:solidFill>
                  <a:srgbClr val="E4ECF8"/>
                </a:solidFill>
                <a:latin typeface="Noto Sans CJK SC"/>
                <a:ea typeface="Noto Sans CJK SC"/>
                <a:cs typeface="Noto Sans CJK SC"/>
              </a:rPr>
              <a:t>依据来自哪里  |  规则为什么命中  |  异常谁来确认  |  结果如何交付</a:t>
            </a:r>
          </a:p>
        </p:txBody>
      </p:sp>
      <p:sp>
        <p:nvSpPr>
          <p:cNvPr id="9" name="说明分隔线">
            <a:extLst>
              <a:ext uri="{FF2B5EF4-FFF2-40B4-BE49-F238E27FC236}">
                <a16:creationId xmlns:a16="http://schemas.microsoft.com/office/drawing/2014/main" id="{254EB04C-FF7D-4DEE-A8B9-D14C03DD4ED2}"/>
              </a:ext>
            </a:extLst>
          </p:cNvPr>
          <p:cNvSpPr>
            <a:spLocks noGrp="1"/>
          </p:cNvSpPr>
          <p:nvPr/>
        </p:nvSpPr>
        <p:spPr>
          <a:xfrm>
            <a:off x="333375" y="3533775"/>
            <a:ext cx="3724275" cy="4763"/>
          </a:xfrm>
          <a:prstGeom prst="line">
            <a:avLst/>
          </a:prstGeom>
          <a:noFill/>
          <a:ln w="5715">
            <a:solidFill>
              <a:srgbClr val="16354F"/>
            </a:solidFill>
            <a:prstDash val="solid"/>
          </a:ln>
        </p:spPr>
      </p:sp>
      <p:sp>
        <p:nvSpPr>
          <p:cNvPr id="10" name="业务延展">
            <a:extLst>
              <a:ext uri="{FF2B5EF4-FFF2-40B4-BE49-F238E27FC236}">
                <a16:creationId xmlns:a16="http://schemas.microsoft.com/office/drawing/2014/main" id="{64322B26-3256-4E65-8D8F-4457F59957B9}"/>
              </a:ext>
            </a:extLst>
          </p:cNvPr>
          <p:cNvSpPr>
            <a:spLocks noGrp="1"/>
          </p:cNvSpPr>
          <p:nvPr/>
        </p:nvSpPr>
        <p:spPr>
          <a:xfrm>
            <a:off x="333375" y="3571875"/>
            <a:ext cx="37242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从第一项真实任务出发，服务更多造价业务场景</a:t>
            </a:r>
          </a:p>
        </p:txBody>
      </p:sp>
      <p:sp>
        <p:nvSpPr>
          <p:cNvPr id="11" name="说明框1">
            <a:extLst>
              <a:ext uri="{FF2B5EF4-FFF2-40B4-BE49-F238E27FC236}">
                <a16:creationId xmlns:a16="http://schemas.microsoft.com/office/drawing/2014/main" id="{874E24A5-A516-4E73-84C8-38C76C657EAA}"/>
              </a:ext>
            </a:extLst>
          </p:cNvPr>
          <p:cNvSpPr>
            <a:spLocks noGrp="1"/>
          </p:cNvSpPr>
          <p:nvPr/>
        </p:nvSpPr>
        <p:spPr>
          <a:xfrm>
            <a:off x="10934700" y="1381125"/>
            <a:ext cx="1019175" cy="91440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062437"/>
              </a:gs>
              <a:gs pos="100000">
                <a:srgbClr val="031A2B"/>
              </a:gs>
            </a:gsLst>
            <a:lin ang="0"/>
          </a:gradFill>
          <a:ln w="9525">
            <a:solidFill>
              <a:srgbClr val="65D8F2"/>
            </a:solidFill>
            <a:prstDash val="solid"/>
          </a:ln>
        </p:spPr>
      </p:sp>
      <p:sp>
        <p:nvSpPr>
          <p:cNvPr id="12" name="依据可追溯">
            <a:extLst>
              <a:ext uri="{FF2B5EF4-FFF2-40B4-BE49-F238E27FC236}">
                <a16:creationId xmlns:a16="http://schemas.microsoft.com/office/drawing/2014/main" id="{82BDD25D-F9C7-43B6-B701-8E06E71CB2FE}"/>
              </a:ext>
            </a:extLst>
          </p:cNvPr>
          <p:cNvSpPr>
            <a:spLocks noGrp="1"/>
          </p:cNvSpPr>
          <p:nvPr/>
        </p:nvSpPr>
        <p:spPr>
          <a:xfrm>
            <a:off x="11029950" y="1466850"/>
            <a:ext cx="8667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rPr>
              <a:t>依据可追溯</a:t>
            </a:r>
          </a:p>
        </p:txBody>
      </p:sp>
      <p:sp>
        <p:nvSpPr>
          <p:cNvPr id="13" name="依据可追溯说明1">
            <a:extLst>
              <a:ext uri="{FF2B5EF4-FFF2-40B4-BE49-F238E27FC236}">
                <a16:creationId xmlns:a16="http://schemas.microsoft.com/office/drawing/2014/main" id="{A645B3B9-B8C1-4E3A-B14B-C8706C8DE708}"/>
              </a:ext>
            </a:extLst>
          </p:cNvPr>
          <p:cNvSpPr>
            <a:spLocks noGrp="1"/>
          </p:cNvSpPr>
          <p:nvPr/>
        </p:nvSpPr>
        <p:spPr>
          <a:xfrm>
            <a:off x="11029950" y="1743075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rPr>
              <a:t>· 展示匹配规则来源</a:t>
            </a:r>
          </a:p>
        </p:txBody>
      </p:sp>
      <p:sp>
        <p:nvSpPr>
          <p:cNvPr id="14" name="依据可追溯说明2">
            <a:extLst>
              <a:ext uri="{FF2B5EF4-FFF2-40B4-BE49-F238E27FC236}">
                <a16:creationId xmlns:a16="http://schemas.microsoft.com/office/drawing/2014/main" id="{B35414EB-C769-4C98-987D-3C783B1713BC}"/>
              </a:ext>
            </a:extLst>
          </p:cNvPr>
          <p:cNvSpPr>
            <a:spLocks noGrp="1"/>
          </p:cNvSpPr>
          <p:nvPr/>
        </p:nvSpPr>
        <p:spPr>
          <a:xfrm>
            <a:off x="11029950" y="1981200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rPr>
              <a:t>· 说明命中逻辑</a:t>
            </a:r>
          </a:p>
        </p:txBody>
      </p:sp>
      <p:sp>
        <p:nvSpPr>
          <p:cNvPr id="15" name="依据可追溯连线">
            <a:extLst>
              <a:ext uri="{FF2B5EF4-FFF2-40B4-BE49-F238E27FC236}">
                <a16:creationId xmlns:a16="http://schemas.microsoft.com/office/drawing/2014/main" id="{DF20A795-CA13-4865-8D36-A30D8D4BA3B9}"/>
              </a:ext>
            </a:extLst>
          </p:cNvPr>
          <p:cNvSpPr>
            <a:spLocks noGrp="1"/>
          </p:cNvSpPr>
          <p:nvPr/>
        </p:nvSpPr>
        <p:spPr>
          <a:xfrm>
            <a:off x="10687050" y="1924050"/>
            <a:ext cx="247650" cy="953"/>
          </a:xfrm>
          <a:prstGeom prst="line">
            <a:avLst/>
          </a:prstGeom>
          <a:noFill/>
          <a:ln w="14288">
            <a:solidFill>
              <a:srgbClr val="48D9F3"/>
            </a:solidFill>
            <a:prstDash val="solid"/>
          </a:ln>
        </p:spPr>
      </p:sp>
      <p:sp>
        <p:nvSpPr>
          <p:cNvPr id="16" name="依据可追溯节点">
            <a:extLst>
              <a:ext uri="{FF2B5EF4-FFF2-40B4-BE49-F238E27FC236}">
                <a16:creationId xmlns:a16="http://schemas.microsoft.com/office/drawing/2014/main" id="{BD17C101-651D-4CC3-A764-24759FDE9C03}"/>
              </a:ext>
            </a:extLst>
          </p:cNvPr>
          <p:cNvSpPr>
            <a:spLocks noGrp="1"/>
          </p:cNvSpPr>
          <p:nvPr/>
        </p:nvSpPr>
        <p:spPr>
          <a:xfrm>
            <a:off x="10639425" y="1885950"/>
            <a:ext cx="76200" cy="76200"/>
          </a:xfrm>
          <a:prstGeom prst="ellipse">
            <a:avLst/>
          </a:prstGeom>
          <a:solidFill>
            <a:srgbClr val="3EDDF3"/>
          </a:solidFill>
          <a:ln w="0">
            <a:noFill/>
            <a:prstDash val="solid"/>
          </a:ln>
        </p:spPr>
      </p:sp>
      <p:sp>
        <p:nvSpPr>
          <p:cNvPr id="17" name="说明框2">
            <a:extLst>
              <a:ext uri="{FF2B5EF4-FFF2-40B4-BE49-F238E27FC236}">
                <a16:creationId xmlns:a16="http://schemas.microsoft.com/office/drawing/2014/main" id="{72C3D92D-2327-4817-B95E-E2E7B3D1E619}"/>
              </a:ext>
            </a:extLst>
          </p:cNvPr>
          <p:cNvSpPr>
            <a:spLocks noGrp="1"/>
          </p:cNvSpPr>
          <p:nvPr/>
        </p:nvSpPr>
        <p:spPr>
          <a:xfrm>
            <a:off x="10934700" y="2838450"/>
            <a:ext cx="1019175" cy="91440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062437"/>
              </a:gs>
              <a:gs pos="100000">
                <a:srgbClr val="031A2B"/>
              </a:gs>
            </a:gsLst>
            <a:lin ang="0"/>
          </a:gradFill>
          <a:ln w="9525">
            <a:solidFill>
              <a:srgbClr val="65D8F2"/>
            </a:solidFill>
            <a:prstDash val="solid"/>
          </a:ln>
        </p:spPr>
      </p:sp>
      <p:sp>
        <p:nvSpPr>
          <p:cNvPr id="18" name="风险可识别">
            <a:extLst>
              <a:ext uri="{FF2B5EF4-FFF2-40B4-BE49-F238E27FC236}">
                <a16:creationId xmlns:a16="http://schemas.microsoft.com/office/drawing/2014/main" id="{7EB5BF5D-0CC2-459D-A311-31FB4B5DCB76}"/>
              </a:ext>
            </a:extLst>
          </p:cNvPr>
          <p:cNvSpPr>
            <a:spLocks noGrp="1"/>
          </p:cNvSpPr>
          <p:nvPr/>
        </p:nvSpPr>
        <p:spPr>
          <a:xfrm>
            <a:off x="11029950" y="2924175"/>
            <a:ext cx="8667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rPr>
              <a:t>风险可识别</a:t>
            </a:r>
          </a:p>
        </p:txBody>
      </p:sp>
      <p:sp>
        <p:nvSpPr>
          <p:cNvPr id="19" name="风险可识别说明1">
            <a:extLst>
              <a:ext uri="{FF2B5EF4-FFF2-40B4-BE49-F238E27FC236}">
                <a16:creationId xmlns:a16="http://schemas.microsoft.com/office/drawing/2014/main" id="{3772CCFE-81EA-40B5-8DFD-63B8D85C42D0}"/>
              </a:ext>
            </a:extLst>
          </p:cNvPr>
          <p:cNvSpPr>
            <a:spLocks noGrp="1"/>
          </p:cNvSpPr>
          <p:nvPr/>
        </p:nvSpPr>
        <p:spPr>
          <a:xfrm>
            <a:off x="11029950" y="3200400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rPr>
              <a:t>· 表格预览与异常提醒</a:t>
            </a:r>
          </a:p>
        </p:txBody>
      </p:sp>
      <p:sp>
        <p:nvSpPr>
          <p:cNvPr id="20" name="风险可识别说明2">
            <a:extLst>
              <a:ext uri="{FF2B5EF4-FFF2-40B4-BE49-F238E27FC236}">
                <a16:creationId xmlns:a16="http://schemas.microsoft.com/office/drawing/2014/main" id="{53835864-7E3B-4719-88AE-50E0C13A0B47}"/>
              </a:ext>
            </a:extLst>
          </p:cNvPr>
          <p:cNvSpPr>
            <a:spLocks noGrp="1"/>
          </p:cNvSpPr>
          <p:nvPr/>
        </p:nvSpPr>
        <p:spPr>
          <a:xfrm>
            <a:off x="11029950" y="3438525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rPr>
              <a:t>· 支持人工复核确认</a:t>
            </a:r>
          </a:p>
        </p:txBody>
      </p:sp>
      <p:sp>
        <p:nvSpPr>
          <p:cNvPr id="21" name="风险可识别连线">
            <a:extLst>
              <a:ext uri="{FF2B5EF4-FFF2-40B4-BE49-F238E27FC236}">
                <a16:creationId xmlns:a16="http://schemas.microsoft.com/office/drawing/2014/main" id="{E8FCC86B-6714-486F-A445-536A273B2780}"/>
              </a:ext>
            </a:extLst>
          </p:cNvPr>
          <p:cNvSpPr>
            <a:spLocks noGrp="1"/>
          </p:cNvSpPr>
          <p:nvPr/>
        </p:nvSpPr>
        <p:spPr>
          <a:xfrm>
            <a:off x="10687050" y="3381375"/>
            <a:ext cx="247650" cy="953"/>
          </a:xfrm>
          <a:prstGeom prst="line">
            <a:avLst/>
          </a:prstGeom>
          <a:noFill/>
          <a:ln w="14288">
            <a:solidFill>
              <a:srgbClr val="48D9F3"/>
            </a:solidFill>
            <a:prstDash val="solid"/>
          </a:ln>
        </p:spPr>
      </p:sp>
      <p:sp>
        <p:nvSpPr>
          <p:cNvPr id="22" name="风险可识别节点">
            <a:extLst>
              <a:ext uri="{FF2B5EF4-FFF2-40B4-BE49-F238E27FC236}">
                <a16:creationId xmlns:a16="http://schemas.microsoft.com/office/drawing/2014/main" id="{46DCCBC0-4562-471D-9882-53E732BAEDB0}"/>
              </a:ext>
            </a:extLst>
          </p:cNvPr>
          <p:cNvSpPr>
            <a:spLocks noGrp="1"/>
          </p:cNvSpPr>
          <p:nvPr/>
        </p:nvSpPr>
        <p:spPr>
          <a:xfrm>
            <a:off x="10639425" y="3343275"/>
            <a:ext cx="76200" cy="76200"/>
          </a:xfrm>
          <a:prstGeom prst="ellipse">
            <a:avLst/>
          </a:prstGeom>
          <a:solidFill>
            <a:srgbClr val="3EDDF3"/>
          </a:solidFill>
          <a:ln w="0">
            <a:noFill/>
            <a:prstDash val="solid"/>
          </a:ln>
        </p:spPr>
      </p:sp>
      <p:sp>
        <p:nvSpPr>
          <p:cNvPr id="23" name="说明框3">
            <a:extLst>
              <a:ext uri="{FF2B5EF4-FFF2-40B4-BE49-F238E27FC236}">
                <a16:creationId xmlns:a16="http://schemas.microsoft.com/office/drawing/2014/main" id="{6A62B624-98EE-4D49-BC0D-1E23E3573019}"/>
              </a:ext>
            </a:extLst>
          </p:cNvPr>
          <p:cNvSpPr>
            <a:spLocks noGrp="1"/>
          </p:cNvSpPr>
          <p:nvPr/>
        </p:nvSpPr>
        <p:spPr>
          <a:xfrm>
            <a:off x="10934700" y="4686300"/>
            <a:ext cx="1019175" cy="91440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062437"/>
              </a:gs>
              <a:gs pos="100000">
                <a:srgbClr val="031A2B"/>
              </a:gs>
            </a:gsLst>
            <a:lin ang="0"/>
          </a:gradFill>
          <a:ln w="9525">
            <a:solidFill>
              <a:srgbClr val="65D8F2"/>
            </a:solidFill>
            <a:prstDash val="solid"/>
          </a:ln>
        </p:spPr>
      </p:sp>
      <p:sp>
        <p:nvSpPr>
          <p:cNvPr id="24" name="成果可交付">
            <a:extLst>
              <a:ext uri="{FF2B5EF4-FFF2-40B4-BE49-F238E27FC236}">
                <a16:creationId xmlns:a16="http://schemas.microsoft.com/office/drawing/2014/main" id="{354753FD-9DB8-4B20-A041-97CDE5CFC2B2}"/>
              </a:ext>
            </a:extLst>
          </p:cNvPr>
          <p:cNvSpPr>
            <a:spLocks noGrp="1"/>
          </p:cNvSpPr>
          <p:nvPr/>
        </p:nvSpPr>
        <p:spPr>
          <a:xfrm>
            <a:off x="11029950" y="4772025"/>
            <a:ext cx="8667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1">
                <a:solidFill>
                  <a:srgbClr val="5CD5EF"/>
                </a:solidFill>
                <a:latin typeface="Noto Sans CJK SC"/>
                <a:ea typeface="Noto Sans CJK SC"/>
                <a:cs typeface="Noto Sans CJK SC"/>
              </a:rPr>
              <a:t>成果可交付</a:t>
            </a:r>
          </a:p>
        </p:txBody>
      </p:sp>
      <p:sp>
        <p:nvSpPr>
          <p:cNvPr id="25" name="成果可交付说明1">
            <a:extLst>
              <a:ext uri="{FF2B5EF4-FFF2-40B4-BE49-F238E27FC236}">
                <a16:creationId xmlns:a16="http://schemas.microsoft.com/office/drawing/2014/main" id="{3BF5842F-48D5-4520-9351-CD202812F057}"/>
              </a:ext>
            </a:extLst>
          </p:cNvPr>
          <p:cNvSpPr>
            <a:spLocks noGrp="1"/>
          </p:cNvSpPr>
          <p:nvPr/>
        </p:nvSpPr>
        <p:spPr>
          <a:xfrm>
            <a:off x="11029950" y="5048250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rPr>
              <a:t>· 批量生成与导出</a:t>
            </a:r>
          </a:p>
        </p:txBody>
      </p:sp>
      <p:sp>
        <p:nvSpPr>
          <p:cNvPr id="26" name="成果可交付说明2">
            <a:extLst>
              <a:ext uri="{FF2B5EF4-FFF2-40B4-BE49-F238E27FC236}">
                <a16:creationId xmlns:a16="http://schemas.microsoft.com/office/drawing/2014/main" id="{62430A6E-CD39-4462-9D6E-27D46BD21A53}"/>
              </a:ext>
            </a:extLst>
          </p:cNvPr>
          <p:cNvSpPr>
            <a:spLocks noGrp="1"/>
          </p:cNvSpPr>
          <p:nvPr/>
        </p:nvSpPr>
        <p:spPr>
          <a:xfrm>
            <a:off x="11029950" y="5286375"/>
            <a:ext cx="91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0">
                <a:solidFill>
                  <a:srgbClr val="D8E6F3"/>
                </a:solidFill>
                <a:latin typeface="Noto Sans CJK SC"/>
                <a:ea typeface="Noto Sans CJK SC"/>
                <a:cs typeface="Noto Sans CJK SC"/>
              </a:rPr>
              <a:t>· 报告自动沉淀</a:t>
            </a:r>
          </a:p>
        </p:txBody>
      </p:sp>
      <p:sp>
        <p:nvSpPr>
          <p:cNvPr id="27" name="成果可交付连线">
            <a:extLst>
              <a:ext uri="{FF2B5EF4-FFF2-40B4-BE49-F238E27FC236}">
                <a16:creationId xmlns:a16="http://schemas.microsoft.com/office/drawing/2014/main" id="{C2D1501B-5542-4E8F-A28E-1FF3B12F7A0A}"/>
              </a:ext>
            </a:extLst>
          </p:cNvPr>
          <p:cNvSpPr>
            <a:spLocks noGrp="1"/>
          </p:cNvSpPr>
          <p:nvPr/>
        </p:nvSpPr>
        <p:spPr>
          <a:xfrm>
            <a:off x="10687050" y="5229225"/>
            <a:ext cx="247650" cy="953"/>
          </a:xfrm>
          <a:prstGeom prst="line">
            <a:avLst/>
          </a:prstGeom>
          <a:noFill/>
          <a:ln w="14288">
            <a:solidFill>
              <a:srgbClr val="48D9F3"/>
            </a:solidFill>
            <a:prstDash val="solid"/>
          </a:ln>
        </p:spPr>
      </p:sp>
      <p:sp>
        <p:nvSpPr>
          <p:cNvPr id="28" name="成果可交付节点">
            <a:extLst>
              <a:ext uri="{FF2B5EF4-FFF2-40B4-BE49-F238E27FC236}">
                <a16:creationId xmlns:a16="http://schemas.microsoft.com/office/drawing/2014/main" id="{9BCCFAF8-05DE-475C-BF0C-4A7CC433BAF9}"/>
              </a:ext>
            </a:extLst>
          </p:cNvPr>
          <p:cNvSpPr>
            <a:spLocks noGrp="1"/>
          </p:cNvSpPr>
          <p:nvPr/>
        </p:nvSpPr>
        <p:spPr>
          <a:xfrm>
            <a:off x="10639425" y="5191125"/>
            <a:ext cx="76200" cy="76200"/>
          </a:xfrm>
          <a:prstGeom prst="ellipse">
            <a:avLst/>
          </a:prstGeom>
          <a:solidFill>
            <a:srgbClr val="3EDDF3"/>
          </a:solidFill>
          <a:ln w="0">
            <a:noFill/>
            <a:prstDash val="solid"/>
          </a:ln>
        </p:spPr>
      </p:sp>
      <p:sp>
        <p:nvSpPr>
          <p:cNvPr id="29" name="原稿页脚说明">
            <a:extLst>
              <a:ext uri="{FF2B5EF4-FFF2-40B4-BE49-F238E27FC236}">
                <a16:creationId xmlns:a16="http://schemas.microsoft.com/office/drawing/2014/main" id="{BEA33393-ED2B-4D7D-B61F-E97E3142D132}"/>
              </a:ext>
            </a:extLst>
          </p:cNvPr>
          <p:cNvSpPr>
            <a:spLocks noGrp="1"/>
          </p:cNvSpPr>
          <p:nvPr/>
        </p:nvSpPr>
        <p:spPr>
          <a:xfrm>
            <a:off x="236601" y="6229531"/>
            <a:ext cx="11742020" cy="33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rPr>
              <a:t>在造价成果里，只要这一个数字说不清来历，整份报告，就没人敢签字。     AI 能不能多给答案不重要；而是证据不足时，它能不能管住自己，它能不能保持克制,不去瞎编。</a:t>
            </a:r>
          </a:p>
        </p:txBody>
      </p:sp>
      <p:sp>
        <p:nvSpPr>
          <p:cNvPr id="30" name="原稿页脚提问">
            <a:extLst>
              <a:ext uri="{FF2B5EF4-FFF2-40B4-BE49-F238E27FC236}">
                <a16:creationId xmlns:a16="http://schemas.microsoft.com/office/drawing/2014/main" id="{76E811D3-529B-453D-860A-2F32E514A384}"/>
              </a:ext>
            </a:extLst>
          </p:cNvPr>
          <p:cNvSpPr>
            <a:spLocks noGrp="1"/>
          </p:cNvSpPr>
          <p:nvPr/>
        </p:nvSpPr>
        <p:spPr>
          <a:xfrm>
            <a:off x="236601" y="6484944"/>
            <a:ext cx="11742020" cy="33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rPr>
              <a:t>一个真实造价任务是什么样的呢？</a:t>
            </a:r>
          </a:p>
        </p:txBody>
      </p:sp>
    </p:spTree>
    <p:extLst>
      <p:ext uri="{BB962C8B-B14F-4D97-AF65-F5344CB8AC3E}">
        <p14:creationId xmlns:p14="http://schemas.microsoft.com/office/powerpoint/2010/main" val="2141655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图片 140">
            <a:extLst>
              <a:ext uri="{FF2B5EF4-FFF2-40B4-BE49-F238E27FC236}">
                <a16:creationId xmlns:a16="http://schemas.microsoft.com/office/drawing/2014/main" id="{6959A1F2-EF62-476C-861D-E2B269916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42120" y="121920"/>
            <a:ext cx="2750820" cy="182118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E708292-D09D-48BD-AF82-2A83D161C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300" y="5250180"/>
            <a:ext cx="518160" cy="146304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715ADC-C786-482B-B3A7-ACFFD3E17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567160" y="5295900"/>
            <a:ext cx="525780" cy="1417320"/>
          </a:xfrm>
          <a:prstGeom prst="rect">
            <a:avLst/>
          </a:prstGeom>
        </p:spPr>
      </p:pic>
      <p:sp>
        <p:nvSpPr>
          <p:cNvPr id="4" name="整页细框">
            <a:extLst>
              <a:ext uri="{FF2B5EF4-FFF2-40B4-BE49-F238E27FC236}">
                <a16:creationId xmlns:a16="http://schemas.microsoft.com/office/drawing/2014/main" id="{808F626D-3EA7-4A16-A52F-FE496DE24522}"/>
              </a:ext>
            </a:extLst>
          </p:cNvPr>
          <p:cNvSpPr>
            <a:spLocks noGrp="1"/>
          </p:cNvSpPr>
          <p:nvPr/>
        </p:nvSpPr>
        <p:spPr>
          <a:xfrm>
            <a:off x="106680" y="99060"/>
            <a:ext cx="11986260" cy="6659880"/>
          </a:xfrm>
          <a:prstGeom prst="roundRect">
            <a:avLst>
              <a:gd name="adj" fmla="val 458"/>
            </a:avLst>
          </a:prstGeom>
          <a:noFill/>
          <a:ln w="6858">
            <a:solidFill>
              <a:srgbClr val="4B667D"/>
            </a:solidFill>
            <a:prstDash val="solid"/>
          </a:ln>
        </p:spPr>
      </p:sp>
      <p:sp>
        <p:nvSpPr>
          <p:cNvPr id="5" name="主标题">
            <a:extLst>
              <a:ext uri="{FF2B5EF4-FFF2-40B4-BE49-F238E27FC236}">
                <a16:creationId xmlns:a16="http://schemas.microsoft.com/office/drawing/2014/main" id="{EE7C3F2E-3D60-4B61-BBD2-A2BB9D5D3BD4}"/>
              </a:ext>
            </a:extLst>
          </p:cNvPr>
          <p:cNvSpPr>
            <a:spLocks noGrp="1"/>
          </p:cNvSpPr>
          <p:nvPr/>
        </p:nvSpPr>
        <p:spPr>
          <a:xfrm>
            <a:off x="350520" y="152400"/>
            <a:ext cx="9906000" cy="579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8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8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8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8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8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8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8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8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8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8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28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8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最耗时间的，不是计算，是把数字讲明白</a:t>
            </a:r>
          </a:p>
        </p:txBody>
      </p:sp>
      <p:sp>
        <p:nvSpPr>
          <p:cNvPr id="6" name="副标题">
            <a:extLst>
              <a:ext uri="{FF2B5EF4-FFF2-40B4-BE49-F238E27FC236}">
                <a16:creationId xmlns:a16="http://schemas.microsoft.com/office/drawing/2014/main" id="{AB01A428-8BE7-4F84-99C1-FED7413A8D7A}"/>
              </a:ext>
            </a:extLst>
          </p:cNvPr>
          <p:cNvSpPr>
            <a:spLocks noGrp="1"/>
          </p:cNvSpPr>
          <p:nvPr/>
        </p:nvSpPr>
        <p:spPr>
          <a:xfrm>
            <a:off x="373380" y="731520"/>
            <a:ext cx="609600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rPr>
              <a:t>这个数字……从哪里来？为什么是它？</a:t>
            </a:r>
          </a:p>
        </p:txBody>
      </p:sp>
      <p:sp>
        <p:nvSpPr>
          <p:cNvPr id="7" name="副标题下线">
            <a:extLst>
              <a:ext uri="{FF2B5EF4-FFF2-40B4-BE49-F238E27FC236}">
                <a16:creationId xmlns:a16="http://schemas.microsoft.com/office/drawing/2014/main" id="{ECFC1568-36A9-4BC5-A208-00CFDEBE938E}"/>
              </a:ext>
            </a:extLst>
          </p:cNvPr>
          <p:cNvSpPr>
            <a:spLocks noGrp="1"/>
          </p:cNvSpPr>
          <p:nvPr/>
        </p:nvSpPr>
        <p:spPr>
          <a:xfrm>
            <a:off x="373380" y="1112520"/>
            <a:ext cx="693420" cy="762"/>
          </a:xfrm>
          <a:custGeom>
            <a:avLst/>
            <a:gdLst/>
            <a:ahLst/>
            <a:cxnLst/>
            <a:rect l="0" t="0" r="0" b="0"/>
            <a:pathLst>
              <a:path w="693420" h="762">
                <a:moveTo>
                  <a:pt x="0" y="0"/>
                </a:moveTo>
                <a:lnTo>
                  <a:pt x="693420" y="0"/>
                </a:lnTo>
              </a:path>
            </a:pathLst>
          </a:custGeom>
          <a:noFill/>
          <a:ln w="30480">
            <a:solidFill>
              <a:srgbClr val="52C9EE"/>
            </a:solidFill>
            <a:prstDash val="solid"/>
          </a:ln>
        </p:spPr>
      </p:sp>
      <p:sp>
        <p:nvSpPr>
          <p:cNvPr id="8" name="第1步卡片">
            <a:extLst>
              <a:ext uri="{FF2B5EF4-FFF2-40B4-BE49-F238E27FC236}">
                <a16:creationId xmlns:a16="http://schemas.microsoft.com/office/drawing/2014/main" id="{CB137368-EE09-4B28-944C-329589EDAA1B}"/>
              </a:ext>
            </a:extLst>
          </p:cNvPr>
          <p:cNvSpPr>
            <a:spLocks noGrp="1"/>
          </p:cNvSpPr>
          <p:nvPr/>
        </p:nvSpPr>
        <p:spPr>
          <a:xfrm>
            <a:off x="502920" y="2004060"/>
            <a:ext cx="1501140" cy="1249680"/>
          </a:xfrm>
          <a:prstGeom prst="roundRect">
            <a:avLst>
              <a:gd name="adj" fmla="val 6098"/>
            </a:avLst>
          </a:prstGeom>
          <a:solidFill>
            <a:srgbClr val="03101F"/>
          </a:solidFill>
          <a:ln w="8382">
            <a:solidFill>
              <a:srgbClr val="A1BBD6"/>
            </a:solidFill>
            <a:prstDash val="solid"/>
          </a:ln>
        </p:spPr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7F17B1F-E89D-4654-B733-857DB9ED37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17220" y="2194560"/>
            <a:ext cx="533400" cy="601980"/>
          </a:xfrm>
          <a:prstGeom prst="rect">
            <a:avLst/>
          </a:prstGeom>
        </p:spPr>
      </p:pic>
      <p:sp>
        <p:nvSpPr>
          <p:cNvPr id="10" name="第1步编号圆">
            <a:extLst>
              <a:ext uri="{FF2B5EF4-FFF2-40B4-BE49-F238E27FC236}">
                <a16:creationId xmlns:a16="http://schemas.microsoft.com/office/drawing/2014/main" id="{DABA8623-C263-4AB7-8A5D-D104EDAA73DE}"/>
              </a:ext>
            </a:extLst>
          </p:cNvPr>
          <p:cNvSpPr>
            <a:spLocks noGrp="1"/>
          </p:cNvSpPr>
          <p:nvPr/>
        </p:nvSpPr>
        <p:spPr>
          <a:xfrm>
            <a:off x="1181100" y="1889760"/>
            <a:ext cx="228600" cy="228600"/>
          </a:xfrm>
          <a:prstGeom prst="ellipse">
            <a:avLst/>
          </a:prstGeom>
          <a:solidFill>
            <a:srgbClr val="54C3E6"/>
          </a:solidFill>
          <a:ln w="0">
            <a:noFill/>
            <a:prstDash val="solid"/>
          </a:ln>
        </p:spPr>
      </p:sp>
      <p:sp>
        <p:nvSpPr>
          <p:cNvPr id="11" name="第1步编号">
            <a:extLst>
              <a:ext uri="{FF2B5EF4-FFF2-40B4-BE49-F238E27FC236}">
                <a16:creationId xmlns:a16="http://schemas.microsoft.com/office/drawing/2014/main" id="{11447270-60A5-491D-93A7-E25545952E85}"/>
              </a:ext>
            </a:extLst>
          </p:cNvPr>
          <p:cNvSpPr>
            <a:spLocks noGrp="1"/>
          </p:cNvSpPr>
          <p:nvPr/>
        </p:nvSpPr>
        <p:spPr>
          <a:xfrm>
            <a:off x="1196340" y="1866900"/>
            <a:ext cx="19812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第1步标题">
            <a:extLst>
              <a:ext uri="{FF2B5EF4-FFF2-40B4-BE49-F238E27FC236}">
                <a16:creationId xmlns:a16="http://schemas.microsoft.com/office/drawing/2014/main" id="{D054E5A4-C193-4F3C-81C8-A9D2AD74CCE8}"/>
              </a:ext>
            </a:extLst>
          </p:cNvPr>
          <p:cNvSpPr>
            <a:spLocks noGrp="1"/>
          </p:cNvSpPr>
          <p:nvPr/>
        </p:nvSpPr>
        <p:spPr>
          <a:xfrm>
            <a:off x="1310640" y="2141220"/>
            <a:ext cx="66294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找标准</a:t>
            </a:r>
          </a:p>
        </p:txBody>
      </p:sp>
      <p:sp>
        <p:nvSpPr>
          <p:cNvPr id="13" name="第1步短分割线">
            <a:extLst>
              <a:ext uri="{FF2B5EF4-FFF2-40B4-BE49-F238E27FC236}">
                <a16:creationId xmlns:a16="http://schemas.microsoft.com/office/drawing/2014/main" id="{C09894E6-2A32-4624-94A2-1D5E68EFCE2C}"/>
              </a:ext>
            </a:extLst>
          </p:cNvPr>
          <p:cNvSpPr>
            <a:spLocks noGrp="1"/>
          </p:cNvSpPr>
          <p:nvPr/>
        </p:nvSpPr>
        <p:spPr>
          <a:xfrm>
            <a:off x="1310640" y="2476500"/>
            <a:ext cx="137160" cy="762"/>
          </a:xfrm>
          <a:custGeom>
            <a:avLst/>
            <a:gdLst/>
            <a:ahLst/>
            <a:cxnLst/>
            <a:rect l="0" t="0" r="0" b="0"/>
            <a:pathLst>
              <a:path w="137160" h="762">
                <a:moveTo>
                  <a:pt x="0" y="0"/>
                </a:moveTo>
                <a:lnTo>
                  <a:pt x="137160" y="0"/>
                </a:lnTo>
              </a:path>
            </a:pathLst>
          </a:custGeom>
          <a:noFill/>
          <a:ln w="6858">
            <a:solidFill>
              <a:srgbClr val="AFC6D6"/>
            </a:solidFill>
            <a:prstDash val="solid"/>
          </a:ln>
        </p:spPr>
      </p:sp>
      <p:sp>
        <p:nvSpPr>
          <p:cNvPr id="14" name="第1步说明1">
            <a:extLst>
              <a:ext uri="{FF2B5EF4-FFF2-40B4-BE49-F238E27FC236}">
                <a16:creationId xmlns:a16="http://schemas.microsoft.com/office/drawing/2014/main" id="{926B65A2-759A-4FAF-9273-E3F500813661}"/>
              </a:ext>
            </a:extLst>
          </p:cNvPr>
          <p:cNvSpPr>
            <a:spLocks noGrp="1"/>
          </p:cNvSpPr>
          <p:nvPr/>
        </p:nvSpPr>
        <p:spPr>
          <a:xfrm>
            <a:off x="1310640" y="2545080"/>
            <a:ext cx="6781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收费标准</a:t>
            </a:r>
          </a:p>
        </p:txBody>
      </p:sp>
      <p:sp>
        <p:nvSpPr>
          <p:cNvPr id="15" name="第1步说明2">
            <a:extLst>
              <a:ext uri="{FF2B5EF4-FFF2-40B4-BE49-F238E27FC236}">
                <a16:creationId xmlns:a16="http://schemas.microsoft.com/office/drawing/2014/main" id="{3A37AC87-7371-4162-8773-F1244BCDF45B}"/>
              </a:ext>
            </a:extLst>
          </p:cNvPr>
          <p:cNvSpPr>
            <a:spLocks noGrp="1"/>
          </p:cNvSpPr>
          <p:nvPr/>
        </p:nvSpPr>
        <p:spPr>
          <a:xfrm>
            <a:off x="1310640" y="2781300"/>
            <a:ext cx="6781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测绘定额</a:t>
            </a:r>
          </a:p>
        </p:txBody>
      </p:sp>
      <p:sp>
        <p:nvSpPr>
          <p:cNvPr id="16" name="第1步说明3">
            <a:extLst>
              <a:ext uri="{FF2B5EF4-FFF2-40B4-BE49-F238E27FC236}">
                <a16:creationId xmlns:a16="http://schemas.microsoft.com/office/drawing/2014/main" id="{5F3488A9-CB54-4F29-A27C-D2C987F91C26}"/>
              </a:ext>
            </a:extLst>
          </p:cNvPr>
          <p:cNvSpPr>
            <a:spLocks noGrp="1"/>
          </p:cNvSpPr>
          <p:nvPr/>
        </p:nvSpPr>
        <p:spPr>
          <a:xfrm>
            <a:off x="1310640" y="3017520"/>
            <a:ext cx="6781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项目规则</a:t>
            </a:r>
          </a:p>
        </p:txBody>
      </p:sp>
      <p:sp>
        <p:nvSpPr>
          <p:cNvPr id="17" name="第2步卡片">
            <a:extLst>
              <a:ext uri="{FF2B5EF4-FFF2-40B4-BE49-F238E27FC236}">
                <a16:creationId xmlns:a16="http://schemas.microsoft.com/office/drawing/2014/main" id="{6A0043F6-9CA8-4B91-B266-42EDAA7B8773}"/>
              </a:ext>
            </a:extLst>
          </p:cNvPr>
          <p:cNvSpPr>
            <a:spLocks noGrp="1"/>
          </p:cNvSpPr>
          <p:nvPr/>
        </p:nvSpPr>
        <p:spPr>
          <a:xfrm>
            <a:off x="2697480" y="1379220"/>
            <a:ext cx="1562100" cy="1196340"/>
          </a:xfrm>
          <a:prstGeom prst="roundRect">
            <a:avLst>
              <a:gd name="adj" fmla="val 6369"/>
            </a:avLst>
          </a:prstGeom>
          <a:solidFill>
            <a:srgbClr val="03101F"/>
          </a:solidFill>
          <a:ln w="8382">
            <a:solidFill>
              <a:srgbClr val="A1BBD6"/>
            </a:solidFill>
            <a:prstDash val="solid"/>
          </a:ln>
        </p:spPr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AB6F934-72D4-4594-B734-5F788A7F66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842260" y="1554480"/>
            <a:ext cx="472440" cy="563880"/>
          </a:xfrm>
          <a:prstGeom prst="rect">
            <a:avLst/>
          </a:prstGeom>
        </p:spPr>
      </p:pic>
      <p:sp>
        <p:nvSpPr>
          <p:cNvPr id="19" name="第2步编号圆">
            <a:extLst>
              <a:ext uri="{FF2B5EF4-FFF2-40B4-BE49-F238E27FC236}">
                <a16:creationId xmlns:a16="http://schemas.microsoft.com/office/drawing/2014/main" id="{BB2902F4-AE5A-487E-921B-9CE69D266315}"/>
              </a:ext>
            </a:extLst>
          </p:cNvPr>
          <p:cNvSpPr>
            <a:spLocks noGrp="1"/>
          </p:cNvSpPr>
          <p:nvPr/>
        </p:nvSpPr>
        <p:spPr>
          <a:xfrm>
            <a:off x="3352800" y="1264920"/>
            <a:ext cx="228600" cy="228600"/>
          </a:xfrm>
          <a:prstGeom prst="ellipse">
            <a:avLst/>
          </a:prstGeom>
          <a:solidFill>
            <a:srgbClr val="54C3E6"/>
          </a:solidFill>
          <a:ln w="0">
            <a:noFill/>
            <a:prstDash val="solid"/>
          </a:ln>
        </p:spPr>
      </p:sp>
      <p:sp>
        <p:nvSpPr>
          <p:cNvPr id="20" name="第2步编号">
            <a:extLst>
              <a:ext uri="{FF2B5EF4-FFF2-40B4-BE49-F238E27FC236}">
                <a16:creationId xmlns:a16="http://schemas.microsoft.com/office/drawing/2014/main" id="{943A70E6-3B04-42F5-99B1-D168A464D026}"/>
              </a:ext>
            </a:extLst>
          </p:cNvPr>
          <p:cNvSpPr>
            <a:spLocks noGrp="1"/>
          </p:cNvSpPr>
          <p:nvPr/>
        </p:nvSpPr>
        <p:spPr>
          <a:xfrm>
            <a:off x="3368040" y="1242060"/>
            <a:ext cx="19812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1" name="第2步标题">
            <a:extLst>
              <a:ext uri="{FF2B5EF4-FFF2-40B4-BE49-F238E27FC236}">
                <a16:creationId xmlns:a16="http://schemas.microsoft.com/office/drawing/2014/main" id="{468A3558-1DD0-463A-B8E8-6F6222CCEC8F}"/>
              </a:ext>
            </a:extLst>
          </p:cNvPr>
          <p:cNvSpPr>
            <a:spLocks noGrp="1"/>
          </p:cNvSpPr>
          <p:nvPr/>
        </p:nvSpPr>
        <p:spPr>
          <a:xfrm>
            <a:off x="3482340" y="1516380"/>
            <a:ext cx="7467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认项目</a:t>
            </a:r>
          </a:p>
        </p:txBody>
      </p:sp>
      <p:sp>
        <p:nvSpPr>
          <p:cNvPr id="22" name="第2步短分割线">
            <a:extLst>
              <a:ext uri="{FF2B5EF4-FFF2-40B4-BE49-F238E27FC236}">
                <a16:creationId xmlns:a16="http://schemas.microsoft.com/office/drawing/2014/main" id="{32C2D632-9C3F-408C-B1DB-1CADB838CF9F}"/>
              </a:ext>
            </a:extLst>
          </p:cNvPr>
          <p:cNvSpPr>
            <a:spLocks noGrp="1"/>
          </p:cNvSpPr>
          <p:nvPr/>
        </p:nvSpPr>
        <p:spPr>
          <a:xfrm>
            <a:off x="3482340" y="1851660"/>
            <a:ext cx="137160" cy="762"/>
          </a:xfrm>
          <a:custGeom>
            <a:avLst/>
            <a:gdLst/>
            <a:ahLst/>
            <a:cxnLst/>
            <a:rect l="0" t="0" r="0" b="0"/>
            <a:pathLst>
              <a:path w="137160" h="762">
                <a:moveTo>
                  <a:pt x="0" y="0"/>
                </a:moveTo>
                <a:lnTo>
                  <a:pt x="137160" y="0"/>
                </a:lnTo>
              </a:path>
            </a:pathLst>
          </a:custGeom>
          <a:noFill/>
          <a:ln w="6858">
            <a:solidFill>
              <a:srgbClr val="AFC6D6"/>
            </a:solidFill>
            <a:prstDash val="solid"/>
          </a:ln>
        </p:spPr>
      </p:sp>
      <p:sp>
        <p:nvSpPr>
          <p:cNvPr id="23" name="第2步说明1">
            <a:extLst>
              <a:ext uri="{FF2B5EF4-FFF2-40B4-BE49-F238E27FC236}">
                <a16:creationId xmlns:a16="http://schemas.microsoft.com/office/drawing/2014/main" id="{BBEC481C-CFA8-4D1C-822C-8124E6F1DDE9}"/>
              </a:ext>
            </a:extLst>
          </p:cNvPr>
          <p:cNvSpPr>
            <a:spLocks noGrp="1"/>
          </p:cNvSpPr>
          <p:nvPr/>
        </p:nvSpPr>
        <p:spPr>
          <a:xfrm>
            <a:off x="3482340" y="18669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项目名称</a:t>
            </a:r>
          </a:p>
        </p:txBody>
      </p:sp>
      <p:sp>
        <p:nvSpPr>
          <p:cNvPr id="24" name="第2步说明2">
            <a:extLst>
              <a:ext uri="{FF2B5EF4-FFF2-40B4-BE49-F238E27FC236}">
                <a16:creationId xmlns:a16="http://schemas.microsoft.com/office/drawing/2014/main" id="{EA9C2838-2948-4AFF-95E5-2F76A4DECA54}"/>
              </a:ext>
            </a:extLst>
          </p:cNvPr>
          <p:cNvSpPr>
            <a:spLocks noGrp="1"/>
          </p:cNvSpPr>
          <p:nvPr/>
        </p:nvSpPr>
        <p:spPr>
          <a:xfrm>
            <a:off x="3482340" y="210312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单位</a:t>
            </a:r>
          </a:p>
        </p:txBody>
      </p:sp>
      <p:sp>
        <p:nvSpPr>
          <p:cNvPr id="25" name="第2步说明3">
            <a:extLst>
              <a:ext uri="{FF2B5EF4-FFF2-40B4-BE49-F238E27FC236}">
                <a16:creationId xmlns:a16="http://schemas.microsoft.com/office/drawing/2014/main" id="{22E601A0-9128-4BDF-90D5-AED8A9EAFB7B}"/>
              </a:ext>
            </a:extLst>
          </p:cNvPr>
          <p:cNvSpPr>
            <a:spLocks noGrp="1"/>
          </p:cNvSpPr>
          <p:nvPr/>
        </p:nvSpPr>
        <p:spPr>
          <a:xfrm>
            <a:off x="3482340" y="233934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要素1—5</a:t>
            </a:r>
          </a:p>
        </p:txBody>
      </p:sp>
      <p:sp>
        <p:nvSpPr>
          <p:cNvPr id="26" name="第3步卡片">
            <a:extLst>
              <a:ext uri="{FF2B5EF4-FFF2-40B4-BE49-F238E27FC236}">
                <a16:creationId xmlns:a16="http://schemas.microsoft.com/office/drawing/2014/main" id="{B12590F4-BCFF-4F1B-9840-4278A09CE0C5}"/>
              </a:ext>
            </a:extLst>
          </p:cNvPr>
          <p:cNvSpPr>
            <a:spLocks noGrp="1"/>
          </p:cNvSpPr>
          <p:nvPr/>
        </p:nvSpPr>
        <p:spPr>
          <a:xfrm>
            <a:off x="5120640" y="1074420"/>
            <a:ext cx="1684020" cy="1143000"/>
          </a:xfrm>
          <a:prstGeom prst="roundRect">
            <a:avLst>
              <a:gd name="adj" fmla="val 6667"/>
            </a:avLst>
          </a:prstGeom>
          <a:solidFill>
            <a:srgbClr val="03101F"/>
          </a:solidFill>
          <a:ln w="8382">
            <a:solidFill>
              <a:srgbClr val="A1BBD6"/>
            </a:solidFill>
            <a:prstDash val="solid"/>
          </a:ln>
        </p:spPr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1C66B2E-F4B8-4B62-9B46-0BF3ADF2BA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265420" y="1295400"/>
            <a:ext cx="594360" cy="594360"/>
          </a:xfrm>
          <a:prstGeom prst="rect">
            <a:avLst/>
          </a:prstGeom>
        </p:spPr>
      </p:pic>
      <p:sp>
        <p:nvSpPr>
          <p:cNvPr id="28" name="第3步编号圆">
            <a:extLst>
              <a:ext uri="{FF2B5EF4-FFF2-40B4-BE49-F238E27FC236}">
                <a16:creationId xmlns:a16="http://schemas.microsoft.com/office/drawing/2014/main" id="{E1454C09-E1C6-4C9D-8AFB-FEC45A8CA775}"/>
              </a:ext>
            </a:extLst>
          </p:cNvPr>
          <p:cNvSpPr>
            <a:spLocks noGrp="1"/>
          </p:cNvSpPr>
          <p:nvPr/>
        </p:nvSpPr>
        <p:spPr>
          <a:xfrm>
            <a:off x="5829300" y="1028700"/>
            <a:ext cx="228600" cy="228600"/>
          </a:xfrm>
          <a:prstGeom prst="ellipse">
            <a:avLst/>
          </a:prstGeom>
          <a:solidFill>
            <a:srgbClr val="54C3E6"/>
          </a:solidFill>
          <a:ln w="0">
            <a:noFill/>
            <a:prstDash val="solid"/>
          </a:ln>
        </p:spPr>
      </p:sp>
      <p:sp>
        <p:nvSpPr>
          <p:cNvPr id="29" name="第3步编号">
            <a:extLst>
              <a:ext uri="{FF2B5EF4-FFF2-40B4-BE49-F238E27FC236}">
                <a16:creationId xmlns:a16="http://schemas.microsoft.com/office/drawing/2014/main" id="{045A1665-6CC5-475D-AEAA-36856A813790}"/>
              </a:ext>
            </a:extLst>
          </p:cNvPr>
          <p:cNvSpPr>
            <a:spLocks noGrp="1"/>
          </p:cNvSpPr>
          <p:nvPr/>
        </p:nvSpPr>
        <p:spPr>
          <a:xfrm>
            <a:off x="5844540" y="1005840"/>
            <a:ext cx="19812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30" name="第3步标题">
            <a:extLst>
              <a:ext uri="{FF2B5EF4-FFF2-40B4-BE49-F238E27FC236}">
                <a16:creationId xmlns:a16="http://schemas.microsoft.com/office/drawing/2014/main" id="{0C82C496-D76D-419B-87FD-0B5FDFF9602A}"/>
              </a:ext>
            </a:extLst>
          </p:cNvPr>
          <p:cNvSpPr>
            <a:spLocks noGrp="1"/>
          </p:cNvSpPr>
          <p:nvPr/>
        </p:nvSpPr>
        <p:spPr>
          <a:xfrm>
            <a:off x="5943600" y="1287780"/>
            <a:ext cx="83058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查基价</a:t>
            </a:r>
          </a:p>
        </p:txBody>
      </p:sp>
      <p:sp>
        <p:nvSpPr>
          <p:cNvPr id="31" name="第3步短分割线">
            <a:extLst>
              <a:ext uri="{FF2B5EF4-FFF2-40B4-BE49-F238E27FC236}">
                <a16:creationId xmlns:a16="http://schemas.microsoft.com/office/drawing/2014/main" id="{2BEB83B9-D57D-40BF-AEC5-1CCD7BEFCCEA}"/>
              </a:ext>
            </a:extLst>
          </p:cNvPr>
          <p:cNvSpPr>
            <a:spLocks noGrp="1"/>
          </p:cNvSpPr>
          <p:nvPr/>
        </p:nvSpPr>
        <p:spPr>
          <a:xfrm>
            <a:off x="5943600" y="1623060"/>
            <a:ext cx="137160" cy="762"/>
          </a:xfrm>
          <a:custGeom>
            <a:avLst/>
            <a:gdLst/>
            <a:ahLst/>
            <a:cxnLst/>
            <a:rect l="0" t="0" r="0" b="0"/>
            <a:pathLst>
              <a:path w="137160" h="762">
                <a:moveTo>
                  <a:pt x="0" y="0"/>
                </a:moveTo>
                <a:lnTo>
                  <a:pt x="137160" y="0"/>
                </a:lnTo>
              </a:path>
            </a:pathLst>
          </a:custGeom>
          <a:noFill/>
          <a:ln w="6858">
            <a:solidFill>
              <a:srgbClr val="AFC6D6"/>
            </a:solidFill>
            <a:prstDash val="solid"/>
          </a:ln>
        </p:spPr>
      </p:sp>
      <p:sp>
        <p:nvSpPr>
          <p:cNvPr id="32" name="第3步说明1">
            <a:extLst>
              <a:ext uri="{FF2B5EF4-FFF2-40B4-BE49-F238E27FC236}">
                <a16:creationId xmlns:a16="http://schemas.microsoft.com/office/drawing/2014/main" id="{0CCF1126-AFF9-4396-9ED5-A2C5209DE607}"/>
              </a:ext>
            </a:extLst>
          </p:cNvPr>
          <p:cNvSpPr>
            <a:spLocks noGrp="1"/>
          </p:cNvSpPr>
          <p:nvPr/>
        </p:nvSpPr>
        <p:spPr>
          <a:xfrm>
            <a:off x="5943600" y="1653540"/>
            <a:ext cx="8458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结构化计价库</a:t>
            </a:r>
          </a:p>
        </p:txBody>
      </p:sp>
      <p:sp>
        <p:nvSpPr>
          <p:cNvPr id="33" name="第3步说明2">
            <a:extLst>
              <a:ext uri="{FF2B5EF4-FFF2-40B4-BE49-F238E27FC236}">
                <a16:creationId xmlns:a16="http://schemas.microsoft.com/office/drawing/2014/main" id="{F4F9318D-71C2-4C92-BF24-5B4B9A5110A1}"/>
              </a:ext>
            </a:extLst>
          </p:cNvPr>
          <p:cNvSpPr>
            <a:spLocks noGrp="1"/>
          </p:cNvSpPr>
          <p:nvPr/>
        </p:nvSpPr>
        <p:spPr>
          <a:xfrm>
            <a:off x="5943600" y="1889760"/>
            <a:ext cx="8458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1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同类项目</a:t>
            </a:r>
          </a:p>
        </p:txBody>
      </p:sp>
      <p:sp>
        <p:nvSpPr>
          <p:cNvPr id="34" name="第4步卡片">
            <a:extLst>
              <a:ext uri="{FF2B5EF4-FFF2-40B4-BE49-F238E27FC236}">
                <a16:creationId xmlns:a16="http://schemas.microsoft.com/office/drawing/2014/main" id="{3C1CA303-5D10-4054-BAEE-477701589DDD}"/>
              </a:ext>
            </a:extLst>
          </p:cNvPr>
          <p:cNvSpPr>
            <a:spLocks noGrp="1"/>
          </p:cNvSpPr>
          <p:nvPr/>
        </p:nvSpPr>
        <p:spPr>
          <a:xfrm>
            <a:off x="7620000" y="1379220"/>
            <a:ext cx="1562100" cy="1196340"/>
          </a:xfrm>
          <a:prstGeom prst="roundRect">
            <a:avLst>
              <a:gd name="adj" fmla="val 6369"/>
            </a:avLst>
          </a:prstGeom>
          <a:solidFill>
            <a:srgbClr val="03101F"/>
          </a:solidFill>
          <a:ln w="8382">
            <a:solidFill>
              <a:srgbClr val="A1BBD6"/>
            </a:solidFill>
            <a:prstDash val="solid"/>
          </a:ln>
        </p:spPr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6D0A46D-288C-41FA-B26C-1627018E14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7749540" y="1546860"/>
            <a:ext cx="533400" cy="601980"/>
          </a:xfrm>
          <a:prstGeom prst="rect">
            <a:avLst/>
          </a:prstGeom>
        </p:spPr>
      </p:pic>
      <p:sp>
        <p:nvSpPr>
          <p:cNvPr id="36" name="第4步编号圆">
            <a:extLst>
              <a:ext uri="{FF2B5EF4-FFF2-40B4-BE49-F238E27FC236}">
                <a16:creationId xmlns:a16="http://schemas.microsoft.com/office/drawing/2014/main" id="{BCEAD155-B092-4B3D-997D-E9740A8F2CBB}"/>
              </a:ext>
            </a:extLst>
          </p:cNvPr>
          <p:cNvSpPr>
            <a:spLocks noGrp="1"/>
          </p:cNvSpPr>
          <p:nvPr/>
        </p:nvSpPr>
        <p:spPr>
          <a:xfrm>
            <a:off x="8267700" y="1264920"/>
            <a:ext cx="228600" cy="228600"/>
          </a:xfrm>
          <a:prstGeom prst="ellipse">
            <a:avLst/>
          </a:prstGeom>
          <a:solidFill>
            <a:srgbClr val="54C3E6"/>
          </a:solidFill>
          <a:ln w="0">
            <a:noFill/>
            <a:prstDash val="solid"/>
          </a:ln>
        </p:spPr>
      </p:sp>
      <p:sp>
        <p:nvSpPr>
          <p:cNvPr id="37" name="第4步编号">
            <a:extLst>
              <a:ext uri="{FF2B5EF4-FFF2-40B4-BE49-F238E27FC236}">
                <a16:creationId xmlns:a16="http://schemas.microsoft.com/office/drawing/2014/main" id="{59A6482C-B68C-4A54-9FBB-2B26778A885B}"/>
              </a:ext>
            </a:extLst>
          </p:cNvPr>
          <p:cNvSpPr>
            <a:spLocks noGrp="1"/>
          </p:cNvSpPr>
          <p:nvPr/>
        </p:nvSpPr>
        <p:spPr>
          <a:xfrm>
            <a:off x="8282940" y="1242060"/>
            <a:ext cx="19812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38" name="第4步标题">
            <a:extLst>
              <a:ext uri="{FF2B5EF4-FFF2-40B4-BE49-F238E27FC236}">
                <a16:creationId xmlns:a16="http://schemas.microsoft.com/office/drawing/2014/main" id="{BEB9AEED-ED6A-42FF-B9B2-F6454A2FD9C7}"/>
              </a:ext>
            </a:extLst>
          </p:cNvPr>
          <p:cNvSpPr>
            <a:spLocks noGrp="1"/>
          </p:cNvSpPr>
          <p:nvPr/>
        </p:nvSpPr>
        <p:spPr>
          <a:xfrm>
            <a:off x="8404860" y="1554480"/>
            <a:ext cx="7467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判系数</a:t>
            </a:r>
          </a:p>
        </p:txBody>
      </p:sp>
      <p:sp>
        <p:nvSpPr>
          <p:cNvPr id="39" name="第4步短分割线">
            <a:extLst>
              <a:ext uri="{FF2B5EF4-FFF2-40B4-BE49-F238E27FC236}">
                <a16:creationId xmlns:a16="http://schemas.microsoft.com/office/drawing/2014/main" id="{F0CBBF03-0446-4DB6-8E02-A09236774381}"/>
              </a:ext>
            </a:extLst>
          </p:cNvPr>
          <p:cNvSpPr>
            <a:spLocks noGrp="1"/>
          </p:cNvSpPr>
          <p:nvPr/>
        </p:nvSpPr>
        <p:spPr>
          <a:xfrm>
            <a:off x="8404860" y="1889760"/>
            <a:ext cx="137160" cy="762"/>
          </a:xfrm>
          <a:custGeom>
            <a:avLst/>
            <a:gdLst/>
            <a:ahLst/>
            <a:cxnLst/>
            <a:rect l="0" t="0" r="0" b="0"/>
            <a:pathLst>
              <a:path w="137160" h="762">
                <a:moveTo>
                  <a:pt x="0" y="0"/>
                </a:moveTo>
                <a:lnTo>
                  <a:pt x="137160" y="0"/>
                </a:lnTo>
              </a:path>
            </a:pathLst>
          </a:custGeom>
          <a:noFill/>
          <a:ln w="6858">
            <a:solidFill>
              <a:srgbClr val="AFC6D6"/>
            </a:solidFill>
            <a:prstDash val="solid"/>
          </a:ln>
        </p:spPr>
      </p:sp>
      <p:sp>
        <p:nvSpPr>
          <p:cNvPr id="40" name="第4步说明1">
            <a:extLst>
              <a:ext uri="{FF2B5EF4-FFF2-40B4-BE49-F238E27FC236}">
                <a16:creationId xmlns:a16="http://schemas.microsoft.com/office/drawing/2014/main" id="{5EDA08F8-61E4-4A06-A301-32EADE5EA8F1}"/>
              </a:ext>
            </a:extLst>
          </p:cNvPr>
          <p:cNvSpPr>
            <a:spLocks noGrp="1"/>
          </p:cNvSpPr>
          <p:nvPr/>
        </p:nvSpPr>
        <p:spPr>
          <a:xfrm>
            <a:off x="8404860" y="195072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实物工作费</a:t>
            </a:r>
          </a:p>
        </p:txBody>
      </p:sp>
      <p:sp>
        <p:nvSpPr>
          <p:cNvPr id="41" name="第4步说明2">
            <a:extLst>
              <a:ext uri="{FF2B5EF4-FFF2-40B4-BE49-F238E27FC236}">
                <a16:creationId xmlns:a16="http://schemas.microsoft.com/office/drawing/2014/main" id="{AE917FED-804F-4ED3-98C6-2641F4D01699}"/>
              </a:ext>
            </a:extLst>
          </p:cNvPr>
          <p:cNvSpPr>
            <a:spLocks noGrp="1"/>
          </p:cNvSpPr>
          <p:nvPr/>
        </p:nvSpPr>
        <p:spPr>
          <a:xfrm>
            <a:off x="8404860" y="218694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技术工作费</a:t>
            </a:r>
          </a:p>
        </p:txBody>
      </p:sp>
      <p:sp>
        <p:nvSpPr>
          <p:cNvPr id="42" name="第5步卡片">
            <a:extLst>
              <a:ext uri="{FF2B5EF4-FFF2-40B4-BE49-F238E27FC236}">
                <a16:creationId xmlns:a16="http://schemas.microsoft.com/office/drawing/2014/main" id="{C1CD75C2-7D75-46B1-BFA1-BFB05A07F3AC}"/>
              </a:ext>
            </a:extLst>
          </p:cNvPr>
          <p:cNvSpPr>
            <a:spLocks noGrp="1"/>
          </p:cNvSpPr>
          <p:nvPr/>
        </p:nvSpPr>
        <p:spPr>
          <a:xfrm>
            <a:off x="9883140" y="2004060"/>
            <a:ext cx="1577340" cy="1249680"/>
          </a:xfrm>
          <a:prstGeom prst="roundRect">
            <a:avLst>
              <a:gd name="adj" fmla="val 6098"/>
            </a:avLst>
          </a:prstGeom>
          <a:solidFill>
            <a:srgbClr val="03101F"/>
          </a:solidFill>
          <a:ln w="8382">
            <a:solidFill>
              <a:srgbClr val="A1BBD6"/>
            </a:solidFill>
            <a:prstDash val="solid"/>
          </a:ln>
        </p:spPr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C203A6CA-3B51-4621-AC99-207E91B190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0005060" y="2186940"/>
            <a:ext cx="541020" cy="609600"/>
          </a:xfrm>
          <a:prstGeom prst="rect">
            <a:avLst/>
          </a:prstGeom>
        </p:spPr>
      </p:pic>
      <p:sp>
        <p:nvSpPr>
          <p:cNvPr id="44" name="第5步编号圆">
            <a:extLst>
              <a:ext uri="{FF2B5EF4-FFF2-40B4-BE49-F238E27FC236}">
                <a16:creationId xmlns:a16="http://schemas.microsoft.com/office/drawing/2014/main" id="{3F0BD045-9EDC-4BE7-A005-6C2280F296FB}"/>
              </a:ext>
            </a:extLst>
          </p:cNvPr>
          <p:cNvSpPr>
            <a:spLocks noGrp="1"/>
          </p:cNvSpPr>
          <p:nvPr/>
        </p:nvSpPr>
        <p:spPr>
          <a:xfrm>
            <a:off x="10591800" y="1889760"/>
            <a:ext cx="228600" cy="228600"/>
          </a:xfrm>
          <a:prstGeom prst="ellipse">
            <a:avLst/>
          </a:prstGeom>
          <a:solidFill>
            <a:srgbClr val="54C3E6"/>
          </a:solidFill>
          <a:ln w="0">
            <a:noFill/>
            <a:prstDash val="solid"/>
          </a:ln>
        </p:spPr>
      </p:sp>
      <p:sp>
        <p:nvSpPr>
          <p:cNvPr id="45" name="第5步编号">
            <a:extLst>
              <a:ext uri="{FF2B5EF4-FFF2-40B4-BE49-F238E27FC236}">
                <a16:creationId xmlns:a16="http://schemas.microsoft.com/office/drawing/2014/main" id="{C77BB539-BD0E-4D5E-8369-0C4FF5B1B33F}"/>
              </a:ext>
            </a:extLst>
          </p:cNvPr>
          <p:cNvSpPr>
            <a:spLocks noGrp="1"/>
          </p:cNvSpPr>
          <p:nvPr/>
        </p:nvSpPr>
        <p:spPr>
          <a:xfrm>
            <a:off x="10607040" y="1866900"/>
            <a:ext cx="19812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192D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46" name="第5步标题">
            <a:extLst>
              <a:ext uri="{FF2B5EF4-FFF2-40B4-BE49-F238E27FC236}">
                <a16:creationId xmlns:a16="http://schemas.microsoft.com/office/drawing/2014/main" id="{3CD84F6D-0BD2-43E0-BF69-C21C7AC7FF1A}"/>
              </a:ext>
            </a:extLst>
          </p:cNvPr>
          <p:cNvSpPr>
            <a:spLocks noGrp="1"/>
          </p:cNvSpPr>
          <p:nvPr/>
        </p:nvSpPr>
        <p:spPr>
          <a:xfrm>
            <a:off x="10690860" y="2141220"/>
            <a:ext cx="73914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写说明</a:t>
            </a:r>
          </a:p>
        </p:txBody>
      </p:sp>
      <p:sp>
        <p:nvSpPr>
          <p:cNvPr id="47" name="第5步短分割线">
            <a:extLst>
              <a:ext uri="{FF2B5EF4-FFF2-40B4-BE49-F238E27FC236}">
                <a16:creationId xmlns:a16="http://schemas.microsoft.com/office/drawing/2014/main" id="{176BB13F-4C59-47C2-84D8-1E9EEEEE442B}"/>
              </a:ext>
            </a:extLst>
          </p:cNvPr>
          <p:cNvSpPr>
            <a:spLocks noGrp="1"/>
          </p:cNvSpPr>
          <p:nvPr/>
        </p:nvSpPr>
        <p:spPr>
          <a:xfrm>
            <a:off x="10690860" y="2476500"/>
            <a:ext cx="137160" cy="762"/>
          </a:xfrm>
          <a:custGeom>
            <a:avLst/>
            <a:gdLst/>
            <a:ahLst/>
            <a:cxnLst/>
            <a:rect l="0" t="0" r="0" b="0"/>
            <a:pathLst>
              <a:path w="137160" h="762">
                <a:moveTo>
                  <a:pt x="0" y="0"/>
                </a:moveTo>
                <a:lnTo>
                  <a:pt x="137160" y="0"/>
                </a:lnTo>
              </a:path>
            </a:pathLst>
          </a:custGeom>
          <a:noFill/>
          <a:ln w="6858">
            <a:solidFill>
              <a:srgbClr val="AFC6D6"/>
            </a:solidFill>
            <a:prstDash val="solid"/>
          </a:ln>
        </p:spPr>
      </p:sp>
      <p:sp>
        <p:nvSpPr>
          <p:cNvPr id="48" name="第5步说明1">
            <a:extLst>
              <a:ext uri="{FF2B5EF4-FFF2-40B4-BE49-F238E27FC236}">
                <a16:creationId xmlns:a16="http://schemas.microsoft.com/office/drawing/2014/main" id="{A6CF838E-1F70-422C-949B-91C050826A32}"/>
              </a:ext>
            </a:extLst>
          </p:cNvPr>
          <p:cNvSpPr>
            <a:spLocks noGrp="1"/>
          </p:cNvSpPr>
          <p:nvPr/>
        </p:nvSpPr>
        <p:spPr>
          <a:xfrm>
            <a:off x="10690860" y="2545080"/>
            <a:ext cx="7543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依据</a:t>
            </a:r>
          </a:p>
        </p:txBody>
      </p:sp>
      <p:sp>
        <p:nvSpPr>
          <p:cNvPr id="49" name="第5步说明2">
            <a:extLst>
              <a:ext uri="{FF2B5EF4-FFF2-40B4-BE49-F238E27FC236}">
                <a16:creationId xmlns:a16="http://schemas.microsoft.com/office/drawing/2014/main" id="{468FBE73-C7D8-4638-8924-3E06880237B5}"/>
              </a:ext>
            </a:extLst>
          </p:cNvPr>
          <p:cNvSpPr>
            <a:spLocks noGrp="1"/>
          </p:cNvSpPr>
          <p:nvPr/>
        </p:nvSpPr>
        <p:spPr>
          <a:xfrm>
            <a:off x="10690860" y="2781300"/>
            <a:ext cx="7543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风险</a:t>
            </a:r>
          </a:p>
        </p:txBody>
      </p:sp>
      <p:sp>
        <p:nvSpPr>
          <p:cNvPr id="50" name="第5步说明3">
            <a:extLst>
              <a:ext uri="{FF2B5EF4-FFF2-40B4-BE49-F238E27FC236}">
                <a16:creationId xmlns:a16="http://schemas.microsoft.com/office/drawing/2014/main" id="{AC965309-4E06-45D3-924A-BF5752310870}"/>
              </a:ext>
            </a:extLst>
          </p:cNvPr>
          <p:cNvSpPr>
            <a:spLocks noGrp="1"/>
          </p:cNvSpPr>
          <p:nvPr/>
        </p:nvSpPr>
        <p:spPr>
          <a:xfrm>
            <a:off x="10690860" y="3017520"/>
            <a:ext cx="7543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待复核原因</a:t>
            </a:r>
          </a:p>
        </p:txBody>
      </p:sp>
      <p:sp>
        <p:nvSpPr>
          <p:cNvPr id="51" name="知识链连接1">
            <a:extLst>
              <a:ext uri="{FF2B5EF4-FFF2-40B4-BE49-F238E27FC236}">
                <a16:creationId xmlns:a16="http://schemas.microsoft.com/office/drawing/2014/main" id="{8FCD795E-C9D0-4E5B-8D34-CE363A0521BC}"/>
              </a:ext>
            </a:extLst>
          </p:cNvPr>
          <p:cNvSpPr>
            <a:spLocks noGrp="1"/>
          </p:cNvSpPr>
          <p:nvPr/>
        </p:nvSpPr>
        <p:spPr>
          <a:xfrm>
            <a:off x="2042160" y="1783080"/>
            <a:ext cx="609600" cy="251460"/>
          </a:xfrm>
          <a:custGeom>
            <a:avLst/>
            <a:gdLst/>
            <a:ahLst/>
            <a:cxnLst/>
            <a:rect l="0" t="0" r="0" b="0"/>
            <a:pathLst>
              <a:path w="609600" h="251460">
                <a:moveTo>
                  <a:pt x="0" y="251460"/>
                </a:moveTo>
                <a:cubicBezTo>
                  <a:pt x="152400" y="129540"/>
                  <a:pt x="434340" y="60960"/>
                  <a:pt x="609600" y="0"/>
                </a:cubicBezTo>
              </a:path>
            </a:pathLst>
          </a:custGeom>
          <a:noFill/>
          <a:ln w="13716">
            <a:solidFill>
              <a:srgbClr val="52C9EE"/>
            </a:solidFill>
            <a:prstDash val="dash"/>
          </a:ln>
        </p:spPr>
      </p:sp>
      <p:sp>
        <p:nvSpPr>
          <p:cNvPr id="52" name="连接光点">
            <a:extLst>
              <a:ext uri="{FF2B5EF4-FFF2-40B4-BE49-F238E27FC236}">
                <a16:creationId xmlns:a16="http://schemas.microsoft.com/office/drawing/2014/main" id="{684886EF-2009-461E-90A7-74C3EE4E04F2}"/>
              </a:ext>
            </a:extLst>
          </p:cNvPr>
          <p:cNvSpPr>
            <a:spLocks noGrp="1"/>
          </p:cNvSpPr>
          <p:nvPr/>
        </p:nvSpPr>
        <p:spPr>
          <a:xfrm>
            <a:off x="2011680" y="2004060"/>
            <a:ext cx="60960" cy="60960"/>
          </a:xfrm>
          <a:prstGeom prst="ellipse">
            <a:avLst/>
          </a:prstGeom>
          <a:solidFill>
            <a:srgbClr val="52C9EE"/>
          </a:solidFill>
          <a:ln w="0">
            <a:noFill/>
            <a:prstDash val="solid"/>
          </a:ln>
        </p:spPr>
      </p:sp>
      <p:sp>
        <p:nvSpPr>
          <p:cNvPr id="53" name="连接光点">
            <a:extLst>
              <a:ext uri="{FF2B5EF4-FFF2-40B4-BE49-F238E27FC236}">
                <a16:creationId xmlns:a16="http://schemas.microsoft.com/office/drawing/2014/main" id="{2218F48B-298A-43DA-BA83-B4B4746D66DD}"/>
              </a:ext>
            </a:extLst>
          </p:cNvPr>
          <p:cNvSpPr>
            <a:spLocks noGrp="1"/>
          </p:cNvSpPr>
          <p:nvPr/>
        </p:nvSpPr>
        <p:spPr>
          <a:xfrm>
            <a:off x="2621280" y="1752600"/>
            <a:ext cx="60960" cy="60960"/>
          </a:xfrm>
          <a:prstGeom prst="ellipse">
            <a:avLst/>
          </a:prstGeom>
          <a:solidFill>
            <a:srgbClr val="52C9EE"/>
          </a:solidFill>
          <a:ln w="0">
            <a:noFill/>
            <a:prstDash val="solid"/>
          </a:ln>
        </p:spPr>
      </p:sp>
      <p:sp>
        <p:nvSpPr>
          <p:cNvPr id="54" name="知识链连接2">
            <a:extLst>
              <a:ext uri="{FF2B5EF4-FFF2-40B4-BE49-F238E27FC236}">
                <a16:creationId xmlns:a16="http://schemas.microsoft.com/office/drawing/2014/main" id="{5EBF260D-3F2B-4846-B58E-84A3FE343AA5}"/>
              </a:ext>
            </a:extLst>
          </p:cNvPr>
          <p:cNvSpPr>
            <a:spLocks noGrp="1"/>
          </p:cNvSpPr>
          <p:nvPr/>
        </p:nvSpPr>
        <p:spPr>
          <a:xfrm>
            <a:off x="4351020" y="1478280"/>
            <a:ext cx="716280" cy="182880"/>
          </a:xfrm>
          <a:custGeom>
            <a:avLst/>
            <a:gdLst/>
            <a:ahLst/>
            <a:cxnLst/>
            <a:rect l="0" t="0" r="0" b="0"/>
            <a:pathLst>
              <a:path w="716280" h="182880">
                <a:moveTo>
                  <a:pt x="0" y="182880"/>
                </a:moveTo>
                <a:cubicBezTo>
                  <a:pt x="167640" y="106680"/>
                  <a:pt x="434340" y="38100"/>
                  <a:pt x="716280" y="0"/>
                </a:cubicBezTo>
              </a:path>
            </a:pathLst>
          </a:custGeom>
          <a:noFill/>
          <a:ln w="13716">
            <a:solidFill>
              <a:srgbClr val="52C9EE"/>
            </a:solidFill>
            <a:prstDash val="dash"/>
          </a:ln>
        </p:spPr>
      </p:sp>
      <p:sp>
        <p:nvSpPr>
          <p:cNvPr id="55" name="连接光点">
            <a:extLst>
              <a:ext uri="{FF2B5EF4-FFF2-40B4-BE49-F238E27FC236}">
                <a16:creationId xmlns:a16="http://schemas.microsoft.com/office/drawing/2014/main" id="{CED840AF-A200-462E-8CF0-A437C044AEF4}"/>
              </a:ext>
            </a:extLst>
          </p:cNvPr>
          <p:cNvSpPr>
            <a:spLocks noGrp="1"/>
          </p:cNvSpPr>
          <p:nvPr/>
        </p:nvSpPr>
        <p:spPr>
          <a:xfrm>
            <a:off x="4320540" y="1630680"/>
            <a:ext cx="60960" cy="60960"/>
          </a:xfrm>
          <a:prstGeom prst="ellipse">
            <a:avLst/>
          </a:prstGeom>
          <a:solidFill>
            <a:srgbClr val="52C9EE"/>
          </a:solidFill>
          <a:ln w="0">
            <a:noFill/>
            <a:prstDash val="solid"/>
          </a:ln>
        </p:spPr>
      </p:sp>
      <p:sp>
        <p:nvSpPr>
          <p:cNvPr id="56" name="连接光点">
            <a:extLst>
              <a:ext uri="{FF2B5EF4-FFF2-40B4-BE49-F238E27FC236}">
                <a16:creationId xmlns:a16="http://schemas.microsoft.com/office/drawing/2014/main" id="{4CEE66AB-C746-471E-BA36-D16832CEAAF3}"/>
              </a:ext>
            </a:extLst>
          </p:cNvPr>
          <p:cNvSpPr>
            <a:spLocks noGrp="1"/>
          </p:cNvSpPr>
          <p:nvPr/>
        </p:nvSpPr>
        <p:spPr>
          <a:xfrm>
            <a:off x="5036820" y="1447800"/>
            <a:ext cx="60960" cy="60960"/>
          </a:xfrm>
          <a:prstGeom prst="ellipse">
            <a:avLst/>
          </a:prstGeom>
          <a:solidFill>
            <a:srgbClr val="52C9EE"/>
          </a:solidFill>
          <a:ln w="0">
            <a:noFill/>
            <a:prstDash val="solid"/>
          </a:ln>
        </p:spPr>
      </p:sp>
      <p:sp>
        <p:nvSpPr>
          <p:cNvPr id="57" name="知识链连接3">
            <a:extLst>
              <a:ext uri="{FF2B5EF4-FFF2-40B4-BE49-F238E27FC236}">
                <a16:creationId xmlns:a16="http://schemas.microsoft.com/office/drawing/2014/main" id="{F62EC459-994B-4ADE-B8D8-059A698F01D2}"/>
              </a:ext>
            </a:extLst>
          </p:cNvPr>
          <p:cNvSpPr>
            <a:spLocks noGrp="1"/>
          </p:cNvSpPr>
          <p:nvPr/>
        </p:nvSpPr>
        <p:spPr>
          <a:xfrm>
            <a:off x="6850380" y="1478280"/>
            <a:ext cx="678180" cy="182880"/>
          </a:xfrm>
          <a:custGeom>
            <a:avLst/>
            <a:gdLst/>
            <a:ahLst/>
            <a:cxnLst/>
            <a:rect l="0" t="0" r="0" b="0"/>
            <a:pathLst>
              <a:path w="678180" h="182880">
                <a:moveTo>
                  <a:pt x="0" y="0"/>
                </a:moveTo>
                <a:cubicBezTo>
                  <a:pt x="213360" y="22860"/>
                  <a:pt x="441960" y="106680"/>
                  <a:pt x="678180" y="182880"/>
                </a:cubicBezTo>
              </a:path>
            </a:pathLst>
          </a:custGeom>
          <a:noFill/>
          <a:ln w="13716">
            <a:solidFill>
              <a:srgbClr val="52C9EE"/>
            </a:solidFill>
            <a:prstDash val="dash"/>
          </a:ln>
        </p:spPr>
      </p:sp>
      <p:sp>
        <p:nvSpPr>
          <p:cNvPr id="58" name="连接光点">
            <a:extLst>
              <a:ext uri="{FF2B5EF4-FFF2-40B4-BE49-F238E27FC236}">
                <a16:creationId xmlns:a16="http://schemas.microsoft.com/office/drawing/2014/main" id="{CB9E2F83-E96D-45A3-8143-E058DD267678}"/>
              </a:ext>
            </a:extLst>
          </p:cNvPr>
          <p:cNvSpPr>
            <a:spLocks noGrp="1"/>
          </p:cNvSpPr>
          <p:nvPr/>
        </p:nvSpPr>
        <p:spPr>
          <a:xfrm>
            <a:off x="6819900" y="1447800"/>
            <a:ext cx="60960" cy="60960"/>
          </a:xfrm>
          <a:prstGeom prst="ellipse">
            <a:avLst/>
          </a:prstGeom>
          <a:solidFill>
            <a:srgbClr val="52C9EE"/>
          </a:solidFill>
          <a:ln w="0">
            <a:noFill/>
            <a:prstDash val="solid"/>
          </a:ln>
        </p:spPr>
      </p:sp>
      <p:sp>
        <p:nvSpPr>
          <p:cNvPr id="59" name="连接光点">
            <a:extLst>
              <a:ext uri="{FF2B5EF4-FFF2-40B4-BE49-F238E27FC236}">
                <a16:creationId xmlns:a16="http://schemas.microsoft.com/office/drawing/2014/main" id="{C537F2EF-336A-4D9B-9560-C5F0D073135C}"/>
              </a:ext>
            </a:extLst>
          </p:cNvPr>
          <p:cNvSpPr>
            <a:spLocks noGrp="1"/>
          </p:cNvSpPr>
          <p:nvPr/>
        </p:nvSpPr>
        <p:spPr>
          <a:xfrm>
            <a:off x="7498080" y="1630680"/>
            <a:ext cx="60960" cy="60960"/>
          </a:xfrm>
          <a:prstGeom prst="ellipse">
            <a:avLst/>
          </a:prstGeom>
          <a:solidFill>
            <a:srgbClr val="52C9EE"/>
          </a:solidFill>
          <a:ln w="0">
            <a:noFill/>
            <a:prstDash val="solid"/>
          </a:ln>
        </p:spPr>
      </p:sp>
      <p:sp>
        <p:nvSpPr>
          <p:cNvPr id="60" name="知识链连接4">
            <a:extLst>
              <a:ext uri="{FF2B5EF4-FFF2-40B4-BE49-F238E27FC236}">
                <a16:creationId xmlns:a16="http://schemas.microsoft.com/office/drawing/2014/main" id="{B67D63CE-7A02-4327-955C-56796D0B2070}"/>
              </a:ext>
            </a:extLst>
          </p:cNvPr>
          <p:cNvSpPr>
            <a:spLocks noGrp="1"/>
          </p:cNvSpPr>
          <p:nvPr/>
        </p:nvSpPr>
        <p:spPr>
          <a:xfrm>
            <a:off x="9235440" y="1760220"/>
            <a:ext cx="601980" cy="289560"/>
          </a:xfrm>
          <a:custGeom>
            <a:avLst/>
            <a:gdLst/>
            <a:ahLst/>
            <a:cxnLst/>
            <a:rect l="0" t="0" r="0" b="0"/>
            <a:pathLst>
              <a:path w="601980" h="289560">
                <a:moveTo>
                  <a:pt x="0" y="0"/>
                </a:moveTo>
                <a:cubicBezTo>
                  <a:pt x="236220" y="60960"/>
                  <a:pt x="464820" y="160020"/>
                  <a:pt x="601980" y="289560"/>
                </a:cubicBezTo>
              </a:path>
            </a:pathLst>
          </a:custGeom>
          <a:noFill/>
          <a:ln w="13716">
            <a:solidFill>
              <a:srgbClr val="52C9EE"/>
            </a:solidFill>
            <a:prstDash val="dash"/>
          </a:ln>
        </p:spPr>
      </p:sp>
      <p:sp>
        <p:nvSpPr>
          <p:cNvPr id="61" name="连接光点">
            <a:extLst>
              <a:ext uri="{FF2B5EF4-FFF2-40B4-BE49-F238E27FC236}">
                <a16:creationId xmlns:a16="http://schemas.microsoft.com/office/drawing/2014/main" id="{E54DAD3B-26D7-4283-9C26-6B0AD5175107}"/>
              </a:ext>
            </a:extLst>
          </p:cNvPr>
          <p:cNvSpPr>
            <a:spLocks noGrp="1"/>
          </p:cNvSpPr>
          <p:nvPr/>
        </p:nvSpPr>
        <p:spPr>
          <a:xfrm>
            <a:off x="9204960" y="1729740"/>
            <a:ext cx="60960" cy="60960"/>
          </a:xfrm>
          <a:prstGeom prst="ellipse">
            <a:avLst/>
          </a:prstGeom>
          <a:solidFill>
            <a:srgbClr val="52C9EE"/>
          </a:solidFill>
          <a:ln w="0">
            <a:noFill/>
            <a:prstDash val="solid"/>
          </a:ln>
        </p:spPr>
      </p:sp>
      <p:sp>
        <p:nvSpPr>
          <p:cNvPr id="62" name="连接光点">
            <a:extLst>
              <a:ext uri="{FF2B5EF4-FFF2-40B4-BE49-F238E27FC236}">
                <a16:creationId xmlns:a16="http://schemas.microsoft.com/office/drawing/2014/main" id="{50158D22-8CFF-485A-8562-251ABD0112C2}"/>
              </a:ext>
            </a:extLst>
          </p:cNvPr>
          <p:cNvSpPr>
            <a:spLocks noGrp="1"/>
          </p:cNvSpPr>
          <p:nvPr/>
        </p:nvSpPr>
        <p:spPr>
          <a:xfrm>
            <a:off x="9806940" y="2019300"/>
            <a:ext cx="60960" cy="60960"/>
          </a:xfrm>
          <a:prstGeom prst="ellipse">
            <a:avLst/>
          </a:prstGeom>
          <a:solidFill>
            <a:srgbClr val="52C9EE"/>
          </a:solidFill>
          <a:ln w="0">
            <a:noFill/>
            <a:prstDash val="solid"/>
          </a:ln>
        </p:spPr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281F138E-2CC3-4BCF-A86A-DD5236E1C2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209800" y="2110740"/>
            <a:ext cx="304800" cy="365760"/>
          </a:xfrm>
          <a:prstGeom prst="rect">
            <a:avLst/>
          </a:prstGeom>
        </p:spPr>
      </p:pic>
      <p:sp>
        <p:nvSpPr>
          <p:cNvPr id="64" name="传递凭据名称1">
            <a:extLst>
              <a:ext uri="{FF2B5EF4-FFF2-40B4-BE49-F238E27FC236}">
                <a16:creationId xmlns:a16="http://schemas.microsoft.com/office/drawing/2014/main" id="{CE22C699-80B4-4BAA-91D5-F8EE9571619D}"/>
              </a:ext>
            </a:extLst>
          </p:cNvPr>
          <p:cNvSpPr>
            <a:spLocks noGrp="1"/>
          </p:cNvSpPr>
          <p:nvPr/>
        </p:nvSpPr>
        <p:spPr>
          <a:xfrm>
            <a:off x="2118360" y="2484120"/>
            <a:ext cx="80772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标准文件</a:t>
            </a: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3761DC84-D232-47A9-9011-E85F7B2A08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4518660" y="1714500"/>
            <a:ext cx="335280" cy="327660"/>
          </a:xfrm>
          <a:prstGeom prst="rect">
            <a:avLst/>
          </a:prstGeom>
        </p:spPr>
      </p:pic>
      <p:sp>
        <p:nvSpPr>
          <p:cNvPr id="66" name="传递凭据名称2">
            <a:extLst>
              <a:ext uri="{FF2B5EF4-FFF2-40B4-BE49-F238E27FC236}">
                <a16:creationId xmlns:a16="http://schemas.microsoft.com/office/drawing/2014/main" id="{5B56BB6B-9239-47F3-ACB2-FD21A0683991}"/>
              </a:ext>
            </a:extLst>
          </p:cNvPr>
          <p:cNvSpPr>
            <a:spLocks noGrp="1"/>
          </p:cNvSpPr>
          <p:nvPr/>
        </p:nvSpPr>
        <p:spPr>
          <a:xfrm>
            <a:off x="4450080" y="2034540"/>
            <a:ext cx="80772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项目信息</a:t>
            </a: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52225533-4AFC-429A-A19C-C5A1797C3BB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7025640" y="1706880"/>
            <a:ext cx="342900" cy="342900"/>
          </a:xfrm>
          <a:prstGeom prst="rect">
            <a:avLst/>
          </a:prstGeom>
        </p:spPr>
      </p:pic>
      <p:sp>
        <p:nvSpPr>
          <p:cNvPr id="68" name="传递凭据名称3">
            <a:extLst>
              <a:ext uri="{FF2B5EF4-FFF2-40B4-BE49-F238E27FC236}">
                <a16:creationId xmlns:a16="http://schemas.microsoft.com/office/drawing/2014/main" id="{5971E4C0-2489-4A47-A866-1CA97B2EF7F5}"/>
              </a:ext>
            </a:extLst>
          </p:cNvPr>
          <p:cNvSpPr>
            <a:spLocks noGrp="1"/>
          </p:cNvSpPr>
          <p:nvPr/>
        </p:nvSpPr>
        <p:spPr>
          <a:xfrm>
            <a:off x="6949440" y="2049780"/>
            <a:ext cx="80772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基价数据</a:t>
            </a:r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AC64C299-2EA4-4AAF-B1BC-305ED2AA81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9387840" y="2118360"/>
            <a:ext cx="304800" cy="365760"/>
          </a:xfrm>
          <a:prstGeom prst="rect">
            <a:avLst/>
          </a:prstGeom>
        </p:spPr>
      </p:pic>
      <p:sp>
        <p:nvSpPr>
          <p:cNvPr id="70" name="传递凭据名称4">
            <a:extLst>
              <a:ext uri="{FF2B5EF4-FFF2-40B4-BE49-F238E27FC236}">
                <a16:creationId xmlns:a16="http://schemas.microsoft.com/office/drawing/2014/main" id="{86B290F7-A328-473F-8B41-C129EFB01E63}"/>
              </a:ext>
            </a:extLst>
          </p:cNvPr>
          <p:cNvSpPr>
            <a:spLocks noGrp="1"/>
          </p:cNvSpPr>
          <p:nvPr/>
        </p:nvSpPr>
        <p:spPr>
          <a:xfrm>
            <a:off x="9304020" y="2499360"/>
            <a:ext cx="80772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系数依据</a:t>
            </a: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6770333A-5F38-4AA1-81B5-D0C6415A377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2567940" y="2727960"/>
            <a:ext cx="6614160" cy="2575560"/>
          </a:xfrm>
          <a:prstGeom prst="rect">
            <a:avLst/>
          </a:prstGeom>
        </p:spPr>
      </p:pic>
      <p:sp>
        <p:nvSpPr>
          <p:cNvPr id="72" name="资料来源容器">
            <a:extLst>
              <a:ext uri="{FF2B5EF4-FFF2-40B4-BE49-F238E27FC236}">
                <a16:creationId xmlns:a16="http://schemas.microsoft.com/office/drawing/2014/main" id="{464C0A55-A645-43A6-8EA9-F42DF3EF2A98}"/>
              </a:ext>
            </a:extLst>
          </p:cNvPr>
          <p:cNvSpPr>
            <a:spLocks noGrp="1"/>
          </p:cNvSpPr>
          <p:nvPr/>
        </p:nvSpPr>
        <p:spPr>
          <a:xfrm>
            <a:off x="259080" y="3421380"/>
            <a:ext cx="2293620" cy="1737360"/>
          </a:xfrm>
          <a:prstGeom prst="roundRect">
            <a:avLst>
              <a:gd name="adj" fmla="val 1316"/>
            </a:avLst>
          </a:prstGeom>
          <a:solidFill>
            <a:srgbClr val="03111F"/>
          </a:solidFill>
          <a:ln w="7620">
            <a:solidFill>
              <a:srgbClr val="8EB8CE"/>
            </a:solidFill>
            <a:prstDash val="solid"/>
          </a:ln>
        </p:spPr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DFC5839F-B646-4433-AD93-F87E5A1D589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411480" y="3497580"/>
            <a:ext cx="236220" cy="220980"/>
          </a:xfrm>
          <a:prstGeom prst="rect">
            <a:avLst/>
          </a:prstGeom>
        </p:spPr>
      </p:pic>
      <p:sp>
        <p:nvSpPr>
          <p:cNvPr id="74" name="资料来源标题">
            <a:extLst>
              <a:ext uri="{FF2B5EF4-FFF2-40B4-BE49-F238E27FC236}">
                <a16:creationId xmlns:a16="http://schemas.microsoft.com/office/drawing/2014/main" id="{7C2896D9-F632-4A55-A254-826207CCF0FF}"/>
              </a:ext>
            </a:extLst>
          </p:cNvPr>
          <p:cNvSpPr>
            <a:spLocks noGrp="1"/>
          </p:cNvSpPr>
          <p:nvPr/>
        </p:nvSpPr>
        <p:spPr>
          <a:xfrm>
            <a:off x="708660" y="3474720"/>
            <a:ext cx="170688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rPr>
              <a:t>资料来源</a:t>
            </a:r>
          </a:p>
        </p:txBody>
      </p:sp>
      <p:sp>
        <p:nvSpPr>
          <p:cNvPr id="75" name="资料来源行1">
            <a:extLst>
              <a:ext uri="{FF2B5EF4-FFF2-40B4-BE49-F238E27FC236}">
                <a16:creationId xmlns:a16="http://schemas.microsoft.com/office/drawing/2014/main" id="{35A946CD-7E9B-46F8-8FDA-4654172351A8}"/>
              </a:ext>
            </a:extLst>
          </p:cNvPr>
          <p:cNvSpPr>
            <a:spLocks noGrp="1"/>
          </p:cNvSpPr>
          <p:nvPr/>
        </p:nvSpPr>
        <p:spPr>
          <a:xfrm>
            <a:off x="373380" y="3771900"/>
            <a:ext cx="2065020" cy="304800"/>
          </a:xfrm>
          <a:prstGeom prst="roundRect">
            <a:avLst>
              <a:gd name="adj" fmla="val 7500"/>
            </a:avLst>
          </a:prstGeom>
          <a:solidFill>
            <a:srgbClr val="031426"/>
          </a:solidFill>
          <a:ln w="6096">
            <a:solidFill>
              <a:srgbClr val="567891"/>
            </a:solidFill>
            <a:prstDash val="solid"/>
          </a:ln>
        </p:spPr>
      </p:sp>
      <p:sp>
        <p:nvSpPr>
          <p:cNvPr id="76" name="资料来源列分隔线">
            <a:extLst>
              <a:ext uri="{FF2B5EF4-FFF2-40B4-BE49-F238E27FC236}">
                <a16:creationId xmlns:a16="http://schemas.microsoft.com/office/drawing/2014/main" id="{F04BEEE8-8E47-4E47-8394-647D50BCBE5A}"/>
              </a:ext>
            </a:extLst>
          </p:cNvPr>
          <p:cNvSpPr>
            <a:spLocks noGrp="1"/>
          </p:cNvSpPr>
          <p:nvPr/>
        </p:nvSpPr>
        <p:spPr>
          <a:xfrm>
            <a:off x="1325880" y="3771900"/>
            <a:ext cx="762" cy="304800"/>
          </a:xfrm>
          <a:custGeom>
            <a:avLst/>
            <a:gdLst/>
            <a:ahLst/>
            <a:cxnLst/>
            <a:rect l="0" t="0" r="0" b="0"/>
            <a:pathLst>
              <a:path w="762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6096">
            <a:solidFill>
              <a:srgbClr val="567891"/>
            </a:solidFill>
            <a:prstDash val="solid"/>
          </a:ln>
        </p:spPr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F14BA65D-5DD9-4AB2-8E1D-C39145650B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441960" y="3810000"/>
            <a:ext cx="236220" cy="243840"/>
          </a:xfrm>
          <a:prstGeom prst="rect">
            <a:avLst/>
          </a:prstGeom>
        </p:spPr>
      </p:pic>
      <p:sp>
        <p:nvSpPr>
          <p:cNvPr id="78" name="资料来源名称1">
            <a:extLst>
              <a:ext uri="{FF2B5EF4-FFF2-40B4-BE49-F238E27FC236}">
                <a16:creationId xmlns:a16="http://schemas.microsoft.com/office/drawing/2014/main" id="{9B05BD00-36E7-4200-8DE5-075CF6F7B744}"/>
              </a:ext>
            </a:extLst>
          </p:cNvPr>
          <p:cNvSpPr>
            <a:spLocks noGrp="1"/>
          </p:cNvSpPr>
          <p:nvPr/>
        </p:nvSpPr>
        <p:spPr>
          <a:xfrm>
            <a:off x="739140" y="3794760"/>
            <a:ext cx="59436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工程表</a:t>
            </a:r>
          </a:p>
        </p:txBody>
      </p:sp>
      <p:sp>
        <p:nvSpPr>
          <p:cNvPr id="79" name="资料来源内容1">
            <a:extLst>
              <a:ext uri="{FF2B5EF4-FFF2-40B4-BE49-F238E27FC236}">
                <a16:creationId xmlns:a16="http://schemas.microsoft.com/office/drawing/2014/main" id="{88A68C07-CBD4-48C8-85D6-2E435E93D623}"/>
              </a:ext>
            </a:extLst>
          </p:cNvPr>
          <p:cNvSpPr>
            <a:spLocks noGrp="1"/>
          </p:cNvSpPr>
          <p:nvPr/>
        </p:nvSpPr>
        <p:spPr>
          <a:xfrm>
            <a:off x="1402080" y="3802380"/>
            <a:ext cx="100584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项目清单与工程量</a:t>
            </a:r>
          </a:p>
        </p:txBody>
      </p:sp>
      <p:sp>
        <p:nvSpPr>
          <p:cNvPr id="80" name="资料来源行2">
            <a:extLst>
              <a:ext uri="{FF2B5EF4-FFF2-40B4-BE49-F238E27FC236}">
                <a16:creationId xmlns:a16="http://schemas.microsoft.com/office/drawing/2014/main" id="{DF2CBD6B-3B36-41C1-964C-20020C696C5C}"/>
              </a:ext>
            </a:extLst>
          </p:cNvPr>
          <p:cNvSpPr>
            <a:spLocks noGrp="1"/>
          </p:cNvSpPr>
          <p:nvPr/>
        </p:nvSpPr>
        <p:spPr>
          <a:xfrm>
            <a:off x="373380" y="4107180"/>
            <a:ext cx="2065020" cy="304800"/>
          </a:xfrm>
          <a:prstGeom prst="roundRect">
            <a:avLst>
              <a:gd name="adj" fmla="val 7500"/>
            </a:avLst>
          </a:prstGeom>
          <a:solidFill>
            <a:srgbClr val="031426"/>
          </a:solidFill>
          <a:ln w="6096">
            <a:solidFill>
              <a:srgbClr val="567891"/>
            </a:solidFill>
            <a:prstDash val="solid"/>
          </a:ln>
        </p:spPr>
      </p:sp>
      <p:sp>
        <p:nvSpPr>
          <p:cNvPr id="81" name="资料来源列分隔线">
            <a:extLst>
              <a:ext uri="{FF2B5EF4-FFF2-40B4-BE49-F238E27FC236}">
                <a16:creationId xmlns:a16="http://schemas.microsoft.com/office/drawing/2014/main" id="{DD5A2B43-C535-4779-BEF9-C7CF0103585F}"/>
              </a:ext>
            </a:extLst>
          </p:cNvPr>
          <p:cNvSpPr>
            <a:spLocks noGrp="1"/>
          </p:cNvSpPr>
          <p:nvPr/>
        </p:nvSpPr>
        <p:spPr>
          <a:xfrm>
            <a:off x="1325880" y="4107180"/>
            <a:ext cx="762" cy="304800"/>
          </a:xfrm>
          <a:custGeom>
            <a:avLst/>
            <a:gdLst/>
            <a:ahLst/>
            <a:cxnLst/>
            <a:rect l="0" t="0" r="0" b="0"/>
            <a:pathLst>
              <a:path w="762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6096">
            <a:solidFill>
              <a:srgbClr val="567891"/>
            </a:solidFill>
            <a:prstDash val="solid"/>
          </a:ln>
        </p:spPr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878FD9B4-7CFC-41E2-8FE4-517D85944B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441960" y="4145280"/>
            <a:ext cx="236220" cy="236220"/>
          </a:xfrm>
          <a:prstGeom prst="rect">
            <a:avLst/>
          </a:prstGeom>
        </p:spPr>
      </p:pic>
      <p:sp>
        <p:nvSpPr>
          <p:cNvPr id="83" name="资料来源名称2">
            <a:extLst>
              <a:ext uri="{FF2B5EF4-FFF2-40B4-BE49-F238E27FC236}">
                <a16:creationId xmlns:a16="http://schemas.microsoft.com/office/drawing/2014/main" id="{CFFD1815-40B5-4B20-89D1-7BD5B7539088}"/>
              </a:ext>
            </a:extLst>
          </p:cNvPr>
          <p:cNvSpPr>
            <a:spLocks noGrp="1"/>
          </p:cNvSpPr>
          <p:nvPr/>
        </p:nvSpPr>
        <p:spPr>
          <a:xfrm>
            <a:off x="739140" y="4130040"/>
            <a:ext cx="59436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标准文件</a:t>
            </a:r>
          </a:p>
        </p:txBody>
      </p:sp>
      <p:sp>
        <p:nvSpPr>
          <p:cNvPr id="84" name="资料来源内容2">
            <a:extLst>
              <a:ext uri="{FF2B5EF4-FFF2-40B4-BE49-F238E27FC236}">
                <a16:creationId xmlns:a16="http://schemas.microsoft.com/office/drawing/2014/main" id="{681EEF36-A011-495F-A27F-0606DC0C16EE}"/>
              </a:ext>
            </a:extLst>
          </p:cNvPr>
          <p:cNvSpPr>
            <a:spLocks noGrp="1"/>
          </p:cNvSpPr>
          <p:nvPr/>
        </p:nvSpPr>
        <p:spPr>
          <a:xfrm>
            <a:off x="1402080" y="4137660"/>
            <a:ext cx="100584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规范、定额、规则</a:t>
            </a:r>
          </a:p>
        </p:txBody>
      </p:sp>
      <p:sp>
        <p:nvSpPr>
          <p:cNvPr id="85" name="资料来源行3">
            <a:extLst>
              <a:ext uri="{FF2B5EF4-FFF2-40B4-BE49-F238E27FC236}">
                <a16:creationId xmlns:a16="http://schemas.microsoft.com/office/drawing/2014/main" id="{58943E6F-6DDB-426E-8DE9-96E1F7074AEC}"/>
              </a:ext>
            </a:extLst>
          </p:cNvPr>
          <p:cNvSpPr>
            <a:spLocks noGrp="1"/>
          </p:cNvSpPr>
          <p:nvPr/>
        </p:nvSpPr>
        <p:spPr>
          <a:xfrm>
            <a:off x="373380" y="4442460"/>
            <a:ext cx="2065020" cy="304800"/>
          </a:xfrm>
          <a:prstGeom prst="roundRect">
            <a:avLst>
              <a:gd name="adj" fmla="val 7500"/>
            </a:avLst>
          </a:prstGeom>
          <a:solidFill>
            <a:srgbClr val="031426"/>
          </a:solidFill>
          <a:ln w="6096">
            <a:solidFill>
              <a:srgbClr val="567891"/>
            </a:solidFill>
            <a:prstDash val="solid"/>
          </a:ln>
        </p:spPr>
      </p:sp>
      <p:sp>
        <p:nvSpPr>
          <p:cNvPr id="86" name="资料来源列分隔线">
            <a:extLst>
              <a:ext uri="{FF2B5EF4-FFF2-40B4-BE49-F238E27FC236}">
                <a16:creationId xmlns:a16="http://schemas.microsoft.com/office/drawing/2014/main" id="{8E0948E3-A30A-4247-AD3C-3BA0C6D38398}"/>
              </a:ext>
            </a:extLst>
          </p:cNvPr>
          <p:cNvSpPr>
            <a:spLocks noGrp="1"/>
          </p:cNvSpPr>
          <p:nvPr/>
        </p:nvSpPr>
        <p:spPr>
          <a:xfrm>
            <a:off x="1325880" y="4442460"/>
            <a:ext cx="762" cy="304800"/>
          </a:xfrm>
          <a:custGeom>
            <a:avLst/>
            <a:gdLst/>
            <a:ahLst/>
            <a:cxnLst/>
            <a:rect l="0" t="0" r="0" b="0"/>
            <a:pathLst>
              <a:path w="762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6096">
            <a:solidFill>
              <a:srgbClr val="567891"/>
            </a:solidFill>
            <a:prstDash val="solid"/>
          </a:ln>
        </p:spPr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C984CCB6-9CF7-4ADE-B5F6-3646F4B1B8E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441960" y="4480560"/>
            <a:ext cx="236220" cy="228600"/>
          </a:xfrm>
          <a:prstGeom prst="rect">
            <a:avLst/>
          </a:prstGeom>
        </p:spPr>
      </p:pic>
      <p:sp>
        <p:nvSpPr>
          <p:cNvPr id="88" name="资料来源名称3">
            <a:extLst>
              <a:ext uri="{FF2B5EF4-FFF2-40B4-BE49-F238E27FC236}">
                <a16:creationId xmlns:a16="http://schemas.microsoft.com/office/drawing/2014/main" id="{CE0481EC-90CF-42A9-984F-57AF1387AFD2}"/>
              </a:ext>
            </a:extLst>
          </p:cNvPr>
          <p:cNvSpPr>
            <a:spLocks noGrp="1"/>
          </p:cNvSpPr>
          <p:nvPr/>
        </p:nvSpPr>
        <p:spPr>
          <a:xfrm>
            <a:off x="739140" y="4465320"/>
            <a:ext cx="59436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历史项目</a:t>
            </a:r>
          </a:p>
        </p:txBody>
      </p:sp>
      <p:sp>
        <p:nvSpPr>
          <p:cNvPr id="89" name="资料来源内容3">
            <a:extLst>
              <a:ext uri="{FF2B5EF4-FFF2-40B4-BE49-F238E27FC236}">
                <a16:creationId xmlns:a16="http://schemas.microsoft.com/office/drawing/2014/main" id="{E680C423-D131-4866-B1B8-509816BB8F78}"/>
              </a:ext>
            </a:extLst>
          </p:cNvPr>
          <p:cNvSpPr>
            <a:spLocks noGrp="1"/>
          </p:cNvSpPr>
          <p:nvPr/>
        </p:nvSpPr>
        <p:spPr>
          <a:xfrm>
            <a:off x="1402080" y="4472940"/>
            <a:ext cx="100584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同类项目计价资料</a:t>
            </a:r>
          </a:p>
        </p:txBody>
      </p:sp>
      <p:sp>
        <p:nvSpPr>
          <p:cNvPr id="90" name="资料来源行4">
            <a:extLst>
              <a:ext uri="{FF2B5EF4-FFF2-40B4-BE49-F238E27FC236}">
                <a16:creationId xmlns:a16="http://schemas.microsoft.com/office/drawing/2014/main" id="{6F9BEC28-916A-4128-966B-A465CC6F61C2}"/>
              </a:ext>
            </a:extLst>
          </p:cNvPr>
          <p:cNvSpPr>
            <a:spLocks noGrp="1"/>
          </p:cNvSpPr>
          <p:nvPr/>
        </p:nvSpPr>
        <p:spPr>
          <a:xfrm>
            <a:off x="373380" y="4777740"/>
            <a:ext cx="2065020" cy="304800"/>
          </a:xfrm>
          <a:prstGeom prst="roundRect">
            <a:avLst>
              <a:gd name="adj" fmla="val 7500"/>
            </a:avLst>
          </a:prstGeom>
          <a:solidFill>
            <a:srgbClr val="031426"/>
          </a:solidFill>
          <a:ln w="6096">
            <a:solidFill>
              <a:srgbClr val="567891"/>
            </a:solidFill>
            <a:prstDash val="solid"/>
          </a:ln>
        </p:spPr>
      </p:sp>
      <p:sp>
        <p:nvSpPr>
          <p:cNvPr id="91" name="资料来源列分隔线">
            <a:extLst>
              <a:ext uri="{FF2B5EF4-FFF2-40B4-BE49-F238E27FC236}">
                <a16:creationId xmlns:a16="http://schemas.microsoft.com/office/drawing/2014/main" id="{99C40C27-2105-4720-BB3D-973D84889677}"/>
              </a:ext>
            </a:extLst>
          </p:cNvPr>
          <p:cNvSpPr>
            <a:spLocks noGrp="1"/>
          </p:cNvSpPr>
          <p:nvPr/>
        </p:nvSpPr>
        <p:spPr>
          <a:xfrm>
            <a:off x="1325880" y="4777740"/>
            <a:ext cx="762" cy="304800"/>
          </a:xfrm>
          <a:custGeom>
            <a:avLst/>
            <a:gdLst/>
            <a:ahLst/>
            <a:cxnLst/>
            <a:rect l="0" t="0" r="0" b="0"/>
            <a:pathLst>
              <a:path w="762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6096">
            <a:solidFill>
              <a:srgbClr val="567891"/>
            </a:solidFill>
            <a:prstDash val="solid"/>
          </a:ln>
        </p:spPr>
      </p:sp>
      <p:pic>
        <p:nvPicPr>
          <p:cNvPr id="92" name="图片 91">
            <a:extLst>
              <a:ext uri="{FF2B5EF4-FFF2-40B4-BE49-F238E27FC236}">
                <a16:creationId xmlns:a16="http://schemas.microsoft.com/office/drawing/2014/main" id="{953C9CE7-B5DE-44F8-8CD0-403C65CB5D6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441960" y="4808220"/>
            <a:ext cx="236220" cy="236220"/>
          </a:xfrm>
          <a:prstGeom prst="rect">
            <a:avLst/>
          </a:prstGeom>
        </p:spPr>
      </p:pic>
      <p:sp>
        <p:nvSpPr>
          <p:cNvPr id="93" name="资料来源名称4">
            <a:extLst>
              <a:ext uri="{FF2B5EF4-FFF2-40B4-BE49-F238E27FC236}">
                <a16:creationId xmlns:a16="http://schemas.microsoft.com/office/drawing/2014/main" id="{2391AC43-1800-4C68-A486-48FF0A81A972}"/>
              </a:ext>
            </a:extLst>
          </p:cNvPr>
          <p:cNvSpPr>
            <a:spLocks noGrp="1"/>
          </p:cNvSpPr>
          <p:nvPr/>
        </p:nvSpPr>
        <p:spPr>
          <a:xfrm>
            <a:off x="739140" y="4800600"/>
            <a:ext cx="59436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经验记录</a:t>
            </a:r>
          </a:p>
        </p:txBody>
      </p:sp>
      <p:sp>
        <p:nvSpPr>
          <p:cNvPr id="94" name="资料来源内容4">
            <a:extLst>
              <a:ext uri="{FF2B5EF4-FFF2-40B4-BE49-F238E27FC236}">
                <a16:creationId xmlns:a16="http://schemas.microsoft.com/office/drawing/2014/main" id="{D7411817-126B-47C1-ADD1-C638205379F1}"/>
              </a:ext>
            </a:extLst>
          </p:cNvPr>
          <p:cNvSpPr>
            <a:spLocks noGrp="1"/>
          </p:cNvSpPr>
          <p:nvPr/>
        </p:nvSpPr>
        <p:spPr>
          <a:xfrm>
            <a:off x="1402080" y="4808220"/>
            <a:ext cx="100584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方法、要点与注意事项</a:t>
            </a:r>
          </a:p>
        </p:txBody>
      </p:sp>
      <p:sp>
        <p:nvSpPr>
          <p:cNvPr id="95" name="角色压力容器">
            <a:extLst>
              <a:ext uri="{FF2B5EF4-FFF2-40B4-BE49-F238E27FC236}">
                <a16:creationId xmlns:a16="http://schemas.microsoft.com/office/drawing/2014/main" id="{DCA9885D-6CCD-4AC9-AC91-99D1416C39A6}"/>
              </a:ext>
            </a:extLst>
          </p:cNvPr>
          <p:cNvSpPr>
            <a:spLocks noGrp="1"/>
          </p:cNvSpPr>
          <p:nvPr/>
        </p:nvSpPr>
        <p:spPr>
          <a:xfrm>
            <a:off x="9182100" y="3467100"/>
            <a:ext cx="2735580" cy="1691640"/>
          </a:xfrm>
          <a:prstGeom prst="roundRect">
            <a:avLst>
              <a:gd name="adj" fmla="val 1802"/>
            </a:avLst>
          </a:prstGeom>
          <a:solidFill>
            <a:srgbClr val="031120"/>
          </a:solidFill>
          <a:ln w="7620">
            <a:solidFill>
              <a:srgbClr val="8EB8CE"/>
            </a:solidFill>
            <a:prstDash val="solid"/>
          </a:ln>
        </p:spPr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5ACE9658-CC5D-4B2D-8CA6-0D79D8E0225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9311640" y="3535680"/>
            <a:ext cx="251460" cy="251460"/>
          </a:xfrm>
          <a:prstGeom prst="rect">
            <a:avLst/>
          </a:prstGeom>
        </p:spPr>
      </p:pic>
      <p:sp>
        <p:nvSpPr>
          <p:cNvPr id="97" name="角色压力标题">
            <a:extLst>
              <a:ext uri="{FF2B5EF4-FFF2-40B4-BE49-F238E27FC236}">
                <a16:creationId xmlns:a16="http://schemas.microsoft.com/office/drawing/2014/main" id="{FC081635-D2FB-4DDD-99EB-36FF00B423CB}"/>
              </a:ext>
            </a:extLst>
          </p:cNvPr>
          <p:cNvSpPr>
            <a:spLocks noGrp="1"/>
          </p:cNvSpPr>
          <p:nvPr/>
        </p:nvSpPr>
        <p:spPr>
          <a:xfrm>
            <a:off x="9616440" y="3505200"/>
            <a:ext cx="198120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rPr>
              <a:t>角色压力</a:t>
            </a:r>
          </a:p>
        </p:txBody>
      </p:sp>
      <p:sp>
        <p:nvSpPr>
          <p:cNvPr id="98" name="角色压力行1">
            <a:extLst>
              <a:ext uri="{FF2B5EF4-FFF2-40B4-BE49-F238E27FC236}">
                <a16:creationId xmlns:a16="http://schemas.microsoft.com/office/drawing/2014/main" id="{42C89112-CE8E-4275-B96D-5AA7A22E9F0A}"/>
              </a:ext>
            </a:extLst>
          </p:cNvPr>
          <p:cNvSpPr>
            <a:spLocks noGrp="1"/>
          </p:cNvSpPr>
          <p:nvPr/>
        </p:nvSpPr>
        <p:spPr>
          <a:xfrm>
            <a:off x="9304020" y="3832860"/>
            <a:ext cx="2514600" cy="365760"/>
          </a:xfrm>
          <a:prstGeom prst="roundRect">
            <a:avLst>
              <a:gd name="adj" fmla="val 8333"/>
            </a:avLst>
          </a:prstGeom>
          <a:solidFill>
            <a:srgbClr val="031426"/>
          </a:solidFill>
          <a:ln w="6096">
            <a:solidFill>
              <a:srgbClr val="567891"/>
            </a:solidFill>
            <a:prstDash val="solid"/>
          </a:ln>
        </p:spPr>
      </p:sp>
      <p:sp>
        <p:nvSpPr>
          <p:cNvPr id="99" name="角色压力列分隔线">
            <a:extLst>
              <a:ext uri="{FF2B5EF4-FFF2-40B4-BE49-F238E27FC236}">
                <a16:creationId xmlns:a16="http://schemas.microsoft.com/office/drawing/2014/main" id="{177F6784-BA87-468F-804D-849B3A68D106}"/>
              </a:ext>
            </a:extLst>
          </p:cNvPr>
          <p:cNvSpPr>
            <a:spLocks noGrp="1"/>
          </p:cNvSpPr>
          <p:nvPr/>
        </p:nvSpPr>
        <p:spPr>
          <a:xfrm>
            <a:off x="10469880" y="3832860"/>
            <a:ext cx="762" cy="365760"/>
          </a:xfrm>
          <a:custGeom>
            <a:avLst/>
            <a:gdLst/>
            <a:ahLst/>
            <a:cxnLst/>
            <a:rect l="0" t="0" r="0" b="0"/>
            <a:pathLst>
              <a:path w="762" h="365760">
                <a:moveTo>
                  <a:pt x="0" y="0"/>
                </a:moveTo>
                <a:lnTo>
                  <a:pt x="0" y="365760"/>
                </a:lnTo>
              </a:path>
            </a:pathLst>
          </a:custGeom>
          <a:noFill/>
          <a:ln w="6096">
            <a:solidFill>
              <a:srgbClr val="567891"/>
            </a:solidFill>
            <a:prstDash val="solid"/>
          </a:ln>
        </p:spPr>
      </p:sp>
      <p:pic>
        <p:nvPicPr>
          <p:cNvPr id="100" name="图片 99">
            <a:extLst>
              <a:ext uri="{FF2B5EF4-FFF2-40B4-BE49-F238E27FC236}">
                <a16:creationId xmlns:a16="http://schemas.microsoft.com/office/drawing/2014/main" id="{0CB29048-DBE5-4A9A-B640-8F985972645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9403080" y="3909060"/>
            <a:ext cx="281940" cy="236220"/>
          </a:xfrm>
          <a:prstGeom prst="rect">
            <a:avLst/>
          </a:prstGeom>
        </p:spPr>
      </p:pic>
      <p:sp>
        <p:nvSpPr>
          <p:cNvPr id="101" name="角色名称1">
            <a:extLst>
              <a:ext uri="{FF2B5EF4-FFF2-40B4-BE49-F238E27FC236}">
                <a16:creationId xmlns:a16="http://schemas.microsoft.com/office/drawing/2014/main" id="{F4D2FC17-092E-4D1F-908B-239867A3F32E}"/>
              </a:ext>
            </a:extLst>
          </p:cNvPr>
          <p:cNvSpPr>
            <a:spLocks noGrp="1"/>
          </p:cNvSpPr>
          <p:nvPr/>
        </p:nvSpPr>
        <p:spPr>
          <a:xfrm>
            <a:off x="9730740" y="3870960"/>
            <a:ext cx="69342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编制人员</a:t>
            </a:r>
          </a:p>
        </p:txBody>
      </p:sp>
      <p:sp>
        <p:nvSpPr>
          <p:cNvPr id="102" name="角色压力说明1">
            <a:extLst>
              <a:ext uri="{FF2B5EF4-FFF2-40B4-BE49-F238E27FC236}">
                <a16:creationId xmlns:a16="http://schemas.microsoft.com/office/drawing/2014/main" id="{D16D9EA2-66FF-46CB-BBC3-F496B5C80E9F}"/>
              </a:ext>
            </a:extLst>
          </p:cNvPr>
          <p:cNvSpPr>
            <a:spLocks noGrp="1"/>
          </p:cNvSpPr>
          <p:nvPr/>
        </p:nvSpPr>
        <p:spPr>
          <a:xfrm>
            <a:off x="10530840" y="3870960"/>
            <a:ext cx="12420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反复查找与搬运</a:t>
            </a:r>
          </a:p>
        </p:txBody>
      </p:sp>
      <p:sp>
        <p:nvSpPr>
          <p:cNvPr id="103" name="角色压力行2">
            <a:extLst>
              <a:ext uri="{FF2B5EF4-FFF2-40B4-BE49-F238E27FC236}">
                <a16:creationId xmlns:a16="http://schemas.microsoft.com/office/drawing/2014/main" id="{D39DFECD-706B-4755-9AEA-2BBB34C558F8}"/>
              </a:ext>
            </a:extLst>
          </p:cNvPr>
          <p:cNvSpPr>
            <a:spLocks noGrp="1"/>
          </p:cNvSpPr>
          <p:nvPr/>
        </p:nvSpPr>
        <p:spPr>
          <a:xfrm>
            <a:off x="9304020" y="4274820"/>
            <a:ext cx="2514600" cy="365760"/>
          </a:xfrm>
          <a:prstGeom prst="roundRect">
            <a:avLst>
              <a:gd name="adj" fmla="val 8333"/>
            </a:avLst>
          </a:prstGeom>
          <a:solidFill>
            <a:srgbClr val="031426"/>
          </a:solidFill>
          <a:ln w="6096">
            <a:solidFill>
              <a:srgbClr val="567891"/>
            </a:solidFill>
            <a:prstDash val="solid"/>
          </a:ln>
        </p:spPr>
      </p:sp>
      <p:sp>
        <p:nvSpPr>
          <p:cNvPr id="104" name="角色压力列分隔线">
            <a:extLst>
              <a:ext uri="{FF2B5EF4-FFF2-40B4-BE49-F238E27FC236}">
                <a16:creationId xmlns:a16="http://schemas.microsoft.com/office/drawing/2014/main" id="{C4185444-E7E0-4351-B41F-81B568135FD3}"/>
              </a:ext>
            </a:extLst>
          </p:cNvPr>
          <p:cNvSpPr>
            <a:spLocks noGrp="1"/>
          </p:cNvSpPr>
          <p:nvPr/>
        </p:nvSpPr>
        <p:spPr>
          <a:xfrm>
            <a:off x="10469880" y="4274820"/>
            <a:ext cx="762" cy="365760"/>
          </a:xfrm>
          <a:custGeom>
            <a:avLst/>
            <a:gdLst/>
            <a:ahLst/>
            <a:cxnLst/>
            <a:rect l="0" t="0" r="0" b="0"/>
            <a:pathLst>
              <a:path w="762" h="365760">
                <a:moveTo>
                  <a:pt x="0" y="0"/>
                </a:moveTo>
                <a:lnTo>
                  <a:pt x="0" y="365760"/>
                </a:lnTo>
              </a:path>
            </a:pathLst>
          </a:custGeom>
          <a:noFill/>
          <a:ln w="6096">
            <a:solidFill>
              <a:srgbClr val="567891"/>
            </a:solidFill>
            <a:prstDash val="solid"/>
          </a:ln>
        </p:spPr>
      </p:sp>
      <p:pic>
        <p:nvPicPr>
          <p:cNvPr id="105" name="图片 104">
            <a:extLst>
              <a:ext uri="{FF2B5EF4-FFF2-40B4-BE49-F238E27FC236}">
                <a16:creationId xmlns:a16="http://schemas.microsoft.com/office/drawing/2014/main" id="{D09559B0-3221-48E7-ACBC-454CF0895C8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9403080" y="4328160"/>
            <a:ext cx="281940" cy="251460"/>
          </a:xfrm>
          <a:prstGeom prst="rect">
            <a:avLst/>
          </a:prstGeom>
        </p:spPr>
      </p:pic>
      <p:sp>
        <p:nvSpPr>
          <p:cNvPr id="106" name="角色名称2">
            <a:extLst>
              <a:ext uri="{FF2B5EF4-FFF2-40B4-BE49-F238E27FC236}">
                <a16:creationId xmlns:a16="http://schemas.microsoft.com/office/drawing/2014/main" id="{FA034BC0-A105-40A2-8FB4-9985228A3E96}"/>
              </a:ext>
            </a:extLst>
          </p:cNvPr>
          <p:cNvSpPr>
            <a:spLocks noGrp="1"/>
          </p:cNvSpPr>
          <p:nvPr/>
        </p:nvSpPr>
        <p:spPr>
          <a:xfrm>
            <a:off x="9730740" y="4312920"/>
            <a:ext cx="69342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复核人员</a:t>
            </a:r>
          </a:p>
        </p:txBody>
      </p:sp>
      <p:sp>
        <p:nvSpPr>
          <p:cNvPr id="107" name="角色压力说明2">
            <a:extLst>
              <a:ext uri="{FF2B5EF4-FFF2-40B4-BE49-F238E27FC236}">
                <a16:creationId xmlns:a16="http://schemas.microsoft.com/office/drawing/2014/main" id="{B033725F-1C34-41A4-9525-DF3372D80C06}"/>
              </a:ext>
            </a:extLst>
          </p:cNvPr>
          <p:cNvSpPr>
            <a:spLocks noGrp="1"/>
          </p:cNvSpPr>
          <p:nvPr/>
        </p:nvSpPr>
        <p:spPr>
          <a:xfrm>
            <a:off x="10530840" y="4312920"/>
            <a:ext cx="12420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难以快速看清依据</a:t>
            </a:r>
          </a:p>
        </p:txBody>
      </p:sp>
      <p:sp>
        <p:nvSpPr>
          <p:cNvPr id="108" name="角色压力行3">
            <a:extLst>
              <a:ext uri="{FF2B5EF4-FFF2-40B4-BE49-F238E27FC236}">
                <a16:creationId xmlns:a16="http://schemas.microsoft.com/office/drawing/2014/main" id="{CD5E5AF9-46C5-4E71-B276-F93A2CE22876}"/>
              </a:ext>
            </a:extLst>
          </p:cNvPr>
          <p:cNvSpPr>
            <a:spLocks noGrp="1"/>
          </p:cNvSpPr>
          <p:nvPr/>
        </p:nvSpPr>
        <p:spPr>
          <a:xfrm>
            <a:off x="9304020" y="4716780"/>
            <a:ext cx="2514600" cy="365760"/>
          </a:xfrm>
          <a:prstGeom prst="roundRect">
            <a:avLst>
              <a:gd name="adj" fmla="val 8333"/>
            </a:avLst>
          </a:prstGeom>
          <a:solidFill>
            <a:srgbClr val="031426"/>
          </a:solidFill>
          <a:ln w="6096">
            <a:solidFill>
              <a:srgbClr val="567891"/>
            </a:solidFill>
            <a:prstDash val="solid"/>
          </a:ln>
        </p:spPr>
      </p:sp>
      <p:sp>
        <p:nvSpPr>
          <p:cNvPr id="109" name="角色压力列分隔线">
            <a:extLst>
              <a:ext uri="{FF2B5EF4-FFF2-40B4-BE49-F238E27FC236}">
                <a16:creationId xmlns:a16="http://schemas.microsoft.com/office/drawing/2014/main" id="{8F42A0BA-CDFC-4CCB-946D-DB6D7079DB3A}"/>
              </a:ext>
            </a:extLst>
          </p:cNvPr>
          <p:cNvSpPr>
            <a:spLocks noGrp="1"/>
          </p:cNvSpPr>
          <p:nvPr/>
        </p:nvSpPr>
        <p:spPr>
          <a:xfrm>
            <a:off x="10469880" y="4716780"/>
            <a:ext cx="762" cy="365760"/>
          </a:xfrm>
          <a:custGeom>
            <a:avLst/>
            <a:gdLst/>
            <a:ahLst/>
            <a:cxnLst/>
            <a:rect l="0" t="0" r="0" b="0"/>
            <a:pathLst>
              <a:path w="762" h="365760">
                <a:moveTo>
                  <a:pt x="0" y="0"/>
                </a:moveTo>
                <a:lnTo>
                  <a:pt x="0" y="365760"/>
                </a:lnTo>
              </a:path>
            </a:pathLst>
          </a:custGeom>
          <a:noFill/>
          <a:ln w="6096">
            <a:solidFill>
              <a:srgbClr val="567891"/>
            </a:solidFill>
            <a:prstDash val="solid"/>
          </a:ln>
        </p:spPr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000885A3-5102-4805-9707-719E685F46A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9403080" y="4777740"/>
            <a:ext cx="281940" cy="236220"/>
          </a:xfrm>
          <a:prstGeom prst="rect">
            <a:avLst/>
          </a:prstGeom>
        </p:spPr>
      </p:pic>
      <p:sp>
        <p:nvSpPr>
          <p:cNvPr id="111" name="角色名称3">
            <a:extLst>
              <a:ext uri="{FF2B5EF4-FFF2-40B4-BE49-F238E27FC236}">
                <a16:creationId xmlns:a16="http://schemas.microsoft.com/office/drawing/2014/main" id="{35207446-9BE9-4C1C-8DC8-DB9330AA529A}"/>
              </a:ext>
            </a:extLst>
          </p:cNvPr>
          <p:cNvSpPr>
            <a:spLocks noGrp="1"/>
          </p:cNvSpPr>
          <p:nvPr/>
        </p:nvSpPr>
        <p:spPr>
          <a:xfrm>
            <a:off x="9730740" y="4754880"/>
            <a:ext cx="69342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管理人员</a:t>
            </a:r>
          </a:p>
        </p:txBody>
      </p:sp>
      <p:sp>
        <p:nvSpPr>
          <p:cNvPr id="112" name="角色压力说明3">
            <a:extLst>
              <a:ext uri="{FF2B5EF4-FFF2-40B4-BE49-F238E27FC236}">
                <a16:creationId xmlns:a16="http://schemas.microsoft.com/office/drawing/2014/main" id="{3BD81CFE-1801-4C25-84F6-12F584FE90FC}"/>
              </a:ext>
            </a:extLst>
          </p:cNvPr>
          <p:cNvSpPr>
            <a:spLocks noGrp="1"/>
          </p:cNvSpPr>
          <p:nvPr/>
        </p:nvSpPr>
        <p:spPr>
          <a:xfrm>
            <a:off x="10530840" y="4754880"/>
            <a:ext cx="12420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经验难以沉淀复用</a:t>
            </a:r>
          </a:p>
        </p:txBody>
      </p:sp>
      <p:sp>
        <p:nvSpPr>
          <p:cNvPr id="113" name="资料到标准垂直线">
            <a:extLst>
              <a:ext uri="{FF2B5EF4-FFF2-40B4-BE49-F238E27FC236}">
                <a16:creationId xmlns:a16="http://schemas.microsoft.com/office/drawing/2014/main" id="{C9D95FBA-F04C-4C8C-88A2-0A09A9ED64ED}"/>
              </a:ext>
            </a:extLst>
          </p:cNvPr>
          <p:cNvSpPr>
            <a:spLocks noGrp="1"/>
          </p:cNvSpPr>
          <p:nvPr/>
        </p:nvSpPr>
        <p:spPr>
          <a:xfrm>
            <a:off x="1531620" y="3253740"/>
            <a:ext cx="762" cy="167640"/>
          </a:xfrm>
          <a:custGeom>
            <a:avLst/>
            <a:gdLst/>
            <a:ahLst/>
            <a:cxnLst/>
            <a:rect l="0" t="0" r="0" b="0"/>
            <a:pathLst>
              <a:path w="762" h="167640">
                <a:moveTo>
                  <a:pt x="0" y="0"/>
                </a:moveTo>
                <a:lnTo>
                  <a:pt x="0" y="167640"/>
                </a:lnTo>
              </a:path>
            </a:pathLst>
          </a:custGeom>
          <a:noFill/>
          <a:ln w="13716">
            <a:solidFill>
              <a:srgbClr val="52C9EE"/>
            </a:solidFill>
            <a:prstDash val="dash"/>
          </a:ln>
        </p:spPr>
      </p:sp>
      <p:sp>
        <p:nvSpPr>
          <p:cNvPr id="114" name="说明到人员垂直线">
            <a:extLst>
              <a:ext uri="{FF2B5EF4-FFF2-40B4-BE49-F238E27FC236}">
                <a16:creationId xmlns:a16="http://schemas.microsoft.com/office/drawing/2014/main" id="{8743C9F8-CA5E-4D36-95C5-C65843E78542}"/>
              </a:ext>
            </a:extLst>
          </p:cNvPr>
          <p:cNvSpPr>
            <a:spLocks noGrp="1"/>
          </p:cNvSpPr>
          <p:nvPr/>
        </p:nvSpPr>
        <p:spPr>
          <a:xfrm>
            <a:off x="10690860" y="3253740"/>
            <a:ext cx="762" cy="213360"/>
          </a:xfrm>
          <a:custGeom>
            <a:avLst/>
            <a:gdLst/>
            <a:ahLst/>
            <a:cxnLst/>
            <a:rect l="0" t="0" r="0" b="0"/>
            <a:pathLst>
              <a:path w="762" h="213360">
                <a:moveTo>
                  <a:pt x="0" y="0"/>
                </a:moveTo>
                <a:lnTo>
                  <a:pt x="0" y="213360"/>
                </a:lnTo>
              </a:path>
            </a:pathLst>
          </a:custGeom>
          <a:noFill/>
          <a:ln w="13716">
            <a:solidFill>
              <a:srgbClr val="52C9EE"/>
            </a:solidFill>
            <a:prstDash val="dash"/>
          </a:ln>
        </p:spPr>
      </p:sp>
      <p:sp>
        <p:nvSpPr>
          <p:cNvPr id="115" name="资料接入工作台">
            <a:extLst>
              <a:ext uri="{FF2B5EF4-FFF2-40B4-BE49-F238E27FC236}">
                <a16:creationId xmlns:a16="http://schemas.microsoft.com/office/drawing/2014/main" id="{47253494-5ED1-49A5-95E1-1C2738133FBA}"/>
              </a:ext>
            </a:extLst>
          </p:cNvPr>
          <p:cNvSpPr>
            <a:spLocks noGrp="1"/>
          </p:cNvSpPr>
          <p:nvPr/>
        </p:nvSpPr>
        <p:spPr>
          <a:xfrm>
            <a:off x="2552700" y="4312920"/>
            <a:ext cx="304800" cy="762"/>
          </a:xfrm>
          <a:custGeom>
            <a:avLst/>
            <a:gdLst/>
            <a:ahLst/>
            <a:cxnLst/>
            <a:rect l="0" t="0" r="0" b="0"/>
            <a:pathLst>
              <a:path w="304800" h="762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3716">
            <a:solidFill>
              <a:srgbClr val="52C9EE"/>
            </a:solidFill>
            <a:prstDash val="dash"/>
          </a:ln>
        </p:spPr>
      </p:sp>
      <p:sp>
        <p:nvSpPr>
          <p:cNvPr id="116" name="人员关联工作台">
            <a:extLst>
              <a:ext uri="{FF2B5EF4-FFF2-40B4-BE49-F238E27FC236}">
                <a16:creationId xmlns:a16="http://schemas.microsoft.com/office/drawing/2014/main" id="{44C352C2-B378-4936-810A-919A35BE1ECC}"/>
              </a:ext>
            </a:extLst>
          </p:cNvPr>
          <p:cNvSpPr>
            <a:spLocks noGrp="1"/>
          </p:cNvSpPr>
          <p:nvPr/>
        </p:nvSpPr>
        <p:spPr>
          <a:xfrm>
            <a:off x="9006840" y="4411980"/>
            <a:ext cx="175260" cy="762"/>
          </a:xfrm>
          <a:custGeom>
            <a:avLst/>
            <a:gdLst/>
            <a:ahLst/>
            <a:cxnLst/>
            <a:rect l="0" t="0" r="0" b="0"/>
            <a:pathLst>
              <a:path w="175260" h="762">
                <a:moveTo>
                  <a:pt x="0" y="0"/>
                </a:moveTo>
                <a:lnTo>
                  <a:pt x="175260" y="0"/>
                </a:lnTo>
              </a:path>
            </a:pathLst>
          </a:custGeom>
          <a:noFill/>
          <a:ln w="13716">
            <a:solidFill>
              <a:srgbClr val="52C9EE"/>
            </a:solidFill>
            <a:prstDash val="dash"/>
          </a:ln>
        </p:spPr>
      </p:sp>
      <p:sp>
        <p:nvSpPr>
          <p:cNvPr id="117" name="资料流转底栏">
            <a:extLst>
              <a:ext uri="{FF2B5EF4-FFF2-40B4-BE49-F238E27FC236}">
                <a16:creationId xmlns:a16="http://schemas.microsoft.com/office/drawing/2014/main" id="{1353FC2D-AD19-47A0-9B66-2FDC28464AC5}"/>
              </a:ext>
            </a:extLst>
          </p:cNvPr>
          <p:cNvSpPr>
            <a:spLocks noGrp="1"/>
          </p:cNvSpPr>
          <p:nvPr/>
        </p:nvSpPr>
        <p:spPr>
          <a:xfrm>
            <a:off x="647700" y="5318760"/>
            <a:ext cx="10927080" cy="670560"/>
          </a:xfrm>
          <a:prstGeom prst="roundRect">
            <a:avLst>
              <a:gd name="adj" fmla="val 5682"/>
            </a:avLst>
          </a:prstGeom>
          <a:solidFill>
            <a:srgbClr val="031322"/>
          </a:solidFill>
          <a:ln w="7620">
            <a:solidFill>
              <a:srgbClr val="799FB9"/>
            </a:solidFill>
            <a:prstDash val="solid"/>
          </a:ln>
        </p:spPr>
      </p:sp>
      <p:pic>
        <p:nvPicPr>
          <p:cNvPr id="118" name="图片 117">
            <a:extLst>
              <a:ext uri="{FF2B5EF4-FFF2-40B4-BE49-F238E27FC236}">
                <a16:creationId xmlns:a16="http://schemas.microsoft.com/office/drawing/2014/main" id="{F1D1ECBB-1B7F-4356-BFD5-2307ECEED35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1104900" y="5486400"/>
            <a:ext cx="411480" cy="358140"/>
          </a:xfrm>
          <a:prstGeom prst="rect">
            <a:avLst/>
          </a:prstGeom>
        </p:spPr>
      </p:pic>
      <p:sp>
        <p:nvSpPr>
          <p:cNvPr id="119" name="流转材料名称1">
            <a:extLst>
              <a:ext uri="{FF2B5EF4-FFF2-40B4-BE49-F238E27FC236}">
                <a16:creationId xmlns:a16="http://schemas.microsoft.com/office/drawing/2014/main" id="{4445F551-2CCE-4509-9365-9C790DA4F2B2}"/>
              </a:ext>
            </a:extLst>
          </p:cNvPr>
          <p:cNvSpPr>
            <a:spLocks noGrp="1"/>
          </p:cNvSpPr>
          <p:nvPr/>
        </p:nvSpPr>
        <p:spPr>
          <a:xfrm>
            <a:off x="1607820" y="549402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工程表</a:t>
            </a:r>
          </a:p>
        </p:txBody>
      </p:sp>
      <p:pic>
        <p:nvPicPr>
          <p:cNvPr id="120" name="图片 119">
            <a:extLst>
              <a:ext uri="{FF2B5EF4-FFF2-40B4-BE49-F238E27FC236}">
                <a16:creationId xmlns:a16="http://schemas.microsoft.com/office/drawing/2014/main" id="{CCBE6753-21A6-46C5-9F67-5AFE1A9D115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3337560" y="5471160"/>
            <a:ext cx="304800" cy="381000"/>
          </a:xfrm>
          <a:prstGeom prst="rect">
            <a:avLst/>
          </a:prstGeom>
        </p:spPr>
      </p:pic>
      <p:sp>
        <p:nvSpPr>
          <p:cNvPr id="121" name="流转材料名称2">
            <a:extLst>
              <a:ext uri="{FF2B5EF4-FFF2-40B4-BE49-F238E27FC236}">
                <a16:creationId xmlns:a16="http://schemas.microsoft.com/office/drawing/2014/main" id="{AFECDB60-2408-423A-9C64-1FE80055FEDF}"/>
              </a:ext>
            </a:extLst>
          </p:cNvPr>
          <p:cNvSpPr>
            <a:spLocks noGrp="1"/>
          </p:cNvSpPr>
          <p:nvPr/>
        </p:nvSpPr>
        <p:spPr>
          <a:xfrm>
            <a:off x="3764280" y="549402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标准文件</a:t>
            </a:r>
          </a:p>
        </p:txBody>
      </p:sp>
      <p:pic>
        <p:nvPicPr>
          <p:cNvPr id="122" name="图片 121">
            <a:extLst>
              <a:ext uri="{FF2B5EF4-FFF2-40B4-BE49-F238E27FC236}">
                <a16:creationId xmlns:a16="http://schemas.microsoft.com/office/drawing/2014/main" id="{222F993A-170E-4FCB-BD43-56608EF0AD7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5417820" y="5471160"/>
            <a:ext cx="396240" cy="373380"/>
          </a:xfrm>
          <a:prstGeom prst="rect">
            <a:avLst/>
          </a:prstGeom>
        </p:spPr>
      </p:pic>
      <p:sp>
        <p:nvSpPr>
          <p:cNvPr id="123" name="流转材料名称3">
            <a:extLst>
              <a:ext uri="{FF2B5EF4-FFF2-40B4-BE49-F238E27FC236}">
                <a16:creationId xmlns:a16="http://schemas.microsoft.com/office/drawing/2014/main" id="{013DA489-D309-4AE1-B371-3E168EE145C6}"/>
              </a:ext>
            </a:extLst>
          </p:cNvPr>
          <p:cNvSpPr>
            <a:spLocks noGrp="1"/>
          </p:cNvSpPr>
          <p:nvPr/>
        </p:nvSpPr>
        <p:spPr>
          <a:xfrm>
            <a:off x="5905500" y="549402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历史项目</a:t>
            </a:r>
          </a:p>
        </p:txBody>
      </p:sp>
      <p:pic>
        <p:nvPicPr>
          <p:cNvPr id="124" name="图片 123">
            <a:extLst>
              <a:ext uri="{FF2B5EF4-FFF2-40B4-BE49-F238E27FC236}">
                <a16:creationId xmlns:a16="http://schemas.microsoft.com/office/drawing/2014/main" id="{92445301-8DF0-475D-BB51-C760047DD8A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/>
        </p:blipFill>
        <p:spPr>
          <a:xfrm>
            <a:off x="7604760" y="5463540"/>
            <a:ext cx="388620" cy="388620"/>
          </a:xfrm>
          <a:prstGeom prst="rect">
            <a:avLst/>
          </a:prstGeom>
        </p:spPr>
      </p:pic>
      <p:sp>
        <p:nvSpPr>
          <p:cNvPr id="125" name="流转材料名称4">
            <a:extLst>
              <a:ext uri="{FF2B5EF4-FFF2-40B4-BE49-F238E27FC236}">
                <a16:creationId xmlns:a16="http://schemas.microsoft.com/office/drawing/2014/main" id="{2808C6A8-72F6-4BB1-9D86-65ACA68F3600}"/>
              </a:ext>
            </a:extLst>
          </p:cNvPr>
          <p:cNvSpPr>
            <a:spLocks noGrp="1"/>
          </p:cNvSpPr>
          <p:nvPr/>
        </p:nvSpPr>
        <p:spPr>
          <a:xfrm>
            <a:off x="8077200" y="549402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经验记录</a:t>
            </a:r>
          </a:p>
        </p:txBody>
      </p:sp>
      <p:pic>
        <p:nvPicPr>
          <p:cNvPr id="126" name="图片 125">
            <a:extLst>
              <a:ext uri="{FF2B5EF4-FFF2-40B4-BE49-F238E27FC236}">
                <a16:creationId xmlns:a16="http://schemas.microsoft.com/office/drawing/2014/main" id="{4AFA40C0-E682-4446-A370-10BA4B9FB40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/>
        </p:blipFill>
        <p:spPr>
          <a:xfrm>
            <a:off x="9875520" y="5463540"/>
            <a:ext cx="327660" cy="388620"/>
          </a:xfrm>
          <a:prstGeom prst="rect">
            <a:avLst/>
          </a:prstGeom>
        </p:spPr>
      </p:pic>
      <p:sp>
        <p:nvSpPr>
          <p:cNvPr id="127" name="流转材料名称5">
            <a:extLst>
              <a:ext uri="{FF2B5EF4-FFF2-40B4-BE49-F238E27FC236}">
                <a16:creationId xmlns:a16="http://schemas.microsoft.com/office/drawing/2014/main" id="{74A675E3-A93D-434D-83BF-1750168B1BEC}"/>
              </a:ext>
            </a:extLst>
          </p:cNvPr>
          <p:cNvSpPr>
            <a:spLocks noGrp="1"/>
          </p:cNvSpPr>
          <p:nvPr/>
        </p:nvSpPr>
        <p:spPr>
          <a:xfrm>
            <a:off x="10309860" y="549402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报告模板</a:t>
            </a:r>
          </a:p>
        </p:txBody>
      </p:sp>
      <p:sp>
        <p:nvSpPr>
          <p:cNvPr id="128" name="资料流转箭头1 连接线">
            <a:extLst>
              <a:ext uri="{FF2B5EF4-FFF2-40B4-BE49-F238E27FC236}">
                <a16:creationId xmlns:a16="http://schemas.microsoft.com/office/drawing/2014/main" id="{ECB3056B-0536-4CDE-8FFE-BD624FADF4C8}"/>
              </a:ext>
            </a:extLst>
          </p:cNvPr>
          <p:cNvSpPr>
            <a:spLocks noGrp="1"/>
          </p:cNvSpPr>
          <p:nvPr/>
        </p:nvSpPr>
        <p:spPr>
          <a:xfrm>
            <a:off x="2430780" y="5654040"/>
            <a:ext cx="594360" cy="762"/>
          </a:xfrm>
          <a:custGeom>
            <a:avLst/>
            <a:gdLst/>
            <a:ahLst/>
            <a:cxnLst/>
            <a:rect l="0" t="0" r="0" b="0"/>
            <a:pathLst>
              <a:path w="594360" h="762">
                <a:moveTo>
                  <a:pt x="0" y="0"/>
                </a:moveTo>
                <a:lnTo>
                  <a:pt x="594360" y="0"/>
                </a:lnTo>
              </a:path>
            </a:pathLst>
          </a:custGeom>
          <a:noFill/>
          <a:ln w="12954">
            <a:solidFill>
              <a:srgbClr val="52C9EE"/>
            </a:solidFill>
            <a:prstDash val="solid"/>
          </a:ln>
        </p:spPr>
      </p:sp>
      <p:sp>
        <p:nvSpPr>
          <p:cNvPr id="129" name="资料流转箭头1 箭头">
            <a:extLst>
              <a:ext uri="{FF2B5EF4-FFF2-40B4-BE49-F238E27FC236}">
                <a16:creationId xmlns:a16="http://schemas.microsoft.com/office/drawing/2014/main" id="{D83C207F-AB8A-4183-BFCC-260E10BD0472}"/>
              </a:ext>
            </a:extLst>
          </p:cNvPr>
          <p:cNvSpPr>
            <a:spLocks noGrp="1"/>
          </p:cNvSpPr>
          <p:nvPr/>
        </p:nvSpPr>
        <p:spPr>
          <a:xfrm>
            <a:off x="2918460" y="5590032"/>
            <a:ext cx="106680" cy="128016"/>
          </a:xfrm>
          <a:custGeom>
            <a:avLst/>
            <a:gdLst/>
            <a:ahLst/>
            <a:cxnLst/>
            <a:rect l="0" t="0" r="0" b="0"/>
            <a:pathLst>
              <a:path w="106680" h="128016">
                <a:moveTo>
                  <a:pt x="106680" y="64008"/>
                </a:move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52C9EE"/>
          </a:solidFill>
          <a:ln w="1524">
            <a:solidFill>
              <a:srgbClr val="52C9EE"/>
            </a:solidFill>
            <a:prstDash val="solid"/>
          </a:ln>
        </p:spPr>
      </p:sp>
      <p:sp>
        <p:nvSpPr>
          <p:cNvPr id="130" name="资料流转箭头2 连接线">
            <a:extLst>
              <a:ext uri="{FF2B5EF4-FFF2-40B4-BE49-F238E27FC236}">
                <a16:creationId xmlns:a16="http://schemas.microsoft.com/office/drawing/2014/main" id="{A1899D67-BB09-4561-90F2-F5DF7DD3D4CE}"/>
              </a:ext>
            </a:extLst>
          </p:cNvPr>
          <p:cNvSpPr>
            <a:spLocks noGrp="1"/>
          </p:cNvSpPr>
          <p:nvPr/>
        </p:nvSpPr>
        <p:spPr>
          <a:xfrm>
            <a:off x="4678680" y="5654040"/>
            <a:ext cx="441960" cy="762"/>
          </a:xfrm>
          <a:custGeom>
            <a:avLst/>
            <a:gdLst/>
            <a:ahLst/>
            <a:cxnLst/>
            <a:rect l="0" t="0" r="0" b="0"/>
            <a:pathLst>
              <a:path w="441960" h="762">
                <a:moveTo>
                  <a:pt x="0" y="0"/>
                </a:moveTo>
                <a:lnTo>
                  <a:pt x="441960" y="0"/>
                </a:lnTo>
              </a:path>
            </a:pathLst>
          </a:custGeom>
          <a:noFill/>
          <a:ln w="12954">
            <a:solidFill>
              <a:srgbClr val="52C9EE"/>
            </a:solidFill>
            <a:prstDash val="solid"/>
          </a:ln>
        </p:spPr>
      </p:sp>
      <p:sp>
        <p:nvSpPr>
          <p:cNvPr id="131" name="资料流转箭头2 箭头">
            <a:extLst>
              <a:ext uri="{FF2B5EF4-FFF2-40B4-BE49-F238E27FC236}">
                <a16:creationId xmlns:a16="http://schemas.microsoft.com/office/drawing/2014/main" id="{4BB26A00-0216-45C5-9D78-69896C74317B}"/>
              </a:ext>
            </a:extLst>
          </p:cNvPr>
          <p:cNvSpPr>
            <a:spLocks noGrp="1"/>
          </p:cNvSpPr>
          <p:nvPr/>
        </p:nvSpPr>
        <p:spPr>
          <a:xfrm>
            <a:off x="5013960" y="5590032"/>
            <a:ext cx="106680" cy="128016"/>
          </a:xfrm>
          <a:custGeom>
            <a:avLst/>
            <a:gdLst/>
            <a:ahLst/>
            <a:cxnLst/>
            <a:rect l="0" t="0" r="0" b="0"/>
            <a:pathLst>
              <a:path w="106680" h="128016">
                <a:moveTo>
                  <a:pt x="106680" y="64008"/>
                </a:move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52C9EE"/>
          </a:solidFill>
          <a:ln w="1524">
            <a:solidFill>
              <a:srgbClr val="52C9EE"/>
            </a:solidFill>
            <a:prstDash val="solid"/>
          </a:ln>
        </p:spPr>
      </p:sp>
      <p:sp>
        <p:nvSpPr>
          <p:cNvPr id="132" name="资料流转箭头3 连接线">
            <a:extLst>
              <a:ext uri="{FF2B5EF4-FFF2-40B4-BE49-F238E27FC236}">
                <a16:creationId xmlns:a16="http://schemas.microsoft.com/office/drawing/2014/main" id="{5C97F399-2A5B-4440-A3B4-F9A31B332DAD}"/>
              </a:ext>
            </a:extLst>
          </p:cNvPr>
          <p:cNvSpPr>
            <a:spLocks noGrp="1"/>
          </p:cNvSpPr>
          <p:nvPr/>
        </p:nvSpPr>
        <p:spPr>
          <a:xfrm>
            <a:off x="6827520" y="5654040"/>
            <a:ext cx="510540" cy="762"/>
          </a:xfrm>
          <a:custGeom>
            <a:avLst/>
            <a:gdLst/>
            <a:ahLst/>
            <a:cxnLst/>
            <a:rect l="0" t="0" r="0" b="0"/>
            <a:pathLst>
              <a:path w="510540" h="762">
                <a:moveTo>
                  <a:pt x="0" y="0"/>
                </a:moveTo>
                <a:lnTo>
                  <a:pt x="510540" y="0"/>
                </a:lnTo>
              </a:path>
            </a:pathLst>
          </a:custGeom>
          <a:noFill/>
          <a:ln w="12954">
            <a:solidFill>
              <a:srgbClr val="52C9EE"/>
            </a:solidFill>
            <a:prstDash val="solid"/>
          </a:ln>
        </p:spPr>
      </p:sp>
      <p:sp>
        <p:nvSpPr>
          <p:cNvPr id="133" name="资料流转箭头3 箭头">
            <a:extLst>
              <a:ext uri="{FF2B5EF4-FFF2-40B4-BE49-F238E27FC236}">
                <a16:creationId xmlns:a16="http://schemas.microsoft.com/office/drawing/2014/main" id="{0584727B-530A-444C-A8AA-55C4A311CB83}"/>
              </a:ext>
            </a:extLst>
          </p:cNvPr>
          <p:cNvSpPr>
            <a:spLocks noGrp="1"/>
          </p:cNvSpPr>
          <p:nvPr/>
        </p:nvSpPr>
        <p:spPr>
          <a:xfrm>
            <a:off x="7231380" y="5590032"/>
            <a:ext cx="106680" cy="128016"/>
          </a:xfrm>
          <a:custGeom>
            <a:avLst/>
            <a:gdLst/>
            <a:ahLst/>
            <a:cxnLst/>
            <a:rect l="0" t="0" r="0" b="0"/>
            <a:pathLst>
              <a:path w="106680" h="128016">
                <a:moveTo>
                  <a:pt x="106680" y="64008"/>
                </a:move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52C9EE"/>
          </a:solidFill>
          <a:ln w="1524">
            <a:solidFill>
              <a:srgbClr val="52C9EE"/>
            </a:solidFill>
            <a:prstDash val="solid"/>
          </a:ln>
        </p:spPr>
      </p:sp>
      <p:sp>
        <p:nvSpPr>
          <p:cNvPr id="134" name="资料流转箭头4 连接线">
            <a:extLst>
              <a:ext uri="{FF2B5EF4-FFF2-40B4-BE49-F238E27FC236}">
                <a16:creationId xmlns:a16="http://schemas.microsoft.com/office/drawing/2014/main" id="{98742D15-353D-4058-B8E3-E7546DFC8878}"/>
              </a:ext>
            </a:extLst>
          </p:cNvPr>
          <p:cNvSpPr>
            <a:spLocks noGrp="1"/>
          </p:cNvSpPr>
          <p:nvPr/>
        </p:nvSpPr>
        <p:spPr>
          <a:xfrm>
            <a:off x="9037320" y="5654040"/>
            <a:ext cx="548640" cy="762"/>
          </a:xfrm>
          <a:custGeom>
            <a:avLst/>
            <a:gdLst/>
            <a:ahLst/>
            <a:cxnLst/>
            <a:rect l="0" t="0" r="0" b="0"/>
            <a:pathLst>
              <a:path w="548640" h="762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12954">
            <a:solidFill>
              <a:srgbClr val="52C9EE"/>
            </a:solidFill>
            <a:prstDash val="solid"/>
          </a:ln>
        </p:spPr>
      </p:sp>
      <p:sp>
        <p:nvSpPr>
          <p:cNvPr id="135" name="资料流转箭头4 箭头">
            <a:extLst>
              <a:ext uri="{FF2B5EF4-FFF2-40B4-BE49-F238E27FC236}">
                <a16:creationId xmlns:a16="http://schemas.microsoft.com/office/drawing/2014/main" id="{53E7F526-2F08-4944-91B3-D84DC642D54F}"/>
              </a:ext>
            </a:extLst>
          </p:cNvPr>
          <p:cNvSpPr>
            <a:spLocks noGrp="1"/>
          </p:cNvSpPr>
          <p:nvPr/>
        </p:nvSpPr>
        <p:spPr>
          <a:xfrm>
            <a:off x="9479280" y="5590032"/>
            <a:ext cx="106680" cy="128016"/>
          </a:xfrm>
          <a:custGeom>
            <a:avLst/>
            <a:gdLst/>
            <a:ahLst/>
            <a:cxnLst/>
            <a:rect l="0" t="0" r="0" b="0"/>
            <a:pathLst>
              <a:path w="106680" h="128016">
                <a:moveTo>
                  <a:pt x="106680" y="64008"/>
                </a:move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52C9EE"/>
          </a:solidFill>
          <a:ln w="1524">
            <a:solidFill>
              <a:srgbClr val="52C9EE"/>
            </a:solidFill>
            <a:prstDash val="solid"/>
          </a:ln>
        </p:spPr>
      </p:sp>
      <p:sp>
        <p:nvSpPr>
          <p:cNvPr id="136" name="结论栏">
            <a:extLst>
              <a:ext uri="{FF2B5EF4-FFF2-40B4-BE49-F238E27FC236}">
                <a16:creationId xmlns:a16="http://schemas.microsoft.com/office/drawing/2014/main" id="{8DC231D8-0951-4FF2-9CF5-76B8FA6770C1}"/>
              </a:ext>
            </a:extLst>
          </p:cNvPr>
          <p:cNvSpPr>
            <a:spLocks noGrp="1"/>
          </p:cNvSpPr>
          <p:nvPr/>
        </p:nvSpPr>
        <p:spPr>
          <a:xfrm>
            <a:off x="1744980" y="6111240"/>
            <a:ext cx="8702040" cy="518160"/>
          </a:xfrm>
          <a:prstGeom prst="roundRect">
            <a:avLst>
              <a:gd name="adj" fmla="val 8824"/>
            </a:avLst>
          </a:prstGeom>
          <a:solidFill>
            <a:srgbClr val="031322"/>
          </a:solidFill>
          <a:ln w="7620">
            <a:solidFill>
              <a:srgbClr val="799FB9"/>
            </a:solidFill>
            <a:prstDash val="solid"/>
          </a:ln>
        </p:spPr>
      </p:sp>
      <p:pic>
        <p:nvPicPr>
          <p:cNvPr id="137" name="图片 136">
            <a:extLst>
              <a:ext uri="{FF2B5EF4-FFF2-40B4-BE49-F238E27FC236}">
                <a16:creationId xmlns:a16="http://schemas.microsoft.com/office/drawing/2014/main" id="{40A8CC03-FBC5-4F40-B87B-C993DFE5AA6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/>
        </p:blipFill>
        <p:spPr>
          <a:xfrm>
            <a:off x="2560320" y="6149340"/>
            <a:ext cx="388620" cy="419100"/>
          </a:xfrm>
          <a:prstGeom prst="rect">
            <a:avLst/>
          </a:prstGeom>
        </p:spPr>
      </p:pic>
      <p:sp>
        <p:nvSpPr>
          <p:cNvPr id="138" name="结论前句">
            <a:extLst>
              <a:ext uri="{FF2B5EF4-FFF2-40B4-BE49-F238E27FC236}">
                <a16:creationId xmlns:a16="http://schemas.microsoft.com/office/drawing/2014/main" id="{8D9D2517-2876-4664-906C-072636BAC48D}"/>
              </a:ext>
            </a:extLst>
          </p:cNvPr>
          <p:cNvSpPr>
            <a:spLocks noGrp="1"/>
          </p:cNvSpPr>
          <p:nvPr/>
        </p:nvSpPr>
        <p:spPr>
          <a:xfrm>
            <a:off x="3124200" y="6187440"/>
            <a:ext cx="41148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9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9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9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9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9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9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9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9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9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9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9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9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最耗时间的不是计算，而是反复寻找</a:t>
            </a:r>
          </a:p>
        </p:txBody>
      </p:sp>
      <p:sp>
        <p:nvSpPr>
          <p:cNvPr id="139" name="结论强调">
            <a:extLst>
              <a:ext uri="{FF2B5EF4-FFF2-40B4-BE49-F238E27FC236}">
                <a16:creationId xmlns:a16="http://schemas.microsoft.com/office/drawing/2014/main" id="{E3434334-B7F0-40FD-852E-A93A66D623B9}"/>
              </a:ext>
            </a:extLst>
          </p:cNvPr>
          <p:cNvSpPr>
            <a:spLocks noGrp="1"/>
          </p:cNvSpPr>
          <p:nvPr/>
        </p:nvSpPr>
        <p:spPr>
          <a:xfrm>
            <a:off x="7063740" y="6187440"/>
            <a:ext cx="22860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6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6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6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6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6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6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6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6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6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6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6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60" b="1">
                <a:solidFill>
                  <a:srgbClr val="52C9EE"/>
                </a:solidFill>
                <a:latin typeface="Noto Sans CJK SC"/>
                <a:ea typeface="Noto Sans CJK SC"/>
                <a:cs typeface="Noto Sans CJK SC"/>
              </a:rPr>
              <a:t>“这个数字凭什么”</a:t>
            </a:r>
          </a:p>
        </p:txBody>
      </p:sp>
      <p:sp>
        <p:nvSpPr>
          <p:cNvPr id="140" name="结论句号">
            <a:extLst>
              <a:ext uri="{FF2B5EF4-FFF2-40B4-BE49-F238E27FC236}">
                <a16:creationId xmlns:a16="http://schemas.microsoft.com/office/drawing/2014/main" id="{0E304952-E959-4D8E-B7DC-AA5ED66DB7E9}"/>
              </a:ext>
            </a:extLst>
          </p:cNvPr>
          <p:cNvSpPr>
            <a:spLocks noGrp="1"/>
          </p:cNvSpPr>
          <p:nvPr/>
        </p:nvSpPr>
        <p:spPr>
          <a:xfrm>
            <a:off x="9281160" y="6187440"/>
            <a:ext cx="3048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11416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图片 100">
            <a:extLst>
              <a:ext uri="{FF2B5EF4-FFF2-40B4-BE49-F238E27FC236}">
                <a16:creationId xmlns:a16="http://schemas.microsoft.com/office/drawing/2014/main" id="{C44814B2-BB36-40CE-9B79-FD8B69DCD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48700" y="1394460"/>
            <a:ext cx="3467100" cy="2796540"/>
          </a:xfrm>
          <a:prstGeom prst="rect">
            <a:avLst/>
          </a:prstGeom>
        </p:spPr>
      </p:pic>
      <p:sp>
        <p:nvSpPr>
          <p:cNvPr id="2" name="主标题前段">
            <a:extLst>
              <a:ext uri="{FF2B5EF4-FFF2-40B4-BE49-F238E27FC236}">
                <a16:creationId xmlns:a16="http://schemas.microsoft.com/office/drawing/2014/main" id="{D823A8E5-E632-44CF-BF85-D8021C8ABA50}"/>
              </a:ext>
            </a:extLst>
          </p:cNvPr>
          <p:cNvSpPr>
            <a:spLocks noGrp="1"/>
          </p:cNvSpPr>
          <p:nvPr/>
        </p:nvSpPr>
        <p:spPr>
          <a:xfrm>
            <a:off x="381000" y="160020"/>
            <a:ext cx="1310640" cy="556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Ai 原生</a:t>
            </a:r>
          </a:p>
        </p:txBody>
      </p:sp>
      <p:sp>
        <p:nvSpPr>
          <p:cNvPr id="3" name="主标题蓝色斜线">
            <a:extLst>
              <a:ext uri="{FF2B5EF4-FFF2-40B4-BE49-F238E27FC236}">
                <a16:creationId xmlns:a16="http://schemas.microsoft.com/office/drawing/2014/main" id="{1ECDC98E-F619-4CF1-85BB-B184B6FB9D79}"/>
              </a:ext>
            </a:extLst>
          </p:cNvPr>
          <p:cNvSpPr>
            <a:spLocks noGrp="1"/>
          </p:cNvSpPr>
          <p:nvPr/>
        </p:nvSpPr>
        <p:spPr>
          <a:xfrm>
            <a:off x="1684020" y="160020"/>
            <a:ext cx="251460" cy="556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8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8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8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8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8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8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8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8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8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8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8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/</a:t>
            </a:r>
          </a:p>
        </p:txBody>
      </p:sp>
      <p:sp>
        <p:nvSpPr>
          <p:cNvPr id="4" name="主标题后段">
            <a:extLst>
              <a:ext uri="{FF2B5EF4-FFF2-40B4-BE49-F238E27FC236}">
                <a16:creationId xmlns:a16="http://schemas.microsoft.com/office/drawing/2014/main" id="{ACC155E8-86B2-4189-B223-9BA6DE6AFB73}"/>
              </a:ext>
            </a:extLst>
          </p:cNvPr>
          <p:cNvSpPr>
            <a:spLocks noGrp="1"/>
          </p:cNvSpPr>
          <p:nvPr/>
        </p:nvSpPr>
        <p:spPr>
          <a:xfrm>
            <a:off x="1958340" y="160020"/>
            <a:ext cx="4800600" cy="556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一项 TASK ， 接通三条链</a:t>
            </a:r>
          </a:p>
        </p:txBody>
      </p:sp>
      <p:sp>
        <p:nvSpPr>
          <p:cNvPr id="5" name="AI原生定义横栏">
            <a:extLst>
              <a:ext uri="{FF2B5EF4-FFF2-40B4-BE49-F238E27FC236}">
                <a16:creationId xmlns:a16="http://schemas.microsoft.com/office/drawing/2014/main" id="{1873F2BF-A69A-4D82-9E65-E712F99C81D9}"/>
              </a:ext>
            </a:extLst>
          </p:cNvPr>
          <p:cNvSpPr>
            <a:spLocks noGrp="1"/>
          </p:cNvSpPr>
          <p:nvPr/>
        </p:nvSpPr>
        <p:spPr>
          <a:xfrm>
            <a:off x="327660" y="838200"/>
            <a:ext cx="11521440" cy="434340"/>
          </a:xfrm>
          <a:prstGeom prst="roundRect">
            <a:avLst>
              <a:gd name="adj" fmla="val 17544"/>
            </a:avLst>
          </a:prstGeom>
          <a:solidFill>
            <a:srgbClr val="031226"/>
          </a:solidFill>
          <a:ln w="6096">
            <a:solidFill>
              <a:srgbClr val="54758F"/>
            </a:solidFill>
            <a:prstDash val="solid"/>
          </a:ln>
        </p:spPr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645F24-5145-473F-AD3D-9898FB382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6260" y="891540"/>
            <a:ext cx="266700" cy="320040"/>
          </a:xfrm>
          <a:prstGeom prst="rect">
            <a:avLst/>
          </a:prstGeom>
        </p:spPr>
      </p:pic>
      <p:sp>
        <p:nvSpPr>
          <p:cNvPr id="7" name="AI原生定义">
            <a:extLst>
              <a:ext uri="{FF2B5EF4-FFF2-40B4-BE49-F238E27FC236}">
                <a16:creationId xmlns:a16="http://schemas.microsoft.com/office/drawing/2014/main" id="{C9E2B1CA-3FFB-4E95-A1A7-E3546085F2CB}"/>
              </a:ext>
            </a:extLst>
          </p:cNvPr>
          <p:cNvSpPr>
            <a:spLocks noGrp="1"/>
          </p:cNvSpPr>
          <p:nvPr/>
        </p:nvSpPr>
        <p:spPr>
          <a:xfrm>
            <a:off x="937260" y="899160"/>
            <a:ext cx="105918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AI 原生，不是在原有业务旁边加一个聊天框，而是从最小任务单元重新组织业务、数据和角色</a:t>
            </a:r>
          </a:p>
        </p:txBody>
      </p:sp>
      <p:sp>
        <p:nvSpPr>
          <p:cNvPr id="8" name="业务链 容器">
            <a:extLst>
              <a:ext uri="{FF2B5EF4-FFF2-40B4-BE49-F238E27FC236}">
                <a16:creationId xmlns:a16="http://schemas.microsoft.com/office/drawing/2014/main" id="{B7127642-A5C1-4003-B466-DFF380093B47}"/>
              </a:ext>
            </a:extLst>
          </p:cNvPr>
          <p:cNvSpPr>
            <a:spLocks noGrp="1"/>
          </p:cNvSpPr>
          <p:nvPr/>
        </p:nvSpPr>
        <p:spPr>
          <a:xfrm>
            <a:off x="327660" y="1463040"/>
            <a:ext cx="4488180" cy="100584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051F36"/>
              </a:gs>
              <a:gs pos="100000">
                <a:srgbClr val="03172D"/>
              </a:gs>
            </a:gsLst>
            <a:lin ang="0"/>
          </a:gradFill>
          <a:ln w="6096">
            <a:solidFill>
              <a:srgbClr val="648FA8"/>
            </a:solidFill>
            <a:prstDash val="solid"/>
          </a:ln>
        </p:spPr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A9291B4-D535-4555-9DE0-1FC564507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88620" y="1554480"/>
            <a:ext cx="495300" cy="480060"/>
          </a:xfrm>
          <a:prstGeom prst="ellipse">
            <a:avLst/>
          </a:prstGeom>
        </p:spPr>
      </p:pic>
      <p:sp>
        <p:nvSpPr>
          <p:cNvPr id="10" name="业务链 名称">
            <a:extLst>
              <a:ext uri="{FF2B5EF4-FFF2-40B4-BE49-F238E27FC236}">
                <a16:creationId xmlns:a16="http://schemas.microsoft.com/office/drawing/2014/main" id="{1701CB21-82E5-4D63-ACAA-35003A1BC924}"/>
              </a:ext>
            </a:extLst>
          </p:cNvPr>
          <p:cNvSpPr>
            <a:spLocks noGrp="1"/>
          </p:cNvSpPr>
          <p:nvPr/>
        </p:nvSpPr>
        <p:spPr>
          <a:xfrm>
            <a:off x="952500" y="1592580"/>
            <a:ext cx="56388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业务链</a:t>
            </a:r>
          </a:p>
        </p:txBody>
      </p:sp>
      <p:sp>
        <p:nvSpPr>
          <p:cNvPr id="11" name="业务链 分隔线">
            <a:extLst>
              <a:ext uri="{FF2B5EF4-FFF2-40B4-BE49-F238E27FC236}">
                <a16:creationId xmlns:a16="http://schemas.microsoft.com/office/drawing/2014/main" id="{64430D8D-416D-4948-B4D1-980525E76139}"/>
              </a:ext>
            </a:extLst>
          </p:cNvPr>
          <p:cNvSpPr>
            <a:spLocks noGrp="1"/>
          </p:cNvSpPr>
          <p:nvPr/>
        </p:nvSpPr>
        <p:spPr>
          <a:xfrm>
            <a:off x="1516380" y="1638300"/>
            <a:ext cx="762" cy="175260"/>
          </a:xfrm>
          <a:custGeom>
            <a:avLst/>
            <a:gdLst/>
            <a:ahLst/>
            <a:cxnLst/>
            <a:rect l="0" t="0" r="0" b="0"/>
            <a:pathLst>
              <a:path w="762" h="175260">
                <a:moveTo>
                  <a:pt x="0" y="0"/>
                </a:moveTo>
                <a:lnTo>
                  <a:pt x="0" y="175260"/>
                </a:lnTo>
              </a:path>
            </a:pathLst>
          </a:custGeom>
          <a:noFill/>
          <a:ln w="5334">
            <a:solidFill>
              <a:srgbClr val="9AB7CD"/>
            </a:solidFill>
            <a:prstDash val="solid"/>
          </a:ln>
        </p:spPr>
      </p:sp>
      <p:sp>
        <p:nvSpPr>
          <p:cNvPr id="12" name="业务链 节点标签">
            <a:extLst>
              <a:ext uri="{FF2B5EF4-FFF2-40B4-BE49-F238E27FC236}">
                <a16:creationId xmlns:a16="http://schemas.microsoft.com/office/drawing/2014/main" id="{B9978204-01EB-4FDC-8D30-C5CB9A0D847E}"/>
              </a:ext>
            </a:extLst>
          </p:cNvPr>
          <p:cNvSpPr>
            <a:spLocks noGrp="1"/>
          </p:cNvSpPr>
          <p:nvPr/>
        </p:nvSpPr>
        <p:spPr>
          <a:xfrm>
            <a:off x="1600200" y="1592580"/>
            <a:ext cx="31470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输入 → 识别 → 匹配 → 风险 → 复核 → 交付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2FD162E-59C7-4158-87EA-F901EF5008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91540" y="1935480"/>
            <a:ext cx="434340" cy="4191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2F231FC-A1B6-4A38-8B33-67EE7AF4A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539240" y="1935480"/>
            <a:ext cx="426720" cy="4191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F6282AC-94A2-4BDA-A346-1B6894BE19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202180" y="1935480"/>
            <a:ext cx="434340" cy="4191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B47BCBB-8884-41C2-B8B2-7EF7BF2FDD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2872740" y="1935480"/>
            <a:ext cx="434340" cy="4191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3DE92AE-5820-4CFB-840A-0ECF94A9A4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550920" y="1935480"/>
            <a:ext cx="426720" cy="4191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66FC4E2-9031-4074-BBF4-D39A12A333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4229100" y="1935480"/>
            <a:ext cx="449580" cy="419100"/>
          </a:xfrm>
          <a:prstGeom prst="rect">
            <a:avLst/>
          </a:prstGeom>
        </p:spPr>
      </p:pic>
      <p:sp>
        <p:nvSpPr>
          <p:cNvPr id="19" name="业务链 步骤连接1 连接线">
            <a:extLst>
              <a:ext uri="{FF2B5EF4-FFF2-40B4-BE49-F238E27FC236}">
                <a16:creationId xmlns:a16="http://schemas.microsoft.com/office/drawing/2014/main" id="{F22BC106-DCF8-4EDF-B502-7DB4B4F49257}"/>
              </a:ext>
            </a:extLst>
          </p:cNvPr>
          <p:cNvSpPr>
            <a:spLocks noGrp="1"/>
          </p:cNvSpPr>
          <p:nvPr/>
        </p:nvSpPr>
        <p:spPr>
          <a:xfrm>
            <a:off x="1379220" y="2145030"/>
            <a:ext cx="91440" cy="762"/>
          </a:xfrm>
          <a:custGeom>
            <a:avLst/>
            <a:gdLst/>
            <a:ahLst/>
            <a:cxnLst/>
            <a:rect l="0" t="0" r="0" b="0"/>
            <a:pathLst>
              <a:path w="91440" h="762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53340">
            <a:solidFill>
              <a:srgbClr val="7B99B7"/>
            </a:solidFill>
            <a:prstDash val="solid"/>
          </a:ln>
        </p:spPr>
      </p:sp>
      <p:sp>
        <p:nvSpPr>
          <p:cNvPr id="20" name="业务链 步骤连接1 箭头">
            <a:extLst>
              <a:ext uri="{FF2B5EF4-FFF2-40B4-BE49-F238E27FC236}">
                <a16:creationId xmlns:a16="http://schemas.microsoft.com/office/drawing/2014/main" id="{F2FA758B-9936-45F3-9DD8-B9CE5F6366DD}"/>
              </a:ext>
            </a:extLst>
          </p:cNvPr>
          <p:cNvSpPr>
            <a:spLocks noGrp="1"/>
          </p:cNvSpPr>
          <p:nvPr/>
        </p:nvSpPr>
        <p:spPr>
          <a:xfrm>
            <a:off x="1379220" y="209016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B99B7"/>
          </a:solidFill>
          <a:ln w="1524">
            <a:solidFill>
              <a:srgbClr val="7B99B7"/>
            </a:solidFill>
            <a:prstDash val="solid"/>
          </a:ln>
        </p:spPr>
      </p:sp>
      <p:sp>
        <p:nvSpPr>
          <p:cNvPr id="21" name="业务链 步骤连接2 连接线">
            <a:extLst>
              <a:ext uri="{FF2B5EF4-FFF2-40B4-BE49-F238E27FC236}">
                <a16:creationId xmlns:a16="http://schemas.microsoft.com/office/drawing/2014/main" id="{AE27170E-EBE7-4AB0-952F-36BDFCB718EC}"/>
              </a:ext>
            </a:extLst>
          </p:cNvPr>
          <p:cNvSpPr>
            <a:spLocks noGrp="1"/>
          </p:cNvSpPr>
          <p:nvPr/>
        </p:nvSpPr>
        <p:spPr>
          <a:xfrm>
            <a:off x="2019300" y="2145030"/>
            <a:ext cx="114300" cy="762"/>
          </a:xfrm>
          <a:custGeom>
            <a:avLst/>
            <a:gdLst/>
            <a:ahLst/>
            <a:cxnLst/>
            <a:rect l="0" t="0" r="0" b="0"/>
            <a:pathLst>
              <a:path w="114300" h="762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53340">
            <a:solidFill>
              <a:srgbClr val="7B99B7"/>
            </a:solidFill>
            <a:prstDash val="solid"/>
          </a:ln>
        </p:spPr>
      </p:sp>
      <p:sp>
        <p:nvSpPr>
          <p:cNvPr id="22" name="业务链 步骤连接2 箭头">
            <a:extLst>
              <a:ext uri="{FF2B5EF4-FFF2-40B4-BE49-F238E27FC236}">
                <a16:creationId xmlns:a16="http://schemas.microsoft.com/office/drawing/2014/main" id="{3DC3B0CA-64F2-460A-9D63-282054E837CE}"/>
              </a:ext>
            </a:extLst>
          </p:cNvPr>
          <p:cNvSpPr>
            <a:spLocks noGrp="1"/>
          </p:cNvSpPr>
          <p:nvPr/>
        </p:nvSpPr>
        <p:spPr>
          <a:xfrm>
            <a:off x="2042160" y="209016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B99B7"/>
          </a:solidFill>
          <a:ln w="1524">
            <a:solidFill>
              <a:srgbClr val="7B99B7"/>
            </a:solidFill>
            <a:prstDash val="solid"/>
          </a:ln>
        </p:spPr>
      </p:sp>
      <p:sp>
        <p:nvSpPr>
          <p:cNvPr id="23" name="业务链 步骤连接3 连接线">
            <a:extLst>
              <a:ext uri="{FF2B5EF4-FFF2-40B4-BE49-F238E27FC236}">
                <a16:creationId xmlns:a16="http://schemas.microsoft.com/office/drawing/2014/main" id="{4E171446-49CE-4403-A0F3-395463E19933}"/>
              </a:ext>
            </a:extLst>
          </p:cNvPr>
          <p:cNvSpPr>
            <a:spLocks noGrp="1"/>
          </p:cNvSpPr>
          <p:nvPr/>
        </p:nvSpPr>
        <p:spPr>
          <a:xfrm>
            <a:off x="2689860" y="2145030"/>
            <a:ext cx="114300" cy="762"/>
          </a:xfrm>
          <a:custGeom>
            <a:avLst/>
            <a:gdLst/>
            <a:ahLst/>
            <a:cxnLst/>
            <a:rect l="0" t="0" r="0" b="0"/>
            <a:pathLst>
              <a:path w="114300" h="762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53340">
            <a:solidFill>
              <a:srgbClr val="7B99B7"/>
            </a:solidFill>
            <a:prstDash val="solid"/>
          </a:ln>
        </p:spPr>
      </p:sp>
      <p:sp>
        <p:nvSpPr>
          <p:cNvPr id="24" name="业务链 步骤连接3 箭头">
            <a:extLst>
              <a:ext uri="{FF2B5EF4-FFF2-40B4-BE49-F238E27FC236}">
                <a16:creationId xmlns:a16="http://schemas.microsoft.com/office/drawing/2014/main" id="{B02141E9-2706-4832-BBE2-822485599014}"/>
              </a:ext>
            </a:extLst>
          </p:cNvPr>
          <p:cNvSpPr>
            <a:spLocks noGrp="1"/>
          </p:cNvSpPr>
          <p:nvPr/>
        </p:nvSpPr>
        <p:spPr>
          <a:xfrm>
            <a:off x="2712720" y="209016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B99B7"/>
          </a:solidFill>
          <a:ln w="1524">
            <a:solidFill>
              <a:srgbClr val="7B99B7"/>
            </a:solidFill>
            <a:prstDash val="solid"/>
          </a:ln>
        </p:spPr>
      </p:sp>
      <p:sp>
        <p:nvSpPr>
          <p:cNvPr id="25" name="业务链 步骤连接4 连接线">
            <a:extLst>
              <a:ext uri="{FF2B5EF4-FFF2-40B4-BE49-F238E27FC236}">
                <a16:creationId xmlns:a16="http://schemas.microsoft.com/office/drawing/2014/main" id="{E559AD86-9499-49B7-8D1D-221631548989}"/>
              </a:ext>
            </a:extLst>
          </p:cNvPr>
          <p:cNvSpPr>
            <a:spLocks noGrp="1"/>
          </p:cNvSpPr>
          <p:nvPr/>
        </p:nvSpPr>
        <p:spPr>
          <a:xfrm>
            <a:off x="3360420" y="2145030"/>
            <a:ext cx="121920" cy="762"/>
          </a:xfrm>
          <a:custGeom>
            <a:avLst/>
            <a:gdLst/>
            <a:ahLst/>
            <a:cxnLst/>
            <a:rect l="0" t="0" r="0" b="0"/>
            <a:pathLst>
              <a:path w="121920" h="762">
                <a:moveTo>
                  <a:pt x="0" y="0"/>
                </a:moveTo>
                <a:lnTo>
                  <a:pt x="121920" y="0"/>
                </a:lnTo>
              </a:path>
            </a:pathLst>
          </a:custGeom>
          <a:noFill/>
          <a:ln w="53340">
            <a:solidFill>
              <a:srgbClr val="7B99B7"/>
            </a:solidFill>
            <a:prstDash val="solid"/>
          </a:ln>
        </p:spPr>
      </p:sp>
      <p:sp>
        <p:nvSpPr>
          <p:cNvPr id="26" name="业务链 步骤连接4 箭头">
            <a:extLst>
              <a:ext uri="{FF2B5EF4-FFF2-40B4-BE49-F238E27FC236}">
                <a16:creationId xmlns:a16="http://schemas.microsoft.com/office/drawing/2014/main" id="{8BF652B6-5E52-4175-8CB1-30E5D27F7629}"/>
              </a:ext>
            </a:extLst>
          </p:cNvPr>
          <p:cNvSpPr>
            <a:spLocks noGrp="1"/>
          </p:cNvSpPr>
          <p:nvPr/>
        </p:nvSpPr>
        <p:spPr>
          <a:xfrm>
            <a:off x="3390900" y="209016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B99B7"/>
          </a:solidFill>
          <a:ln w="1524">
            <a:solidFill>
              <a:srgbClr val="7B99B7"/>
            </a:solidFill>
            <a:prstDash val="solid"/>
          </a:ln>
        </p:spPr>
      </p:sp>
      <p:sp>
        <p:nvSpPr>
          <p:cNvPr id="27" name="业务链 步骤连接5 连接线">
            <a:extLst>
              <a:ext uri="{FF2B5EF4-FFF2-40B4-BE49-F238E27FC236}">
                <a16:creationId xmlns:a16="http://schemas.microsoft.com/office/drawing/2014/main" id="{61D1D95C-5781-440B-A2B9-879751D9E30B}"/>
              </a:ext>
            </a:extLst>
          </p:cNvPr>
          <p:cNvSpPr>
            <a:spLocks noGrp="1"/>
          </p:cNvSpPr>
          <p:nvPr/>
        </p:nvSpPr>
        <p:spPr>
          <a:xfrm>
            <a:off x="4030980" y="2145030"/>
            <a:ext cx="129540" cy="762"/>
          </a:xfrm>
          <a:custGeom>
            <a:avLst/>
            <a:gdLst/>
            <a:ahLst/>
            <a:cxnLst/>
            <a:rect l="0" t="0" r="0" b="0"/>
            <a:pathLst>
              <a:path w="129540" h="762">
                <a:moveTo>
                  <a:pt x="0" y="0"/>
                </a:moveTo>
                <a:lnTo>
                  <a:pt x="129540" y="0"/>
                </a:lnTo>
              </a:path>
            </a:pathLst>
          </a:custGeom>
          <a:noFill/>
          <a:ln w="53340">
            <a:solidFill>
              <a:srgbClr val="7B99B7"/>
            </a:solidFill>
            <a:prstDash val="solid"/>
          </a:ln>
        </p:spPr>
      </p:sp>
      <p:sp>
        <p:nvSpPr>
          <p:cNvPr id="28" name="业务链 步骤连接5 箭头">
            <a:extLst>
              <a:ext uri="{FF2B5EF4-FFF2-40B4-BE49-F238E27FC236}">
                <a16:creationId xmlns:a16="http://schemas.microsoft.com/office/drawing/2014/main" id="{6BBE0502-E71D-4622-849D-F70E1660272C}"/>
              </a:ext>
            </a:extLst>
          </p:cNvPr>
          <p:cNvSpPr>
            <a:spLocks noGrp="1"/>
          </p:cNvSpPr>
          <p:nvPr/>
        </p:nvSpPr>
        <p:spPr>
          <a:xfrm>
            <a:off x="4069080" y="209016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B99B7"/>
          </a:solidFill>
          <a:ln w="1524">
            <a:solidFill>
              <a:srgbClr val="7B99B7"/>
            </a:solidFill>
            <a:prstDash val="solid"/>
          </a:ln>
        </p:spPr>
      </p:sp>
      <p:sp>
        <p:nvSpPr>
          <p:cNvPr id="29" name="数据链 容器">
            <a:extLst>
              <a:ext uri="{FF2B5EF4-FFF2-40B4-BE49-F238E27FC236}">
                <a16:creationId xmlns:a16="http://schemas.microsoft.com/office/drawing/2014/main" id="{DD473C7B-C2E9-420E-91F8-B7935F84F04F}"/>
              </a:ext>
            </a:extLst>
          </p:cNvPr>
          <p:cNvSpPr>
            <a:spLocks noGrp="1"/>
          </p:cNvSpPr>
          <p:nvPr/>
        </p:nvSpPr>
        <p:spPr>
          <a:xfrm>
            <a:off x="327660" y="2628900"/>
            <a:ext cx="4488180" cy="1021080"/>
          </a:xfrm>
          <a:prstGeom prst="roundRect">
            <a:avLst>
              <a:gd name="adj" fmla="val 8209"/>
            </a:avLst>
          </a:prstGeom>
          <a:gradFill>
            <a:gsLst>
              <a:gs pos="0">
                <a:srgbClr val="051F36"/>
              </a:gs>
              <a:gs pos="100000">
                <a:srgbClr val="03172D"/>
              </a:gs>
            </a:gsLst>
            <a:lin ang="0"/>
          </a:gradFill>
          <a:ln w="6096">
            <a:solidFill>
              <a:srgbClr val="648FA8"/>
            </a:solidFill>
            <a:prstDash val="solid"/>
          </a:ln>
        </p:spPr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2B561D45-8E53-4B48-B514-FC569542F8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388620" y="2720340"/>
            <a:ext cx="495300" cy="495300"/>
          </a:xfrm>
          <a:prstGeom prst="ellipse">
            <a:avLst/>
          </a:prstGeom>
        </p:spPr>
      </p:pic>
      <p:sp>
        <p:nvSpPr>
          <p:cNvPr id="31" name="数据链 名称">
            <a:extLst>
              <a:ext uri="{FF2B5EF4-FFF2-40B4-BE49-F238E27FC236}">
                <a16:creationId xmlns:a16="http://schemas.microsoft.com/office/drawing/2014/main" id="{E6EF3570-CB01-4E95-9738-26C820584568}"/>
              </a:ext>
            </a:extLst>
          </p:cNvPr>
          <p:cNvSpPr>
            <a:spLocks noGrp="1"/>
          </p:cNvSpPr>
          <p:nvPr/>
        </p:nvSpPr>
        <p:spPr>
          <a:xfrm>
            <a:off x="952500" y="2758440"/>
            <a:ext cx="56388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数据链</a:t>
            </a:r>
          </a:p>
        </p:txBody>
      </p:sp>
      <p:sp>
        <p:nvSpPr>
          <p:cNvPr id="32" name="数据链 分隔线">
            <a:extLst>
              <a:ext uri="{FF2B5EF4-FFF2-40B4-BE49-F238E27FC236}">
                <a16:creationId xmlns:a16="http://schemas.microsoft.com/office/drawing/2014/main" id="{1E1224CD-D6D5-4A9F-8CC0-8228DDA16874}"/>
              </a:ext>
            </a:extLst>
          </p:cNvPr>
          <p:cNvSpPr>
            <a:spLocks noGrp="1"/>
          </p:cNvSpPr>
          <p:nvPr/>
        </p:nvSpPr>
        <p:spPr>
          <a:xfrm>
            <a:off x="1516380" y="2804160"/>
            <a:ext cx="762" cy="175260"/>
          </a:xfrm>
          <a:custGeom>
            <a:avLst/>
            <a:gdLst/>
            <a:ahLst/>
            <a:cxnLst/>
            <a:rect l="0" t="0" r="0" b="0"/>
            <a:pathLst>
              <a:path w="762" h="175260">
                <a:moveTo>
                  <a:pt x="0" y="0"/>
                </a:moveTo>
                <a:lnTo>
                  <a:pt x="0" y="175260"/>
                </a:lnTo>
              </a:path>
            </a:pathLst>
          </a:custGeom>
          <a:noFill/>
          <a:ln w="5334">
            <a:solidFill>
              <a:srgbClr val="9AB7CD"/>
            </a:solidFill>
            <a:prstDash val="solid"/>
          </a:ln>
        </p:spPr>
      </p:sp>
      <p:sp>
        <p:nvSpPr>
          <p:cNvPr id="33" name="数据链 节点标签">
            <a:extLst>
              <a:ext uri="{FF2B5EF4-FFF2-40B4-BE49-F238E27FC236}">
                <a16:creationId xmlns:a16="http://schemas.microsoft.com/office/drawing/2014/main" id="{249B53CD-FADA-4A30-84FE-3CAE2E2A7ED9}"/>
              </a:ext>
            </a:extLst>
          </p:cNvPr>
          <p:cNvSpPr>
            <a:spLocks noGrp="1"/>
          </p:cNvSpPr>
          <p:nvPr/>
        </p:nvSpPr>
        <p:spPr>
          <a:xfrm>
            <a:off x="1600200" y="2758440"/>
            <a:ext cx="31470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标准 → 计价库 → 专业规则 → 任务证据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FA861531-8DA9-4353-BC77-5CA3905D601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899160" y="3086100"/>
            <a:ext cx="556260" cy="45720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C14EF462-FDB5-4EE6-95B3-49C480FF3C5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912620" y="3086100"/>
            <a:ext cx="563880" cy="4572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E336B321-8DF3-49A8-B798-9DC259A1625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2971800" y="3086100"/>
            <a:ext cx="548640" cy="4572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5C975941-BD53-456C-8170-98C6E1967E7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4000500" y="3086100"/>
            <a:ext cx="556260" cy="457200"/>
          </a:xfrm>
          <a:prstGeom prst="rect">
            <a:avLst/>
          </a:prstGeom>
        </p:spPr>
      </p:pic>
      <p:sp>
        <p:nvSpPr>
          <p:cNvPr id="38" name="数据链 步骤连接1 连接线">
            <a:extLst>
              <a:ext uri="{FF2B5EF4-FFF2-40B4-BE49-F238E27FC236}">
                <a16:creationId xmlns:a16="http://schemas.microsoft.com/office/drawing/2014/main" id="{1B4FEABF-75F5-411B-8540-F9E793935B0C}"/>
              </a:ext>
            </a:extLst>
          </p:cNvPr>
          <p:cNvSpPr>
            <a:spLocks noGrp="1"/>
          </p:cNvSpPr>
          <p:nvPr/>
        </p:nvSpPr>
        <p:spPr>
          <a:xfrm>
            <a:off x="1508760" y="3314700"/>
            <a:ext cx="335280" cy="762"/>
          </a:xfrm>
          <a:custGeom>
            <a:avLst/>
            <a:gdLst/>
            <a:ahLst/>
            <a:cxnLst/>
            <a:rect l="0" t="0" r="0" b="0"/>
            <a:pathLst>
              <a:path w="335280" h="762">
                <a:moveTo>
                  <a:pt x="0" y="0"/>
                </a:moveTo>
                <a:lnTo>
                  <a:pt x="335280" y="0"/>
                </a:lnTo>
              </a:path>
            </a:pathLst>
          </a:custGeom>
          <a:noFill/>
          <a:ln w="53340">
            <a:solidFill>
              <a:srgbClr val="7B99B7"/>
            </a:solidFill>
            <a:prstDash val="solid"/>
          </a:ln>
        </p:spPr>
      </p:sp>
      <p:sp>
        <p:nvSpPr>
          <p:cNvPr id="39" name="数据链 步骤连接1 箭头">
            <a:extLst>
              <a:ext uri="{FF2B5EF4-FFF2-40B4-BE49-F238E27FC236}">
                <a16:creationId xmlns:a16="http://schemas.microsoft.com/office/drawing/2014/main" id="{A7CE40A6-5C76-45CA-A127-4F6EDA23E406}"/>
              </a:ext>
            </a:extLst>
          </p:cNvPr>
          <p:cNvSpPr>
            <a:spLocks noGrp="1"/>
          </p:cNvSpPr>
          <p:nvPr/>
        </p:nvSpPr>
        <p:spPr>
          <a:xfrm>
            <a:off x="1752600" y="325983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B99B7"/>
          </a:solidFill>
          <a:ln w="1524">
            <a:solidFill>
              <a:srgbClr val="7B99B7"/>
            </a:solidFill>
            <a:prstDash val="solid"/>
          </a:ln>
        </p:spPr>
      </p:sp>
      <p:sp>
        <p:nvSpPr>
          <p:cNvPr id="40" name="数据链 步骤连接2 连接线">
            <a:extLst>
              <a:ext uri="{FF2B5EF4-FFF2-40B4-BE49-F238E27FC236}">
                <a16:creationId xmlns:a16="http://schemas.microsoft.com/office/drawing/2014/main" id="{66BD9296-C440-4389-B076-73059447C2A7}"/>
              </a:ext>
            </a:extLst>
          </p:cNvPr>
          <p:cNvSpPr>
            <a:spLocks noGrp="1"/>
          </p:cNvSpPr>
          <p:nvPr/>
        </p:nvSpPr>
        <p:spPr>
          <a:xfrm>
            <a:off x="2529840" y="3314700"/>
            <a:ext cx="373380" cy="762"/>
          </a:xfrm>
          <a:custGeom>
            <a:avLst/>
            <a:gdLst/>
            <a:ahLst/>
            <a:cxnLst/>
            <a:rect l="0" t="0" r="0" b="0"/>
            <a:pathLst>
              <a:path w="373380" h="762">
                <a:moveTo>
                  <a:pt x="0" y="0"/>
                </a:moveTo>
                <a:lnTo>
                  <a:pt x="373380" y="0"/>
                </a:lnTo>
              </a:path>
            </a:pathLst>
          </a:custGeom>
          <a:noFill/>
          <a:ln w="53340">
            <a:solidFill>
              <a:srgbClr val="7B99B7"/>
            </a:solidFill>
            <a:prstDash val="solid"/>
          </a:ln>
        </p:spPr>
      </p:sp>
      <p:sp>
        <p:nvSpPr>
          <p:cNvPr id="41" name="数据链 步骤连接2 箭头">
            <a:extLst>
              <a:ext uri="{FF2B5EF4-FFF2-40B4-BE49-F238E27FC236}">
                <a16:creationId xmlns:a16="http://schemas.microsoft.com/office/drawing/2014/main" id="{D04DF7C8-AFA9-4BA2-AC73-523811BA307E}"/>
              </a:ext>
            </a:extLst>
          </p:cNvPr>
          <p:cNvSpPr>
            <a:spLocks noGrp="1"/>
          </p:cNvSpPr>
          <p:nvPr/>
        </p:nvSpPr>
        <p:spPr>
          <a:xfrm>
            <a:off x="2811780" y="325983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B99B7"/>
          </a:solidFill>
          <a:ln w="1524">
            <a:solidFill>
              <a:srgbClr val="7B99B7"/>
            </a:solidFill>
            <a:prstDash val="solid"/>
          </a:ln>
        </p:spPr>
      </p:sp>
      <p:sp>
        <p:nvSpPr>
          <p:cNvPr id="42" name="数据链 步骤连接3 连接线">
            <a:extLst>
              <a:ext uri="{FF2B5EF4-FFF2-40B4-BE49-F238E27FC236}">
                <a16:creationId xmlns:a16="http://schemas.microsoft.com/office/drawing/2014/main" id="{8C73D7FF-6B6F-4FC0-A7F6-2582F7DC41EF}"/>
              </a:ext>
            </a:extLst>
          </p:cNvPr>
          <p:cNvSpPr>
            <a:spLocks noGrp="1"/>
          </p:cNvSpPr>
          <p:nvPr/>
        </p:nvSpPr>
        <p:spPr>
          <a:xfrm>
            <a:off x="3573780" y="3314700"/>
            <a:ext cx="358140" cy="762"/>
          </a:xfrm>
          <a:custGeom>
            <a:avLst/>
            <a:gdLst/>
            <a:ahLst/>
            <a:cxnLst/>
            <a:rect l="0" t="0" r="0" b="0"/>
            <a:pathLst>
              <a:path w="358140" h="762">
                <a:moveTo>
                  <a:pt x="0" y="0"/>
                </a:moveTo>
                <a:lnTo>
                  <a:pt x="358140" y="0"/>
                </a:lnTo>
              </a:path>
            </a:pathLst>
          </a:custGeom>
          <a:noFill/>
          <a:ln w="53340">
            <a:solidFill>
              <a:srgbClr val="7B99B7"/>
            </a:solidFill>
            <a:prstDash val="solid"/>
          </a:ln>
        </p:spPr>
      </p:sp>
      <p:sp>
        <p:nvSpPr>
          <p:cNvPr id="43" name="数据链 步骤连接3 箭头">
            <a:extLst>
              <a:ext uri="{FF2B5EF4-FFF2-40B4-BE49-F238E27FC236}">
                <a16:creationId xmlns:a16="http://schemas.microsoft.com/office/drawing/2014/main" id="{CC57D52B-F8FD-40B3-83E7-A85174CE0A93}"/>
              </a:ext>
            </a:extLst>
          </p:cNvPr>
          <p:cNvSpPr>
            <a:spLocks noGrp="1"/>
          </p:cNvSpPr>
          <p:nvPr/>
        </p:nvSpPr>
        <p:spPr>
          <a:xfrm>
            <a:off x="3840480" y="325983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B99B7"/>
          </a:solidFill>
          <a:ln w="1524">
            <a:solidFill>
              <a:srgbClr val="7B99B7"/>
            </a:solidFill>
            <a:prstDash val="solid"/>
          </a:ln>
        </p:spPr>
      </p:sp>
      <p:sp>
        <p:nvSpPr>
          <p:cNvPr id="44" name="角色链 容器">
            <a:extLst>
              <a:ext uri="{FF2B5EF4-FFF2-40B4-BE49-F238E27FC236}">
                <a16:creationId xmlns:a16="http://schemas.microsoft.com/office/drawing/2014/main" id="{F79C2055-10A0-40FF-A6CC-BDCE9CBCAA38}"/>
              </a:ext>
            </a:extLst>
          </p:cNvPr>
          <p:cNvSpPr>
            <a:spLocks noGrp="1"/>
          </p:cNvSpPr>
          <p:nvPr/>
        </p:nvSpPr>
        <p:spPr>
          <a:xfrm>
            <a:off x="327660" y="3817620"/>
            <a:ext cx="4488180" cy="998220"/>
          </a:xfrm>
          <a:prstGeom prst="roundRect">
            <a:avLst>
              <a:gd name="adj" fmla="val 8397"/>
            </a:avLst>
          </a:prstGeom>
          <a:gradFill>
            <a:gsLst>
              <a:gs pos="0">
                <a:srgbClr val="051F36"/>
              </a:gs>
              <a:gs pos="100000">
                <a:srgbClr val="03172D"/>
              </a:gs>
            </a:gsLst>
            <a:lin ang="0"/>
          </a:gradFill>
          <a:ln w="6096">
            <a:solidFill>
              <a:srgbClr val="648FA8"/>
            </a:solidFill>
            <a:prstDash val="solid"/>
          </a:ln>
        </p:spPr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8C43AEDB-C288-4C5B-A9A2-518ABFF7706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388620" y="3909060"/>
            <a:ext cx="495300" cy="487680"/>
          </a:xfrm>
          <a:prstGeom prst="ellipse">
            <a:avLst/>
          </a:prstGeom>
        </p:spPr>
      </p:pic>
      <p:sp>
        <p:nvSpPr>
          <p:cNvPr id="46" name="角色链 名称">
            <a:extLst>
              <a:ext uri="{FF2B5EF4-FFF2-40B4-BE49-F238E27FC236}">
                <a16:creationId xmlns:a16="http://schemas.microsoft.com/office/drawing/2014/main" id="{667EDEA0-A238-4AD2-9744-D6F409BA48CF}"/>
              </a:ext>
            </a:extLst>
          </p:cNvPr>
          <p:cNvSpPr>
            <a:spLocks noGrp="1"/>
          </p:cNvSpPr>
          <p:nvPr/>
        </p:nvSpPr>
        <p:spPr>
          <a:xfrm>
            <a:off x="952500" y="3947160"/>
            <a:ext cx="56388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角色链</a:t>
            </a:r>
          </a:p>
        </p:txBody>
      </p:sp>
      <p:sp>
        <p:nvSpPr>
          <p:cNvPr id="47" name="角色链 分隔线">
            <a:extLst>
              <a:ext uri="{FF2B5EF4-FFF2-40B4-BE49-F238E27FC236}">
                <a16:creationId xmlns:a16="http://schemas.microsoft.com/office/drawing/2014/main" id="{F733E19E-09E0-438A-9FF5-67011790B100}"/>
              </a:ext>
            </a:extLst>
          </p:cNvPr>
          <p:cNvSpPr>
            <a:spLocks noGrp="1"/>
          </p:cNvSpPr>
          <p:nvPr/>
        </p:nvSpPr>
        <p:spPr>
          <a:xfrm>
            <a:off x="1516380" y="3992880"/>
            <a:ext cx="762" cy="175260"/>
          </a:xfrm>
          <a:custGeom>
            <a:avLst/>
            <a:gdLst/>
            <a:ahLst/>
            <a:cxnLst/>
            <a:rect l="0" t="0" r="0" b="0"/>
            <a:pathLst>
              <a:path w="762" h="175260">
                <a:moveTo>
                  <a:pt x="0" y="0"/>
                </a:moveTo>
                <a:lnTo>
                  <a:pt x="0" y="175260"/>
                </a:lnTo>
              </a:path>
            </a:pathLst>
          </a:custGeom>
          <a:noFill/>
          <a:ln w="5334">
            <a:solidFill>
              <a:srgbClr val="9AB7CD"/>
            </a:solidFill>
            <a:prstDash val="solid"/>
          </a:ln>
        </p:spPr>
      </p:sp>
      <p:sp>
        <p:nvSpPr>
          <p:cNvPr id="48" name="角色链 节点标签">
            <a:extLst>
              <a:ext uri="{FF2B5EF4-FFF2-40B4-BE49-F238E27FC236}">
                <a16:creationId xmlns:a16="http://schemas.microsoft.com/office/drawing/2014/main" id="{8C49AADF-136E-4075-8325-0D62FAD462B2}"/>
              </a:ext>
            </a:extLst>
          </p:cNvPr>
          <p:cNvSpPr>
            <a:spLocks noGrp="1"/>
          </p:cNvSpPr>
          <p:nvPr/>
        </p:nvSpPr>
        <p:spPr>
          <a:xfrm>
            <a:off x="1600200" y="3947160"/>
            <a:ext cx="31470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编制人 → 智能体 → 复核人 → 管理者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7853D632-519E-4751-8E0E-9B3D85C459E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899160" y="4259580"/>
            <a:ext cx="556260" cy="44958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56CF02D9-929C-4AC9-B38D-70D9E23555B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1912620" y="4259580"/>
            <a:ext cx="563880" cy="44958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7E269E42-D1CA-4554-8431-4EF66763D56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2971800" y="4259580"/>
            <a:ext cx="556260" cy="44958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9C19A711-C357-425B-8F3B-12ED74BD34C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4000500" y="4259580"/>
            <a:ext cx="556260" cy="449580"/>
          </a:xfrm>
          <a:prstGeom prst="rect">
            <a:avLst/>
          </a:prstGeom>
        </p:spPr>
      </p:pic>
      <p:sp>
        <p:nvSpPr>
          <p:cNvPr id="53" name="角色链 步骤连接1 连接线">
            <a:extLst>
              <a:ext uri="{FF2B5EF4-FFF2-40B4-BE49-F238E27FC236}">
                <a16:creationId xmlns:a16="http://schemas.microsoft.com/office/drawing/2014/main" id="{C5698430-0B28-4088-A0FA-4AE10E13976D}"/>
              </a:ext>
            </a:extLst>
          </p:cNvPr>
          <p:cNvSpPr>
            <a:spLocks noGrp="1"/>
          </p:cNvSpPr>
          <p:nvPr/>
        </p:nvSpPr>
        <p:spPr>
          <a:xfrm>
            <a:off x="1508760" y="4484370"/>
            <a:ext cx="335280" cy="762"/>
          </a:xfrm>
          <a:custGeom>
            <a:avLst/>
            <a:gdLst/>
            <a:ahLst/>
            <a:cxnLst/>
            <a:rect l="0" t="0" r="0" b="0"/>
            <a:pathLst>
              <a:path w="335280" h="762">
                <a:moveTo>
                  <a:pt x="0" y="0"/>
                </a:moveTo>
                <a:lnTo>
                  <a:pt x="335280" y="0"/>
                </a:lnTo>
              </a:path>
            </a:pathLst>
          </a:custGeom>
          <a:noFill/>
          <a:ln w="53340">
            <a:solidFill>
              <a:srgbClr val="7B99B7"/>
            </a:solidFill>
            <a:prstDash val="solid"/>
          </a:ln>
        </p:spPr>
      </p:sp>
      <p:sp>
        <p:nvSpPr>
          <p:cNvPr id="54" name="角色链 步骤连接1 箭头">
            <a:extLst>
              <a:ext uri="{FF2B5EF4-FFF2-40B4-BE49-F238E27FC236}">
                <a16:creationId xmlns:a16="http://schemas.microsoft.com/office/drawing/2014/main" id="{5D104E8F-21E0-4D22-B9A7-74A39AABDB1C}"/>
              </a:ext>
            </a:extLst>
          </p:cNvPr>
          <p:cNvSpPr>
            <a:spLocks noGrp="1"/>
          </p:cNvSpPr>
          <p:nvPr/>
        </p:nvSpPr>
        <p:spPr>
          <a:xfrm>
            <a:off x="1752600" y="442950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B99B7"/>
          </a:solidFill>
          <a:ln w="1524">
            <a:solidFill>
              <a:srgbClr val="7B99B7"/>
            </a:solidFill>
            <a:prstDash val="solid"/>
          </a:ln>
        </p:spPr>
      </p:sp>
      <p:sp>
        <p:nvSpPr>
          <p:cNvPr id="55" name="角色链 步骤连接2 连接线">
            <a:extLst>
              <a:ext uri="{FF2B5EF4-FFF2-40B4-BE49-F238E27FC236}">
                <a16:creationId xmlns:a16="http://schemas.microsoft.com/office/drawing/2014/main" id="{703E3B28-77C9-489E-9127-2B43ECAD0D0F}"/>
              </a:ext>
            </a:extLst>
          </p:cNvPr>
          <p:cNvSpPr>
            <a:spLocks noGrp="1"/>
          </p:cNvSpPr>
          <p:nvPr/>
        </p:nvSpPr>
        <p:spPr>
          <a:xfrm>
            <a:off x="2529840" y="4484370"/>
            <a:ext cx="373380" cy="762"/>
          </a:xfrm>
          <a:custGeom>
            <a:avLst/>
            <a:gdLst/>
            <a:ahLst/>
            <a:cxnLst/>
            <a:rect l="0" t="0" r="0" b="0"/>
            <a:pathLst>
              <a:path w="373380" h="762">
                <a:moveTo>
                  <a:pt x="0" y="0"/>
                </a:moveTo>
                <a:lnTo>
                  <a:pt x="373380" y="0"/>
                </a:lnTo>
              </a:path>
            </a:pathLst>
          </a:custGeom>
          <a:noFill/>
          <a:ln w="53340">
            <a:solidFill>
              <a:srgbClr val="7B99B7"/>
            </a:solidFill>
            <a:prstDash val="solid"/>
          </a:ln>
        </p:spPr>
      </p:sp>
      <p:sp>
        <p:nvSpPr>
          <p:cNvPr id="56" name="角色链 步骤连接2 箭头">
            <a:extLst>
              <a:ext uri="{FF2B5EF4-FFF2-40B4-BE49-F238E27FC236}">
                <a16:creationId xmlns:a16="http://schemas.microsoft.com/office/drawing/2014/main" id="{A771CA54-A473-4EB6-B60D-2E9F61910B05}"/>
              </a:ext>
            </a:extLst>
          </p:cNvPr>
          <p:cNvSpPr>
            <a:spLocks noGrp="1"/>
          </p:cNvSpPr>
          <p:nvPr/>
        </p:nvSpPr>
        <p:spPr>
          <a:xfrm>
            <a:off x="2811780" y="442950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B99B7"/>
          </a:solidFill>
          <a:ln w="1524">
            <a:solidFill>
              <a:srgbClr val="7B99B7"/>
            </a:solidFill>
            <a:prstDash val="solid"/>
          </a:ln>
        </p:spPr>
      </p:sp>
      <p:sp>
        <p:nvSpPr>
          <p:cNvPr id="57" name="角色链 步骤连接3 连接线">
            <a:extLst>
              <a:ext uri="{FF2B5EF4-FFF2-40B4-BE49-F238E27FC236}">
                <a16:creationId xmlns:a16="http://schemas.microsoft.com/office/drawing/2014/main" id="{4EF3CCBD-1809-4A68-B9F4-03C8DF77D1DF}"/>
              </a:ext>
            </a:extLst>
          </p:cNvPr>
          <p:cNvSpPr>
            <a:spLocks noGrp="1"/>
          </p:cNvSpPr>
          <p:nvPr/>
        </p:nvSpPr>
        <p:spPr>
          <a:xfrm>
            <a:off x="3581400" y="4484370"/>
            <a:ext cx="350520" cy="762"/>
          </a:xfrm>
          <a:custGeom>
            <a:avLst/>
            <a:gdLst/>
            <a:ahLst/>
            <a:cxnLst/>
            <a:rect l="0" t="0" r="0" b="0"/>
            <a:pathLst>
              <a:path w="350520" h="762">
                <a:moveTo>
                  <a:pt x="0" y="0"/>
                </a:moveTo>
                <a:lnTo>
                  <a:pt x="350520" y="0"/>
                </a:lnTo>
              </a:path>
            </a:pathLst>
          </a:custGeom>
          <a:noFill/>
          <a:ln w="53340">
            <a:solidFill>
              <a:srgbClr val="7B99B7"/>
            </a:solidFill>
            <a:prstDash val="solid"/>
          </a:ln>
        </p:spPr>
      </p:sp>
      <p:sp>
        <p:nvSpPr>
          <p:cNvPr id="58" name="角色链 步骤连接3 箭头">
            <a:extLst>
              <a:ext uri="{FF2B5EF4-FFF2-40B4-BE49-F238E27FC236}">
                <a16:creationId xmlns:a16="http://schemas.microsoft.com/office/drawing/2014/main" id="{F2AFDCC5-0F90-4C5B-BB7F-B48401075DA8}"/>
              </a:ext>
            </a:extLst>
          </p:cNvPr>
          <p:cNvSpPr>
            <a:spLocks noGrp="1"/>
          </p:cNvSpPr>
          <p:nvPr/>
        </p:nvSpPr>
        <p:spPr>
          <a:xfrm>
            <a:off x="3840480" y="442950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B99B7"/>
          </a:solidFill>
          <a:ln w="1524">
            <a:solidFill>
              <a:srgbClr val="7B99B7"/>
            </a:solidFill>
            <a:prstDash val="solid"/>
          </a:ln>
        </p:spPr>
      </p:sp>
      <p:sp>
        <p:nvSpPr>
          <p:cNvPr id="59" name="业务链接入折线">
            <a:extLst>
              <a:ext uri="{FF2B5EF4-FFF2-40B4-BE49-F238E27FC236}">
                <a16:creationId xmlns:a16="http://schemas.microsoft.com/office/drawing/2014/main" id="{B015D47A-BFC1-41BE-B5B6-0FA98CFBE615}"/>
              </a:ext>
            </a:extLst>
          </p:cNvPr>
          <p:cNvSpPr>
            <a:spLocks noGrp="1"/>
          </p:cNvSpPr>
          <p:nvPr/>
        </p:nvSpPr>
        <p:spPr>
          <a:xfrm>
            <a:off x="4815840" y="1920240"/>
            <a:ext cx="1325880" cy="586740"/>
          </a:xfrm>
          <a:custGeom>
            <a:avLst/>
            <a:gdLst/>
            <a:ahLst/>
            <a:cxnLst/>
            <a:rect l="0" t="0" r="0" b="0"/>
            <a:pathLst>
              <a:path w="1325880" h="586740">
                <a:moveTo>
                  <a:pt x="0" y="0"/>
                </a:moveTo>
                <a:lnTo>
                  <a:pt x="586740" y="0"/>
                </a:lnTo>
                <a:lnTo>
                  <a:pt x="685800" y="60960"/>
                </a:lnTo>
                <a:lnTo>
                  <a:pt x="708660" y="464820"/>
                </a:lnTo>
                <a:lnTo>
                  <a:pt x="792480" y="571500"/>
                </a:lnTo>
                <a:lnTo>
                  <a:pt x="1325880" y="586740"/>
                </a:lnTo>
              </a:path>
            </a:pathLst>
          </a:custGeom>
          <a:noFill/>
          <a:ln w="10668">
            <a:solidFill>
              <a:srgbClr val="79C8EE"/>
            </a:solidFill>
            <a:prstDash val="solid"/>
          </a:ln>
        </p:spPr>
      </p:sp>
      <p:sp>
        <p:nvSpPr>
          <p:cNvPr id="60" name="业务链接入箭头 连接线">
            <a:extLst>
              <a:ext uri="{FF2B5EF4-FFF2-40B4-BE49-F238E27FC236}">
                <a16:creationId xmlns:a16="http://schemas.microsoft.com/office/drawing/2014/main" id="{634AE5D0-BE01-4A75-A771-390D101E876A}"/>
              </a:ext>
            </a:extLst>
          </p:cNvPr>
          <p:cNvSpPr>
            <a:spLocks noGrp="1"/>
          </p:cNvSpPr>
          <p:nvPr/>
        </p:nvSpPr>
        <p:spPr>
          <a:xfrm>
            <a:off x="6080760" y="2506980"/>
            <a:ext cx="144780" cy="762"/>
          </a:xfrm>
          <a:custGeom>
            <a:avLst/>
            <a:gdLst/>
            <a:ahLst/>
            <a:cxnLst/>
            <a:rect l="0" t="0" r="0" b="0"/>
            <a:pathLst>
              <a:path w="144780" h="762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/>
          <a:ln w="10668">
            <a:solidFill>
              <a:srgbClr val="79C8EE"/>
            </a:solidFill>
            <a:prstDash val="solid"/>
          </a:ln>
        </p:spPr>
      </p:sp>
      <p:sp>
        <p:nvSpPr>
          <p:cNvPr id="61" name="业务链接入箭头 箭头">
            <a:extLst>
              <a:ext uri="{FF2B5EF4-FFF2-40B4-BE49-F238E27FC236}">
                <a16:creationId xmlns:a16="http://schemas.microsoft.com/office/drawing/2014/main" id="{C59397DE-ECBC-4DFA-B19D-1EFA471EB3F9}"/>
              </a:ext>
            </a:extLst>
          </p:cNvPr>
          <p:cNvSpPr>
            <a:spLocks noGrp="1"/>
          </p:cNvSpPr>
          <p:nvPr/>
        </p:nvSpPr>
        <p:spPr>
          <a:xfrm>
            <a:off x="6134100" y="245211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9C8EE"/>
          </a:solidFill>
          <a:ln w="1524">
            <a:solidFill>
              <a:srgbClr val="79C8EE"/>
            </a:solidFill>
            <a:prstDash val="solid"/>
          </a:ln>
        </p:spPr>
      </p:sp>
      <p:sp>
        <p:nvSpPr>
          <p:cNvPr id="62" name="数据链接入任务 连接线">
            <a:extLst>
              <a:ext uri="{FF2B5EF4-FFF2-40B4-BE49-F238E27FC236}">
                <a16:creationId xmlns:a16="http://schemas.microsoft.com/office/drawing/2014/main" id="{3A5C045E-CCF9-4DCC-86DC-09D5DCEE84ED}"/>
              </a:ext>
            </a:extLst>
          </p:cNvPr>
          <p:cNvSpPr>
            <a:spLocks noGrp="1"/>
          </p:cNvSpPr>
          <p:nvPr/>
        </p:nvSpPr>
        <p:spPr>
          <a:xfrm>
            <a:off x="4815840" y="3040380"/>
            <a:ext cx="1409700" cy="762"/>
          </a:xfrm>
          <a:custGeom>
            <a:avLst/>
            <a:gdLst/>
            <a:ahLst/>
            <a:cxnLst/>
            <a:rect l="0" t="0" r="0" b="0"/>
            <a:pathLst>
              <a:path w="1409700" h="762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0668">
            <a:solidFill>
              <a:srgbClr val="79C8EE"/>
            </a:solidFill>
            <a:prstDash val="solid"/>
          </a:ln>
        </p:spPr>
      </p:sp>
      <p:sp>
        <p:nvSpPr>
          <p:cNvPr id="63" name="数据链接入任务 箭头">
            <a:extLst>
              <a:ext uri="{FF2B5EF4-FFF2-40B4-BE49-F238E27FC236}">
                <a16:creationId xmlns:a16="http://schemas.microsoft.com/office/drawing/2014/main" id="{F50F713E-B2E0-4913-9C48-5AD31B4C0006}"/>
              </a:ext>
            </a:extLst>
          </p:cNvPr>
          <p:cNvSpPr>
            <a:spLocks noGrp="1"/>
          </p:cNvSpPr>
          <p:nvPr/>
        </p:nvSpPr>
        <p:spPr>
          <a:xfrm>
            <a:off x="6134100" y="298551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9C8EE"/>
          </a:solidFill>
          <a:ln w="1524">
            <a:solidFill>
              <a:srgbClr val="79C8EE"/>
            </a:solidFill>
            <a:prstDash val="solid"/>
          </a:ln>
        </p:spPr>
      </p:sp>
      <p:sp>
        <p:nvSpPr>
          <p:cNvPr id="64" name="角色链接入折线">
            <a:extLst>
              <a:ext uri="{FF2B5EF4-FFF2-40B4-BE49-F238E27FC236}">
                <a16:creationId xmlns:a16="http://schemas.microsoft.com/office/drawing/2014/main" id="{7BE8D8F9-1D29-4537-B756-ADD4F5BA61A2}"/>
              </a:ext>
            </a:extLst>
          </p:cNvPr>
          <p:cNvSpPr>
            <a:spLocks noGrp="1"/>
          </p:cNvSpPr>
          <p:nvPr/>
        </p:nvSpPr>
        <p:spPr>
          <a:xfrm>
            <a:off x="4815840" y="3512820"/>
            <a:ext cx="1325880" cy="647700"/>
          </a:xfrm>
          <a:custGeom>
            <a:avLst/>
            <a:gdLst/>
            <a:ahLst/>
            <a:cxnLst/>
            <a:rect l="0" t="0" r="0" b="0"/>
            <a:pathLst>
              <a:path w="1325880" h="647700">
                <a:moveTo>
                  <a:pt x="0" y="647700"/>
                </a:moveTo>
                <a:lnTo>
                  <a:pt x="556260" y="647700"/>
                </a:lnTo>
                <a:lnTo>
                  <a:pt x="662940" y="563880"/>
                </a:lnTo>
                <a:lnTo>
                  <a:pt x="693420" y="129540"/>
                </a:lnTo>
                <a:lnTo>
                  <a:pt x="800100" y="7620"/>
                </a:lnTo>
                <a:lnTo>
                  <a:pt x="1325880" y="0"/>
                </a:lnTo>
              </a:path>
            </a:pathLst>
          </a:custGeom>
          <a:noFill/>
          <a:ln w="10668">
            <a:solidFill>
              <a:srgbClr val="79C8EE"/>
            </a:solidFill>
            <a:prstDash val="solid"/>
          </a:ln>
        </p:spPr>
      </p:sp>
      <p:sp>
        <p:nvSpPr>
          <p:cNvPr id="65" name="角色链接入箭头 连接线">
            <a:extLst>
              <a:ext uri="{FF2B5EF4-FFF2-40B4-BE49-F238E27FC236}">
                <a16:creationId xmlns:a16="http://schemas.microsoft.com/office/drawing/2014/main" id="{0B565F16-36F1-4F91-9029-D688FD8C9DF7}"/>
              </a:ext>
            </a:extLst>
          </p:cNvPr>
          <p:cNvSpPr>
            <a:spLocks noGrp="1"/>
          </p:cNvSpPr>
          <p:nvPr/>
        </p:nvSpPr>
        <p:spPr>
          <a:xfrm>
            <a:off x="6080760" y="3512820"/>
            <a:ext cx="144780" cy="762"/>
          </a:xfrm>
          <a:custGeom>
            <a:avLst/>
            <a:gdLst/>
            <a:ahLst/>
            <a:cxnLst/>
            <a:rect l="0" t="0" r="0" b="0"/>
            <a:pathLst>
              <a:path w="144780" h="762">
                <a:moveTo>
                  <a:pt x="0" y="0"/>
                </a:moveTo>
                <a:lnTo>
                  <a:pt x="144780" y="0"/>
                </a:lnTo>
              </a:path>
            </a:pathLst>
          </a:custGeom>
          <a:noFill/>
          <a:ln w="10668">
            <a:solidFill>
              <a:srgbClr val="79C8EE"/>
            </a:solidFill>
            <a:prstDash val="solid"/>
          </a:ln>
        </p:spPr>
      </p:sp>
      <p:sp>
        <p:nvSpPr>
          <p:cNvPr id="66" name="角色链接入箭头 箭头">
            <a:extLst>
              <a:ext uri="{FF2B5EF4-FFF2-40B4-BE49-F238E27FC236}">
                <a16:creationId xmlns:a16="http://schemas.microsoft.com/office/drawing/2014/main" id="{75C2F19F-0DD7-4DFB-9332-8ACE243C295E}"/>
              </a:ext>
            </a:extLst>
          </p:cNvPr>
          <p:cNvSpPr>
            <a:spLocks noGrp="1"/>
          </p:cNvSpPr>
          <p:nvPr/>
        </p:nvSpPr>
        <p:spPr>
          <a:xfrm>
            <a:off x="6134100" y="345795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79C8EE"/>
          </a:solidFill>
          <a:ln w="1524">
            <a:solidFill>
              <a:srgbClr val="79C8EE"/>
            </a:solidFill>
            <a:prstDash val="solid"/>
          </a:ln>
        </p:spPr>
      </p:sp>
      <p:sp>
        <p:nvSpPr>
          <p:cNvPr id="67" name="Task光环外圈">
            <a:extLst>
              <a:ext uri="{FF2B5EF4-FFF2-40B4-BE49-F238E27FC236}">
                <a16:creationId xmlns:a16="http://schemas.microsoft.com/office/drawing/2014/main" id="{A938DB61-E3B6-4DD9-BEAD-5B18BBED21F3}"/>
              </a:ext>
            </a:extLst>
          </p:cNvPr>
          <p:cNvSpPr>
            <a:spLocks noGrp="1"/>
          </p:cNvSpPr>
          <p:nvPr/>
        </p:nvSpPr>
        <p:spPr>
          <a:xfrm>
            <a:off x="5966460" y="1554480"/>
            <a:ext cx="2781300" cy="2659380"/>
          </a:xfrm>
          <a:prstGeom prst="ellipse">
            <a:avLst/>
          </a:prstGeom>
          <a:noFill/>
          <a:ln w="4572">
            <a:solidFill>
              <a:srgbClr val="0B3049"/>
            </a:solidFill>
            <a:prstDash val="solid"/>
          </a:ln>
        </p:spPr>
      </p:sp>
      <p:sp>
        <p:nvSpPr>
          <p:cNvPr id="68" name="Task光环内圈">
            <a:extLst>
              <a:ext uri="{FF2B5EF4-FFF2-40B4-BE49-F238E27FC236}">
                <a16:creationId xmlns:a16="http://schemas.microsoft.com/office/drawing/2014/main" id="{9B0D4891-7F33-484C-B6CA-2B0CD9455291}"/>
              </a:ext>
            </a:extLst>
          </p:cNvPr>
          <p:cNvSpPr>
            <a:spLocks noGrp="1"/>
          </p:cNvSpPr>
          <p:nvPr/>
        </p:nvSpPr>
        <p:spPr>
          <a:xfrm>
            <a:off x="6065520" y="1661160"/>
            <a:ext cx="2575560" cy="2468880"/>
          </a:xfrm>
          <a:prstGeom prst="ellipse">
            <a:avLst/>
          </a:prstGeom>
          <a:noFill/>
          <a:ln w="4572">
            <a:solidFill>
              <a:srgbClr val="0B3857"/>
            </a:solidFill>
            <a:prstDash val="solid"/>
          </a:ln>
        </p:spPr>
      </p:sp>
      <p:sp>
        <p:nvSpPr>
          <p:cNvPr id="69" name="任务主容器">
            <a:extLst>
              <a:ext uri="{FF2B5EF4-FFF2-40B4-BE49-F238E27FC236}">
                <a16:creationId xmlns:a16="http://schemas.microsoft.com/office/drawing/2014/main" id="{F1707422-5D46-42EA-B2EB-149193227E6D}"/>
              </a:ext>
            </a:extLst>
          </p:cNvPr>
          <p:cNvSpPr>
            <a:spLocks noGrp="1"/>
          </p:cNvSpPr>
          <p:nvPr/>
        </p:nvSpPr>
        <p:spPr>
          <a:xfrm>
            <a:off x="6301740" y="2103120"/>
            <a:ext cx="2110740" cy="1684020"/>
          </a:xfrm>
          <a:prstGeom prst="roundRect">
            <a:avLst>
              <a:gd name="adj" fmla="val 11765"/>
            </a:avLst>
          </a:prstGeom>
          <a:gradFill>
            <a:gsLst>
              <a:gs pos="0">
                <a:srgbClr val="092941"/>
              </a:gs>
              <a:gs pos="100000">
                <a:srgbClr val="04182E"/>
              </a:gs>
            </a:gsLst>
            <a:lin ang="0"/>
          </a:gradFill>
          <a:ln w="9144">
            <a:solidFill>
              <a:srgbClr val="75D5FC"/>
            </a:solidFill>
            <a:prstDash val="solid"/>
          </a:ln>
        </p:spPr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3E962846-B08F-441E-A25B-3369068F7C7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6918960" y="1760220"/>
            <a:ext cx="876300" cy="792480"/>
          </a:xfrm>
          <a:prstGeom prst="ellipse">
            <a:avLst/>
          </a:prstGeom>
        </p:spPr>
      </p:pic>
      <p:sp>
        <p:nvSpPr>
          <p:cNvPr id="71" name="任务英文">
            <a:extLst>
              <a:ext uri="{FF2B5EF4-FFF2-40B4-BE49-F238E27FC236}">
                <a16:creationId xmlns:a16="http://schemas.microsoft.com/office/drawing/2014/main" id="{7E5FCDFD-DCFD-40CB-AA23-98DAFDF1AB32}"/>
              </a:ext>
            </a:extLst>
          </p:cNvPr>
          <p:cNvSpPr>
            <a:spLocks noGrp="1"/>
          </p:cNvSpPr>
          <p:nvPr/>
        </p:nvSpPr>
        <p:spPr>
          <a:xfrm>
            <a:off x="6880860" y="2529840"/>
            <a:ext cx="1196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TASK |</a:t>
            </a:r>
          </a:p>
        </p:txBody>
      </p:sp>
      <p:sp>
        <p:nvSpPr>
          <p:cNvPr id="72" name="任务名称第一行">
            <a:extLst>
              <a:ext uri="{FF2B5EF4-FFF2-40B4-BE49-F238E27FC236}">
                <a16:creationId xmlns:a16="http://schemas.microsoft.com/office/drawing/2014/main" id="{7088A739-DA55-4515-A956-1EBB8D54DC7C}"/>
              </a:ext>
            </a:extLst>
          </p:cNvPr>
          <p:cNvSpPr>
            <a:spLocks noGrp="1"/>
          </p:cNvSpPr>
          <p:nvPr/>
        </p:nvSpPr>
        <p:spPr>
          <a:xfrm>
            <a:off x="6377940" y="2857500"/>
            <a:ext cx="1950720" cy="3124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勘察测量最高投标</a:t>
            </a:r>
          </a:p>
        </p:txBody>
      </p:sp>
      <p:sp>
        <p:nvSpPr>
          <p:cNvPr id="73" name="任务名称第二行">
            <a:extLst>
              <a:ext uri="{FF2B5EF4-FFF2-40B4-BE49-F238E27FC236}">
                <a16:creationId xmlns:a16="http://schemas.microsoft.com/office/drawing/2014/main" id="{E6165AE7-BD32-4948-B2C1-E5562F8996D7}"/>
              </a:ext>
            </a:extLst>
          </p:cNvPr>
          <p:cNvSpPr>
            <a:spLocks noGrp="1"/>
          </p:cNvSpPr>
          <p:nvPr/>
        </p:nvSpPr>
        <p:spPr>
          <a:xfrm>
            <a:off x="6377940" y="3200400"/>
            <a:ext cx="1950720" cy="3124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限价辅助编制</a:t>
            </a:r>
          </a:p>
        </p:txBody>
      </p:sp>
      <p:sp>
        <p:nvSpPr>
          <p:cNvPr id="74" name="Task下接线">
            <a:extLst>
              <a:ext uri="{FF2B5EF4-FFF2-40B4-BE49-F238E27FC236}">
                <a16:creationId xmlns:a16="http://schemas.microsoft.com/office/drawing/2014/main" id="{FCA57EB3-976F-4096-9C4B-D811C80465DC}"/>
              </a:ext>
            </a:extLst>
          </p:cNvPr>
          <p:cNvSpPr>
            <a:spLocks noGrp="1"/>
          </p:cNvSpPr>
          <p:nvPr/>
        </p:nvSpPr>
        <p:spPr>
          <a:xfrm>
            <a:off x="7353300" y="3787140"/>
            <a:ext cx="762" cy="868680"/>
          </a:xfrm>
          <a:custGeom>
            <a:avLst/>
            <a:gdLst/>
            <a:ahLst/>
            <a:cxnLst/>
            <a:rect l="0" t="0" r="0" b="0"/>
            <a:pathLst>
              <a:path w="762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noFill/>
          <a:ln w="9906">
            <a:solidFill>
              <a:srgbClr val="75BDD9"/>
            </a:solidFill>
            <a:prstDash val="dash"/>
          </a:ln>
        </p:spPr>
      </p:sp>
      <p:sp>
        <p:nvSpPr>
          <p:cNvPr id="75" name="专业能力分配总线">
            <a:extLst>
              <a:ext uri="{FF2B5EF4-FFF2-40B4-BE49-F238E27FC236}">
                <a16:creationId xmlns:a16="http://schemas.microsoft.com/office/drawing/2014/main" id="{E81A8D87-F2B1-4D7F-BB46-4762FA8835AE}"/>
              </a:ext>
            </a:extLst>
          </p:cNvPr>
          <p:cNvSpPr>
            <a:spLocks noGrp="1"/>
          </p:cNvSpPr>
          <p:nvPr/>
        </p:nvSpPr>
        <p:spPr>
          <a:xfrm>
            <a:off x="5722620" y="4442460"/>
            <a:ext cx="5044440" cy="205740"/>
          </a:xfrm>
          <a:custGeom>
            <a:avLst/>
            <a:gdLst/>
            <a:ahLst/>
            <a:cxnLst/>
            <a:rect l="0" t="0" r="0" b="0"/>
            <a:pathLst>
              <a:path w="5044440" h="205740">
                <a:moveTo>
                  <a:pt x="0" y="205740"/>
                </a:moveTo>
                <a:lnTo>
                  <a:pt x="7620" y="114300"/>
                </a:lnTo>
                <a:lnTo>
                  <a:pt x="68580" y="15240"/>
                </a:lnTo>
                <a:lnTo>
                  <a:pt x="160020" y="0"/>
                </a:lnTo>
                <a:lnTo>
                  <a:pt x="4914900" y="0"/>
                </a:lnTo>
                <a:lnTo>
                  <a:pt x="5006340" y="53340"/>
                </a:lnTo>
                <a:lnTo>
                  <a:pt x="5044440" y="205740"/>
                </a:lnTo>
              </a:path>
            </a:pathLst>
          </a:custGeom>
          <a:noFill/>
          <a:ln w="9906">
            <a:solidFill>
              <a:srgbClr val="75BDD9"/>
            </a:solidFill>
            <a:prstDash val="dash"/>
          </a:ln>
        </p:spPr>
      </p:sp>
      <p:sp>
        <p:nvSpPr>
          <p:cNvPr id="76" name="Task配套模块1">
            <a:extLst>
              <a:ext uri="{FF2B5EF4-FFF2-40B4-BE49-F238E27FC236}">
                <a16:creationId xmlns:a16="http://schemas.microsoft.com/office/drawing/2014/main" id="{4AB71E17-694E-4043-8126-AB44F1526A42}"/>
              </a:ext>
            </a:extLst>
          </p:cNvPr>
          <p:cNvSpPr>
            <a:spLocks noGrp="1"/>
          </p:cNvSpPr>
          <p:nvPr/>
        </p:nvSpPr>
        <p:spPr>
          <a:xfrm>
            <a:off x="4831080" y="4945380"/>
            <a:ext cx="1623060" cy="100584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07182F"/>
              </a:gs>
              <a:gs pos="100000">
                <a:srgbClr val="021B2D"/>
              </a:gs>
            </a:gsLst>
            <a:lin ang="5400000"/>
          </a:gradFill>
          <a:ln w="7620">
            <a:solidFill>
              <a:srgbClr val="70ACCA"/>
            </a:solidFill>
            <a:prstDash val="solid"/>
          </a:ln>
        </p:spPr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273936E3-9843-4B6E-AD3B-4B209DCC82C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5410200" y="4625340"/>
            <a:ext cx="609600" cy="579120"/>
          </a:xfrm>
          <a:prstGeom prst="ellipse">
            <a:avLst/>
          </a:prstGeom>
        </p:spPr>
      </p:pic>
      <p:sp>
        <p:nvSpPr>
          <p:cNvPr id="78" name="配套模块标题1">
            <a:extLst>
              <a:ext uri="{FF2B5EF4-FFF2-40B4-BE49-F238E27FC236}">
                <a16:creationId xmlns:a16="http://schemas.microsoft.com/office/drawing/2014/main" id="{172DEA51-2BDD-4326-A8E5-02D399A2CBDD}"/>
              </a:ext>
            </a:extLst>
          </p:cNvPr>
          <p:cNvSpPr>
            <a:spLocks noGrp="1"/>
          </p:cNvSpPr>
          <p:nvPr/>
        </p:nvSpPr>
        <p:spPr>
          <a:xfrm>
            <a:off x="4907280" y="5189220"/>
            <a:ext cx="147066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Task 定义目标和验收</a:t>
            </a:r>
          </a:p>
        </p:txBody>
      </p:sp>
      <p:sp>
        <p:nvSpPr>
          <p:cNvPr id="79" name="配套模块说明1-1">
            <a:extLst>
              <a:ext uri="{FF2B5EF4-FFF2-40B4-BE49-F238E27FC236}">
                <a16:creationId xmlns:a16="http://schemas.microsoft.com/office/drawing/2014/main" id="{F6016461-57A8-4E26-A28C-9F1508185ED7}"/>
              </a:ext>
            </a:extLst>
          </p:cNvPr>
          <p:cNvSpPr>
            <a:spLocks noGrp="1"/>
          </p:cNvSpPr>
          <p:nvPr/>
        </p:nvSpPr>
        <p:spPr>
          <a:xfrm>
            <a:off x="4892040" y="5478780"/>
            <a:ext cx="150114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rPr>
              <a:t>明确任务目标、输入输出、</a:t>
            </a:r>
          </a:p>
        </p:txBody>
      </p:sp>
      <p:sp>
        <p:nvSpPr>
          <p:cNvPr id="80" name="配套模块说明1-2">
            <a:extLst>
              <a:ext uri="{FF2B5EF4-FFF2-40B4-BE49-F238E27FC236}">
                <a16:creationId xmlns:a16="http://schemas.microsoft.com/office/drawing/2014/main" id="{598DBA03-6354-4EB3-909D-8E70609737A1}"/>
              </a:ext>
            </a:extLst>
          </p:cNvPr>
          <p:cNvSpPr>
            <a:spLocks noGrp="1"/>
          </p:cNvSpPr>
          <p:nvPr/>
        </p:nvSpPr>
        <p:spPr>
          <a:xfrm>
            <a:off x="4892040" y="5676900"/>
            <a:ext cx="150114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rPr>
              <a:t>验收口径与完成标准</a:t>
            </a:r>
          </a:p>
        </p:txBody>
      </p:sp>
      <p:sp>
        <p:nvSpPr>
          <p:cNvPr id="81" name="Task配套模块2">
            <a:extLst>
              <a:ext uri="{FF2B5EF4-FFF2-40B4-BE49-F238E27FC236}">
                <a16:creationId xmlns:a16="http://schemas.microsoft.com/office/drawing/2014/main" id="{EF573440-8505-4932-883F-B6CFB25FF310}"/>
              </a:ext>
            </a:extLst>
          </p:cNvPr>
          <p:cNvSpPr>
            <a:spLocks noGrp="1"/>
          </p:cNvSpPr>
          <p:nvPr/>
        </p:nvSpPr>
        <p:spPr>
          <a:xfrm>
            <a:off x="6606540" y="4945380"/>
            <a:ext cx="1531620" cy="100584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07182F"/>
              </a:gs>
              <a:gs pos="100000">
                <a:srgbClr val="021B2D"/>
              </a:gs>
            </a:gsLst>
            <a:lin ang="5400000"/>
          </a:gradFill>
          <a:ln w="7620">
            <a:solidFill>
              <a:srgbClr val="70ACCA"/>
            </a:solidFill>
            <a:prstDash val="solid"/>
          </a:ln>
        </p:spPr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C3BCBF9C-4CFF-4516-A7A2-CEF800F9CA3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7056120" y="4625340"/>
            <a:ext cx="601980" cy="579120"/>
          </a:xfrm>
          <a:prstGeom prst="ellipse">
            <a:avLst/>
          </a:prstGeom>
        </p:spPr>
      </p:pic>
      <p:sp>
        <p:nvSpPr>
          <p:cNvPr id="83" name="配套模块标题2">
            <a:extLst>
              <a:ext uri="{FF2B5EF4-FFF2-40B4-BE49-F238E27FC236}">
                <a16:creationId xmlns:a16="http://schemas.microsoft.com/office/drawing/2014/main" id="{FB47EFB9-0414-4688-914A-C7B1092A908A}"/>
              </a:ext>
            </a:extLst>
          </p:cNvPr>
          <p:cNvSpPr>
            <a:spLocks noGrp="1"/>
          </p:cNvSpPr>
          <p:nvPr/>
        </p:nvSpPr>
        <p:spPr>
          <a:xfrm>
            <a:off x="6682740" y="5189220"/>
            <a:ext cx="137922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Skill 装载专业能力</a:t>
            </a:r>
          </a:p>
        </p:txBody>
      </p:sp>
      <p:sp>
        <p:nvSpPr>
          <p:cNvPr id="84" name="配套模块说明2-1">
            <a:extLst>
              <a:ext uri="{FF2B5EF4-FFF2-40B4-BE49-F238E27FC236}">
                <a16:creationId xmlns:a16="http://schemas.microsoft.com/office/drawing/2014/main" id="{8867020C-D264-4191-AF1B-B339A4F97366}"/>
              </a:ext>
            </a:extLst>
          </p:cNvPr>
          <p:cNvSpPr>
            <a:spLocks noGrp="1"/>
          </p:cNvSpPr>
          <p:nvPr/>
        </p:nvSpPr>
        <p:spPr>
          <a:xfrm>
            <a:off x="6667500" y="5478780"/>
            <a:ext cx="1409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rPr>
              <a:t>选择与配置专业能力，</a:t>
            </a:r>
          </a:p>
        </p:txBody>
      </p:sp>
      <p:sp>
        <p:nvSpPr>
          <p:cNvPr id="85" name="配套模块说明2-2">
            <a:extLst>
              <a:ext uri="{FF2B5EF4-FFF2-40B4-BE49-F238E27FC236}">
                <a16:creationId xmlns:a16="http://schemas.microsoft.com/office/drawing/2014/main" id="{67DA5580-2B48-4099-AA45-6A8920634139}"/>
              </a:ext>
            </a:extLst>
          </p:cNvPr>
          <p:cNvSpPr>
            <a:spLocks noGrp="1"/>
          </p:cNvSpPr>
          <p:nvPr/>
        </p:nvSpPr>
        <p:spPr>
          <a:xfrm>
            <a:off x="6667500" y="5676900"/>
            <a:ext cx="1409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rPr>
              <a:t>形成可复用的工作方法</a:t>
            </a:r>
          </a:p>
        </p:txBody>
      </p:sp>
      <p:sp>
        <p:nvSpPr>
          <p:cNvPr id="86" name="Task配套模块3">
            <a:extLst>
              <a:ext uri="{FF2B5EF4-FFF2-40B4-BE49-F238E27FC236}">
                <a16:creationId xmlns:a16="http://schemas.microsoft.com/office/drawing/2014/main" id="{C33E4C56-979B-4303-868A-5F86B44B6D80}"/>
              </a:ext>
            </a:extLst>
          </p:cNvPr>
          <p:cNvSpPr>
            <a:spLocks noGrp="1"/>
          </p:cNvSpPr>
          <p:nvPr/>
        </p:nvSpPr>
        <p:spPr>
          <a:xfrm>
            <a:off x="8282940" y="4945380"/>
            <a:ext cx="1546860" cy="100584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07182F"/>
              </a:gs>
              <a:gs pos="100000">
                <a:srgbClr val="021B2D"/>
              </a:gs>
            </a:gsLst>
            <a:lin ang="5400000"/>
          </a:gradFill>
          <a:ln w="7620">
            <a:solidFill>
              <a:srgbClr val="70ACCA"/>
            </a:solidFill>
            <a:prstDash val="solid"/>
          </a:ln>
        </p:spPr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343A89AB-EC85-4519-888B-3AB912B3F9E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8740140" y="4625340"/>
            <a:ext cx="594360" cy="579120"/>
          </a:xfrm>
          <a:prstGeom prst="ellipse">
            <a:avLst/>
          </a:prstGeom>
        </p:spPr>
      </p:pic>
      <p:sp>
        <p:nvSpPr>
          <p:cNvPr id="88" name="配套模块标题3">
            <a:extLst>
              <a:ext uri="{FF2B5EF4-FFF2-40B4-BE49-F238E27FC236}">
                <a16:creationId xmlns:a16="http://schemas.microsoft.com/office/drawing/2014/main" id="{31DB045F-5835-462A-95C7-902D90C6F981}"/>
              </a:ext>
            </a:extLst>
          </p:cNvPr>
          <p:cNvSpPr>
            <a:spLocks noGrp="1"/>
          </p:cNvSpPr>
          <p:nvPr/>
        </p:nvSpPr>
        <p:spPr>
          <a:xfrm>
            <a:off x="8359140" y="5189220"/>
            <a:ext cx="139446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Tool 完成执行</a:t>
            </a:r>
          </a:p>
        </p:txBody>
      </p:sp>
      <p:sp>
        <p:nvSpPr>
          <p:cNvPr id="89" name="配套模块说明3-1">
            <a:extLst>
              <a:ext uri="{FF2B5EF4-FFF2-40B4-BE49-F238E27FC236}">
                <a16:creationId xmlns:a16="http://schemas.microsoft.com/office/drawing/2014/main" id="{4057D1E5-C2E7-40A8-BABA-A0C3CC192E5F}"/>
              </a:ext>
            </a:extLst>
          </p:cNvPr>
          <p:cNvSpPr>
            <a:spLocks noGrp="1"/>
          </p:cNvSpPr>
          <p:nvPr/>
        </p:nvSpPr>
        <p:spPr>
          <a:xfrm>
            <a:off x="8343900" y="5478780"/>
            <a:ext cx="142494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rPr>
              <a:t>调用工具与能力，按流程</a:t>
            </a:r>
          </a:p>
        </p:txBody>
      </p:sp>
      <p:sp>
        <p:nvSpPr>
          <p:cNvPr id="90" name="配套模块说明3-2">
            <a:extLst>
              <a:ext uri="{FF2B5EF4-FFF2-40B4-BE49-F238E27FC236}">
                <a16:creationId xmlns:a16="http://schemas.microsoft.com/office/drawing/2014/main" id="{00508F9A-B0E6-4C97-959A-4213104E6C3B}"/>
              </a:ext>
            </a:extLst>
          </p:cNvPr>
          <p:cNvSpPr>
            <a:spLocks noGrp="1"/>
          </p:cNvSpPr>
          <p:nvPr/>
        </p:nvSpPr>
        <p:spPr>
          <a:xfrm>
            <a:off x="8343900" y="5676900"/>
            <a:ext cx="142494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rPr>
              <a:t>执行并产出可验证结果</a:t>
            </a:r>
          </a:p>
        </p:txBody>
      </p:sp>
      <p:sp>
        <p:nvSpPr>
          <p:cNvPr id="91" name="Task配套模块4">
            <a:extLst>
              <a:ext uri="{FF2B5EF4-FFF2-40B4-BE49-F238E27FC236}">
                <a16:creationId xmlns:a16="http://schemas.microsoft.com/office/drawing/2014/main" id="{94BC47C4-A6CB-46C5-BF15-19810A6E8A90}"/>
              </a:ext>
            </a:extLst>
          </p:cNvPr>
          <p:cNvSpPr>
            <a:spLocks noGrp="1"/>
          </p:cNvSpPr>
          <p:nvPr/>
        </p:nvSpPr>
        <p:spPr>
          <a:xfrm>
            <a:off x="9989820" y="4945380"/>
            <a:ext cx="1752600" cy="100584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07182F"/>
              </a:gs>
              <a:gs pos="100000">
                <a:srgbClr val="021B2D"/>
              </a:gs>
            </a:gsLst>
            <a:lin ang="5400000"/>
          </a:gradFill>
          <a:ln w="7620">
            <a:solidFill>
              <a:srgbClr val="70ACCA"/>
            </a:solidFill>
            <a:prstDash val="solid"/>
          </a:ln>
        </p:spPr>
      </p:sp>
      <p:pic>
        <p:nvPicPr>
          <p:cNvPr id="92" name="图片 91">
            <a:extLst>
              <a:ext uri="{FF2B5EF4-FFF2-40B4-BE49-F238E27FC236}">
                <a16:creationId xmlns:a16="http://schemas.microsoft.com/office/drawing/2014/main" id="{10AA976C-232A-4104-B6A1-EBC094AA5A6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10439400" y="4625340"/>
            <a:ext cx="609600" cy="533400"/>
          </a:xfrm>
          <a:prstGeom prst="ellipse">
            <a:avLst/>
          </a:prstGeom>
        </p:spPr>
      </p:pic>
      <p:sp>
        <p:nvSpPr>
          <p:cNvPr id="93" name="配套模块标题4">
            <a:extLst>
              <a:ext uri="{FF2B5EF4-FFF2-40B4-BE49-F238E27FC236}">
                <a16:creationId xmlns:a16="http://schemas.microsoft.com/office/drawing/2014/main" id="{98FF5008-69EE-42D6-ACD9-2F4F473F8372}"/>
              </a:ext>
            </a:extLst>
          </p:cNvPr>
          <p:cNvSpPr>
            <a:spLocks noGrp="1"/>
          </p:cNvSpPr>
          <p:nvPr/>
        </p:nvSpPr>
        <p:spPr>
          <a:xfrm>
            <a:off x="10058400" y="5120640"/>
            <a:ext cx="161544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Artifact / Trace</a:t>
            </a:r>
          </a:p>
          <a:p>
            <a:pPr algn="ctr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保存成果与关键动作</a:t>
            </a:r>
          </a:p>
        </p:txBody>
      </p:sp>
      <p:sp>
        <p:nvSpPr>
          <p:cNvPr id="94" name="配套模块说明4-1">
            <a:extLst>
              <a:ext uri="{FF2B5EF4-FFF2-40B4-BE49-F238E27FC236}">
                <a16:creationId xmlns:a16="http://schemas.microsoft.com/office/drawing/2014/main" id="{2F1F0F8B-90A9-424E-8F6A-7D67E663C8F6}"/>
              </a:ext>
            </a:extLst>
          </p:cNvPr>
          <p:cNvSpPr>
            <a:spLocks noGrp="1"/>
          </p:cNvSpPr>
          <p:nvPr/>
        </p:nvSpPr>
        <p:spPr>
          <a:xfrm>
            <a:off x="10050780" y="5547360"/>
            <a:ext cx="163068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rPr>
              <a:t>结构化沉淀成果与过程记录，</a:t>
            </a:r>
          </a:p>
        </p:txBody>
      </p:sp>
      <p:sp>
        <p:nvSpPr>
          <p:cNvPr id="95" name="配套模块说明4-2">
            <a:extLst>
              <a:ext uri="{FF2B5EF4-FFF2-40B4-BE49-F238E27FC236}">
                <a16:creationId xmlns:a16="http://schemas.microsoft.com/office/drawing/2014/main" id="{A86F21BC-26D5-45D2-8B04-6C7611BD6FD8}"/>
              </a:ext>
            </a:extLst>
          </p:cNvPr>
          <p:cNvSpPr>
            <a:spLocks noGrp="1"/>
          </p:cNvSpPr>
          <p:nvPr/>
        </p:nvSpPr>
        <p:spPr>
          <a:xfrm>
            <a:off x="10050780" y="5745480"/>
            <a:ext cx="163068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0">
                <a:solidFill>
                  <a:srgbClr val="C9D7E9"/>
                </a:solidFill>
                <a:latin typeface="Noto Sans CJK SC"/>
                <a:ea typeface="Noto Sans CJK SC"/>
                <a:cs typeface="Noto Sans CJK SC"/>
              </a:rPr>
              <a:t>形成任务证据链</a:t>
            </a:r>
          </a:p>
        </p:txBody>
      </p:sp>
      <p:sp>
        <p:nvSpPr>
          <p:cNvPr id="96" name="底部主张栏">
            <a:extLst>
              <a:ext uri="{FF2B5EF4-FFF2-40B4-BE49-F238E27FC236}">
                <a16:creationId xmlns:a16="http://schemas.microsoft.com/office/drawing/2014/main" id="{0C277B52-8A21-4E7B-AC4B-F7D6B302C5D2}"/>
              </a:ext>
            </a:extLst>
          </p:cNvPr>
          <p:cNvSpPr>
            <a:spLocks noGrp="1"/>
          </p:cNvSpPr>
          <p:nvPr/>
        </p:nvSpPr>
        <p:spPr>
          <a:xfrm>
            <a:off x="327660" y="6057900"/>
            <a:ext cx="11521440" cy="548640"/>
          </a:xfrm>
          <a:prstGeom prst="roundRect">
            <a:avLst>
              <a:gd name="adj" fmla="val 13889"/>
            </a:avLst>
          </a:prstGeom>
          <a:solidFill>
            <a:srgbClr val="031226"/>
          </a:solidFill>
          <a:ln w="6096">
            <a:solidFill>
              <a:srgbClr val="4B6784"/>
            </a:solidFill>
            <a:prstDash val="solid"/>
          </a:ln>
        </p:spPr>
      </p:sp>
      <p:pic>
        <p:nvPicPr>
          <p:cNvPr id="97" name="图片 96">
            <a:extLst>
              <a:ext uri="{FF2B5EF4-FFF2-40B4-BE49-F238E27FC236}">
                <a16:creationId xmlns:a16="http://schemas.microsoft.com/office/drawing/2014/main" id="{FB5E21BF-E01F-4B3E-BEB4-2E5267F7B98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3078480" y="6164580"/>
            <a:ext cx="358140" cy="373380"/>
          </a:xfrm>
          <a:prstGeom prst="ellipse">
            <a:avLst/>
          </a:prstGeom>
        </p:spPr>
      </p:pic>
      <p:sp>
        <p:nvSpPr>
          <p:cNvPr id="98" name="主张前半">
            <a:extLst>
              <a:ext uri="{FF2B5EF4-FFF2-40B4-BE49-F238E27FC236}">
                <a16:creationId xmlns:a16="http://schemas.microsoft.com/office/drawing/2014/main" id="{FB72A570-3BCE-4469-ACD6-004C821328CE}"/>
              </a:ext>
            </a:extLst>
          </p:cNvPr>
          <p:cNvSpPr>
            <a:spLocks noGrp="1"/>
          </p:cNvSpPr>
          <p:nvPr/>
        </p:nvSpPr>
        <p:spPr>
          <a:xfrm>
            <a:off x="3672840" y="6179820"/>
            <a:ext cx="390144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目 标、规 则、人 员 和 成 果，始 终 属 于</a:t>
            </a:r>
          </a:p>
        </p:txBody>
      </p:sp>
      <p:sp>
        <p:nvSpPr>
          <p:cNvPr id="99" name="主张重点">
            <a:extLst>
              <a:ext uri="{FF2B5EF4-FFF2-40B4-BE49-F238E27FC236}">
                <a16:creationId xmlns:a16="http://schemas.microsoft.com/office/drawing/2014/main" id="{2DEC9F8F-A3A3-4235-BF2E-554EA6FE34B2}"/>
              </a:ext>
            </a:extLst>
          </p:cNvPr>
          <p:cNvSpPr>
            <a:spLocks noGrp="1"/>
          </p:cNvSpPr>
          <p:nvPr/>
        </p:nvSpPr>
        <p:spPr>
          <a:xfrm>
            <a:off x="7620000" y="6134100"/>
            <a:ext cx="177546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3CB5D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3CB5D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3CB5D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3CB5D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3CB5D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3CB5D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3CB5D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3CB5D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3CB5D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3CB5D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3CB5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CB5DF"/>
                </a:solidFill>
                <a:latin typeface="Noto Sans CJK SC"/>
                <a:ea typeface="Noto Sans CJK SC"/>
                <a:cs typeface="Noto Sans CJK SC"/>
              </a:rPr>
              <a:t>同一项工作</a:t>
            </a:r>
          </a:p>
        </p:txBody>
      </p:sp>
      <p:sp>
        <p:nvSpPr>
          <p:cNvPr id="100" name="原稿底部讲述提示">
            <a:extLst>
              <a:ext uri="{FF2B5EF4-FFF2-40B4-BE49-F238E27FC236}">
                <a16:creationId xmlns:a16="http://schemas.microsoft.com/office/drawing/2014/main" id="{42CB7EE2-BC9F-4DA4-B155-A44BDD0FFFAF}"/>
              </a:ext>
            </a:extLst>
          </p:cNvPr>
          <p:cNvSpPr>
            <a:spLocks noGrp="1"/>
          </p:cNvSpPr>
          <p:nvPr/>
        </p:nvSpPr>
        <p:spPr>
          <a:xfrm>
            <a:off x="228600" y="6629400"/>
            <a:ext cx="1178052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rPr>
              <a:t>想要达到AI 原生，绝不是在旧业务旁边加一个聊天框，而是把一项工作，按照三链重塑重新组织。 简单说就是把**活怎么干、数从哪来、谁负责** 这三件事儿拉通</a:t>
            </a:r>
          </a:p>
        </p:txBody>
      </p:sp>
    </p:spTree>
    <p:extLst>
      <p:ext uri="{BB962C8B-B14F-4D97-AF65-F5344CB8AC3E}">
        <p14:creationId xmlns:p14="http://schemas.microsoft.com/office/powerpoint/2010/main" val="211244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C3C"/>
            </a:gs>
            <a:gs pos="55000">
              <a:srgbClr val="021F3D"/>
            </a:gs>
            <a:gs pos="100000">
              <a:srgbClr val="02142E"/>
            </a:gs>
          </a:gsLst>
          <a:lin ang="4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主标题">
            <a:extLst>
              <a:ext uri="{FF2B5EF4-FFF2-40B4-BE49-F238E27FC236}">
                <a16:creationId xmlns:a16="http://schemas.microsoft.com/office/drawing/2014/main" id="{1447C938-ABEA-47AD-9EDA-0C9D01F4C889}"/>
              </a:ext>
            </a:extLst>
          </p:cNvPr>
          <p:cNvSpPr>
            <a:spLocks noGrp="1"/>
          </p:cNvSpPr>
          <p:nvPr/>
        </p:nvSpPr>
        <p:spPr>
          <a:xfrm>
            <a:off x="182880" y="129540"/>
            <a:ext cx="11673840" cy="434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3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3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3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3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3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3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3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3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3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3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43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3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系统架构：一项 Task，调度专业能力完成闭环</a:t>
            </a:r>
          </a:p>
        </p:txBody>
      </p:sp>
      <p:sp>
        <p:nvSpPr>
          <p:cNvPr id="2" name="副标题">
            <a:extLst>
              <a:ext uri="{FF2B5EF4-FFF2-40B4-BE49-F238E27FC236}">
                <a16:creationId xmlns:a16="http://schemas.microsoft.com/office/drawing/2014/main" id="{1E1215E3-F906-4807-A0D8-7C99A2AD81D7}"/>
              </a:ext>
            </a:extLst>
          </p:cNvPr>
          <p:cNvSpPr>
            <a:spLocks noGrp="1"/>
          </p:cNvSpPr>
          <p:nvPr/>
        </p:nvSpPr>
        <p:spPr>
          <a:xfrm>
            <a:off x="182880" y="571500"/>
            <a:ext cx="116205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10" b="1">
                <a:solidFill>
                  <a:srgbClr val="85F5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10" b="1">
                <a:solidFill>
                  <a:srgbClr val="85F5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10" b="1">
                <a:solidFill>
                  <a:srgbClr val="85F5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10" b="1">
                <a:solidFill>
                  <a:srgbClr val="85F5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10" b="1">
                <a:solidFill>
                  <a:srgbClr val="85F5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10" b="1">
                <a:solidFill>
                  <a:srgbClr val="85F5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10" b="1">
                <a:solidFill>
                  <a:srgbClr val="85F5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10" b="1">
                <a:solidFill>
                  <a:srgbClr val="85F5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10" b="1">
                <a:solidFill>
                  <a:srgbClr val="85F5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10" b="1">
                <a:solidFill>
                  <a:srgbClr val="85F5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10" b="1">
                <a:solidFill>
                  <a:srgbClr val="85F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10" b="1">
                <a:solidFill>
                  <a:srgbClr val="85F5FF"/>
                </a:solidFill>
                <a:latin typeface="Noto Sans CJK SC"/>
                <a:ea typeface="Noto Sans CJK SC"/>
                <a:cs typeface="Noto Sans CJK SC"/>
              </a:rPr>
              <a:t>确定性数字由结构化规则处理｜大模型负责检索、解释和组织表达｜专业人员确认正式成果</a:t>
            </a:r>
          </a:p>
        </p:txBody>
      </p:sp>
      <p:sp>
        <p:nvSpPr>
          <p:cNvPr id="3" name="工作入口容器">
            <a:extLst>
              <a:ext uri="{FF2B5EF4-FFF2-40B4-BE49-F238E27FC236}">
                <a16:creationId xmlns:a16="http://schemas.microsoft.com/office/drawing/2014/main" id="{502BC6DF-1F4A-4550-AAC5-979C775E0DFB}"/>
              </a:ext>
            </a:extLst>
          </p:cNvPr>
          <p:cNvSpPr>
            <a:spLocks noGrp="1"/>
          </p:cNvSpPr>
          <p:nvPr/>
        </p:nvSpPr>
        <p:spPr>
          <a:xfrm>
            <a:off x="182880" y="1005840"/>
            <a:ext cx="2301240" cy="4640580"/>
          </a:xfrm>
          <a:prstGeom prst="roundRect">
            <a:avLst>
              <a:gd name="adj" fmla="val 1987"/>
            </a:avLst>
          </a:prstGeom>
          <a:gradFill>
            <a:gsLst>
              <a:gs pos="0">
                <a:srgbClr val="052C48"/>
              </a:gs>
              <a:gs pos="100000">
                <a:srgbClr val="052139"/>
              </a:gs>
            </a:gsLst>
            <a:lin ang="0"/>
          </a:gradFill>
          <a:ln w="7620">
            <a:solidFill>
              <a:srgbClr val="45A6CF"/>
            </a:solidFill>
            <a:prstDash val="solid"/>
          </a:ln>
        </p:spPr>
      </p:sp>
      <p:sp>
        <p:nvSpPr>
          <p:cNvPr id="4" name="工作入口标题">
            <a:extLst>
              <a:ext uri="{FF2B5EF4-FFF2-40B4-BE49-F238E27FC236}">
                <a16:creationId xmlns:a16="http://schemas.microsoft.com/office/drawing/2014/main" id="{45903666-81CC-4F65-8985-5EC288A93EC2}"/>
              </a:ext>
            </a:extLst>
          </p:cNvPr>
          <p:cNvSpPr>
            <a:spLocks noGrp="1"/>
          </p:cNvSpPr>
          <p:nvPr/>
        </p:nvSpPr>
        <p:spPr>
          <a:xfrm>
            <a:off x="289560" y="1082040"/>
            <a:ext cx="211836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25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25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25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25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25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25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25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25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25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25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25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工作入口 | 网页端 | 普通飞书 | 企业 WeAct</a:t>
            </a:r>
          </a:p>
        </p:txBody>
      </p:sp>
      <p:sp>
        <p:nvSpPr>
          <p:cNvPr id="5" name="工作入口卡片1">
            <a:extLst>
              <a:ext uri="{FF2B5EF4-FFF2-40B4-BE49-F238E27FC236}">
                <a16:creationId xmlns:a16="http://schemas.microsoft.com/office/drawing/2014/main" id="{6835CBE8-1796-43A5-B891-FC216BB1D11E}"/>
              </a:ext>
            </a:extLst>
          </p:cNvPr>
          <p:cNvSpPr>
            <a:spLocks noGrp="1"/>
          </p:cNvSpPr>
          <p:nvPr/>
        </p:nvSpPr>
        <p:spPr>
          <a:xfrm>
            <a:off x="259080" y="1371600"/>
            <a:ext cx="2125980" cy="1531620"/>
          </a:xfrm>
          <a:prstGeom prst="roundRect">
            <a:avLst>
              <a:gd name="adj" fmla="val 5970"/>
            </a:avLst>
          </a:prstGeom>
          <a:solidFill>
            <a:srgbClr val="052339"/>
          </a:solidFill>
          <a:ln w="6858">
            <a:solidFill>
              <a:srgbClr val="57A6CB"/>
            </a:solidFill>
            <a:prstDash val="solid"/>
          </a:ln>
        </p:spPr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E09425-8B24-462C-AEBE-FDC1B3309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0040" y="1463040"/>
            <a:ext cx="373380" cy="403860"/>
          </a:xfrm>
          <a:prstGeom prst="rect">
            <a:avLst/>
          </a:prstGeom>
        </p:spPr>
      </p:pic>
      <p:sp>
        <p:nvSpPr>
          <p:cNvPr id="7" name="工作入口名称1">
            <a:extLst>
              <a:ext uri="{FF2B5EF4-FFF2-40B4-BE49-F238E27FC236}">
                <a16:creationId xmlns:a16="http://schemas.microsoft.com/office/drawing/2014/main" id="{8A822A62-5CAE-4569-9EEB-3130DFBFBF70}"/>
              </a:ext>
            </a:extLst>
          </p:cNvPr>
          <p:cNvSpPr>
            <a:spLocks noGrp="1"/>
          </p:cNvSpPr>
          <p:nvPr/>
        </p:nvSpPr>
        <p:spPr>
          <a:xfrm>
            <a:off x="800100" y="1432560"/>
            <a:ext cx="152400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网页端</a:t>
            </a:r>
          </a:p>
        </p:txBody>
      </p:sp>
      <p:sp>
        <p:nvSpPr>
          <p:cNvPr id="8" name="工作入口副标签1">
            <a:extLst>
              <a:ext uri="{FF2B5EF4-FFF2-40B4-BE49-F238E27FC236}">
                <a16:creationId xmlns:a16="http://schemas.microsoft.com/office/drawing/2014/main" id="{3811CE46-AFE3-4A11-B8F4-D4CD27328B4B}"/>
              </a:ext>
            </a:extLst>
          </p:cNvPr>
          <p:cNvSpPr>
            <a:spLocks noGrp="1"/>
          </p:cNvSpPr>
          <p:nvPr/>
        </p:nvSpPr>
        <p:spPr>
          <a:xfrm>
            <a:off x="800100" y="1630680"/>
            <a:ext cx="151638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浏览器访问</a:t>
            </a:r>
          </a:p>
        </p:txBody>
      </p:sp>
      <p:sp>
        <p:nvSpPr>
          <p:cNvPr id="9" name="工作入口说明1">
            <a:extLst>
              <a:ext uri="{FF2B5EF4-FFF2-40B4-BE49-F238E27FC236}">
                <a16:creationId xmlns:a16="http://schemas.microsoft.com/office/drawing/2014/main" id="{E125EF10-4747-40D3-AEFD-F66A888A6E5B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151638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项目看板 | 任务处理 | 成果查看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37C31A1-B630-47D7-8658-EC4FAD0A4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58140" y="1973580"/>
            <a:ext cx="1935480" cy="876300"/>
          </a:xfrm>
          <a:prstGeom prst="rect">
            <a:avLst/>
          </a:prstGeom>
        </p:spPr>
      </p:pic>
      <p:sp>
        <p:nvSpPr>
          <p:cNvPr id="11" name="工作入口卡片2">
            <a:extLst>
              <a:ext uri="{FF2B5EF4-FFF2-40B4-BE49-F238E27FC236}">
                <a16:creationId xmlns:a16="http://schemas.microsoft.com/office/drawing/2014/main" id="{98AF2B3A-6B78-4B93-8117-34E9A022B359}"/>
              </a:ext>
            </a:extLst>
          </p:cNvPr>
          <p:cNvSpPr>
            <a:spLocks noGrp="1"/>
          </p:cNvSpPr>
          <p:nvPr/>
        </p:nvSpPr>
        <p:spPr>
          <a:xfrm>
            <a:off x="259080" y="2987040"/>
            <a:ext cx="2125980" cy="1280160"/>
          </a:xfrm>
          <a:prstGeom prst="roundRect">
            <a:avLst>
              <a:gd name="adj" fmla="val 7143"/>
            </a:avLst>
          </a:prstGeom>
          <a:solidFill>
            <a:srgbClr val="052339"/>
          </a:solidFill>
          <a:ln w="6858">
            <a:solidFill>
              <a:srgbClr val="57A6CB"/>
            </a:solidFill>
            <a:prstDash val="solid"/>
          </a:ln>
        </p:spPr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EA80210-5D3E-47DD-B4AC-B482167B9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35280" y="3093720"/>
            <a:ext cx="365760" cy="403860"/>
          </a:xfrm>
          <a:prstGeom prst="rect">
            <a:avLst/>
          </a:prstGeom>
        </p:spPr>
      </p:pic>
      <p:sp>
        <p:nvSpPr>
          <p:cNvPr id="13" name="工作入口名称2">
            <a:extLst>
              <a:ext uri="{FF2B5EF4-FFF2-40B4-BE49-F238E27FC236}">
                <a16:creationId xmlns:a16="http://schemas.microsoft.com/office/drawing/2014/main" id="{9A1B868D-EFA7-4664-A2CB-69D927EBCD75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152400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普通飞书</a:t>
            </a:r>
          </a:p>
        </p:txBody>
      </p:sp>
      <p:sp>
        <p:nvSpPr>
          <p:cNvPr id="14" name="工作入口副标签2">
            <a:extLst>
              <a:ext uri="{FF2B5EF4-FFF2-40B4-BE49-F238E27FC236}">
                <a16:creationId xmlns:a16="http://schemas.microsoft.com/office/drawing/2014/main" id="{965F2A4D-E0E6-49DC-92BA-13EDF6114540}"/>
              </a:ext>
            </a:extLst>
          </p:cNvPr>
          <p:cNvSpPr>
            <a:spLocks noGrp="1"/>
          </p:cNvSpPr>
          <p:nvPr/>
        </p:nvSpPr>
        <p:spPr>
          <a:xfrm>
            <a:off x="800100" y="3246120"/>
            <a:ext cx="151638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飞书应用内接入</a:t>
            </a:r>
          </a:p>
        </p:txBody>
      </p:sp>
      <p:sp>
        <p:nvSpPr>
          <p:cNvPr id="15" name="工作入口说明2">
            <a:extLst>
              <a:ext uri="{FF2B5EF4-FFF2-40B4-BE49-F238E27FC236}">
                <a16:creationId xmlns:a16="http://schemas.microsoft.com/office/drawing/2014/main" id="{2ADF994F-C58A-45E8-A10F-7239E857E29D}"/>
              </a:ext>
            </a:extLst>
          </p:cNvPr>
          <p:cNvSpPr>
            <a:spLocks noGrp="1"/>
          </p:cNvSpPr>
          <p:nvPr/>
        </p:nvSpPr>
        <p:spPr>
          <a:xfrm>
            <a:off x="800100" y="3406140"/>
            <a:ext cx="151638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任务处理 | 消息提醒 | 协同沟通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0E1CADE-D935-4712-A700-9E44E4A8E9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58140" y="3634740"/>
            <a:ext cx="1927860" cy="579120"/>
          </a:xfrm>
          <a:prstGeom prst="rect">
            <a:avLst/>
          </a:prstGeom>
        </p:spPr>
      </p:pic>
      <p:sp>
        <p:nvSpPr>
          <p:cNvPr id="17" name="工作入口卡片3">
            <a:extLst>
              <a:ext uri="{FF2B5EF4-FFF2-40B4-BE49-F238E27FC236}">
                <a16:creationId xmlns:a16="http://schemas.microsoft.com/office/drawing/2014/main" id="{30C580F9-A934-419E-A032-5CCF5F4B1EE7}"/>
              </a:ext>
            </a:extLst>
          </p:cNvPr>
          <p:cNvSpPr>
            <a:spLocks noGrp="1"/>
          </p:cNvSpPr>
          <p:nvPr/>
        </p:nvSpPr>
        <p:spPr>
          <a:xfrm>
            <a:off x="259080" y="4343400"/>
            <a:ext cx="2125980" cy="1295400"/>
          </a:xfrm>
          <a:prstGeom prst="roundRect">
            <a:avLst>
              <a:gd name="adj" fmla="val 7059"/>
            </a:avLst>
          </a:prstGeom>
          <a:solidFill>
            <a:srgbClr val="052339"/>
          </a:solidFill>
          <a:ln w="6858">
            <a:solidFill>
              <a:srgbClr val="57A6CB"/>
            </a:solidFill>
            <a:prstDash val="solid"/>
          </a:ln>
        </p:spPr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51772CD-B86C-4805-92FD-221D5EE27B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35280" y="4457700"/>
            <a:ext cx="373380" cy="403860"/>
          </a:xfrm>
          <a:prstGeom prst="rect">
            <a:avLst/>
          </a:prstGeom>
        </p:spPr>
      </p:pic>
      <p:sp>
        <p:nvSpPr>
          <p:cNvPr id="19" name="工作入口名称3">
            <a:extLst>
              <a:ext uri="{FF2B5EF4-FFF2-40B4-BE49-F238E27FC236}">
                <a16:creationId xmlns:a16="http://schemas.microsoft.com/office/drawing/2014/main" id="{6FF857BA-097C-456F-AB67-A92E90703669}"/>
              </a:ext>
            </a:extLst>
          </p:cNvPr>
          <p:cNvSpPr>
            <a:spLocks noGrp="1"/>
          </p:cNvSpPr>
          <p:nvPr/>
        </p:nvSpPr>
        <p:spPr>
          <a:xfrm>
            <a:off x="800100" y="4404360"/>
            <a:ext cx="152400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企业 WeAct</a:t>
            </a:r>
          </a:p>
        </p:txBody>
      </p:sp>
      <p:sp>
        <p:nvSpPr>
          <p:cNvPr id="20" name="工作入口副标签3">
            <a:extLst>
              <a:ext uri="{FF2B5EF4-FFF2-40B4-BE49-F238E27FC236}">
                <a16:creationId xmlns:a16="http://schemas.microsoft.com/office/drawing/2014/main" id="{32EE0144-DC24-4D2D-A9E0-829EC784B5C5}"/>
              </a:ext>
            </a:extLst>
          </p:cNvPr>
          <p:cNvSpPr>
            <a:spLocks noGrp="1"/>
          </p:cNvSpPr>
          <p:nvPr/>
        </p:nvSpPr>
        <p:spPr>
          <a:xfrm>
            <a:off x="800100" y="4602480"/>
            <a:ext cx="151638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企业工作台接入</a:t>
            </a:r>
          </a:p>
        </p:txBody>
      </p:sp>
      <p:sp>
        <p:nvSpPr>
          <p:cNvPr id="21" name="工作入口说明3">
            <a:extLst>
              <a:ext uri="{FF2B5EF4-FFF2-40B4-BE49-F238E27FC236}">
                <a16:creationId xmlns:a16="http://schemas.microsoft.com/office/drawing/2014/main" id="{FA3CEA16-684B-429B-BF05-89D34B479962}"/>
              </a:ext>
            </a:extLst>
          </p:cNvPr>
          <p:cNvSpPr>
            <a:spLocks noGrp="1"/>
          </p:cNvSpPr>
          <p:nvPr/>
        </p:nvSpPr>
        <p:spPr>
          <a:xfrm>
            <a:off x="800100" y="4762500"/>
            <a:ext cx="151638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任务协同 | 成果归档 | 流程集成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5CA60E7-E1B3-4043-8522-3A59FC35EE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58140" y="4983480"/>
            <a:ext cx="1927860" cy="594360"/>
          </a:xfrm>
          <a:prstGeom prst="rect">
            <a:avLst/>
          </a:prstGeom>
        </p:spPr>
      </p:pic>
      <p:sp>
        <p:nvSpPr>
          <p:cNvPr id="23" name="TASK任务中枢容器">
            <a:extLst>
              <a:ext uri="{FF2B5EF4-FFF2-40B4-BE49-F238E27FC236}">
                <a16:creationId xmlns:a16="http://schemas.microsoft.com/office/drawing/2014/main" id="{9D3AA3E5-4353-4EDB-B466-B2DF8B355BAE}"/>
              </a:ext>
            </a:extLst>
          </p:cNvPr>
          <p:cNvSpPr>
            <a:spLocks noGrp="1"/>
          </p:cNvSpPr>
          <p:nvPr/>
        </p:nvSpPr>
        <p:spPr>
          <a:xfrm>
            <a:off x="2743200" y="1005840"/>
            <a:ext cx="4198620" cy="4419600"/>
          </a:xfrm>
          <a:prstGeom prst="roundRect">
            <a:avLst>
              <a:gd name="adj" fmla="val 1452"/>
            </a:avLst>
          </a:prstGeom>
          <a:gradFill>
            <a:gsLst>
              <a:gs pos="0">
                <a:srgbClr val="04223C"/>
              </a:gs>
              <a:gs pos="100000">
                <a:srgbClr val="061E35"/>
              </a:gs>
            </a:gsLst>
            <a:lin ang="5400000"/>
          </a:gradFill>
          <a:ln w="7620">
            <a:solidFill>
              <a:srgbClr val="53A8D1"/>
            </a:solidFill>
            <a:prstDash val="solid"/>
          </a:ln>
        </p:spPr>
      </p:sp>
      <p:sp>
        <p:nvSpPr>
          <p:cNvPr id="24" name="TASK任务中枢标题">
            <a:extLst>
              <a:ext uri="{FF2B5EF4-FFF2-40B4-BE49-F238E27FC236}">
                <a16:creationId xmlns:a16="http://schemas.microsoft.com/office/drawing/2014/main" id="{713F4DB1-93AA-405C-8470-B1BCF20353B7}"/>
              </a:ext>
            </a:extLst>
          </p:cNvPr>
          <p:cNvSpPr>
            <a:spLocks noGrp="1"/>
          </p:cNvSpPr>
          <p:nvPr/>
        </p:nvSpPr>
        <p:spPr>
          <a:xfrm>
            <a:off x="2880360" y="1074420"/>
            <a:ext cx="38862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2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2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2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2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2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2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2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2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2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2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2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rPr>
              <a:t>TASK 任务中枢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67BFD7E-11B9-4329-B6B2-49AF65D14D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2834640" y="1371600"/>
            <a:ext cx="3992880" cy="274320"/>
          </a:xfrm>
          <a:prstGeom prst="rect">
            <a:avLst/>
          </a:prstGeom>
        </p:spPr>
      </p:pic>
      <p:sp>
        <p:nvSpPr>
          <p:cNvPr id="26" name="任务中枢字段框1">
            <a:extLst>
              <a:ext uri="{FF2B5EF4-FFF2-40B4-BE49-F238E27FC236}">
                <a16:creationId xmlns:a16="http://schemas.microsoft.com/office/drawing/2014/main" id="{FFC7096E-BD02-46A6-A558-1A9DD4B3609D}"/>
              </a:ext>
            </a:extLst>
          </p:cNvPr>
          <p:cNvSpPr>
            <a:spLocks noGrp="1"/>
          </p:cNvSpPr>
          <p:nvPr/>
        </p:nvSpPr>
        <p:spPr>
          <a:xfrm>
            <a:off x="2834640" y="1729740"/>
            <a:ext cx="777240" cy="419100"/>
          </a:xfrm>
          <a:prstGeom prst="roundRect">
            <a:avLst>
              <a:gd name="adj" fmla="val 7273"/>
            </a:avLst>
          </a:prstGeom>
          <a:gradFill>
            <a:gsLst>
              <a:gs pos="0">
                <a:srgbClr val="082E49"/>
              </a:gs>
              <a:gs pos="100000">
                <a:srgbClr val="071B32"/>
              </a:gs>
            </a:gsLst>
            <a:lin ang="5400000"/>
          </a:gradFill>
          <a:ln w="6858">
            <a:solidFill>
              <a:srgbClr val="367999"/>
            </a:solidFill>
            <a:prstDash val="solid"/>
          </a:ln>
        </p:spPr>
      </p:sp>
      <p:sp>
        <p:nvSpPr>
          <p:cNvPr id="27" name="任务中枢字段1">
            <a:extLst>
              <a:ext uri="{FF2B5EF4-FFF2-40B4-BE49-F238E27FC236}">
                <a16:creationId xmlns:a16="http://schemas.microsoft.com/office/drawing/2014/main" id="{D25DAE1B-F770-487E-B7C3-A56BB5BF9892}"/>
              </a:ext>
            </a:extLst>
          </p:cNvPr>
          <p:cNvSpPr>
            <a:spLocks noGrp="1"/>
          </p:cNvSpPr>
          <p:nvPr/>
        </p:nvSpPr>
        <p:spPr>
          <a:xfrm>
            <a:off x="2880360" y="1744980"/>
            <a:ext cx="693420" cy="3886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目标与验收</a:t>
            </a:r>
          </a:p>
        </p:txBody>
      </p:sp>
      <p:sp>
        <p:nvSpPr>
          <p:cNvPr id="28" name="任务中枢字段框2">
            <a:extLst>
              <a:ext uri="{FF2B5EF4-FFF2-40B4-BE49-F238E27FC236}">
                <a16:creationId xmlns:a16="http://schemas.microsoft.com/office/drawing/2014/main" id="{D1166C7A-10F2-4B7F-AAAB-F6916D2B44CF}"/>
              </a:ext>
            </a:extLst>
          </p:cNvPr>
          <p:cNvSpPr>
            <a:spLocks noGrp="1"/>
          </p:cNvSpPr>
          <p:nvPr/>
        </p:nvSpPr>
        <p:spPr>
          <a:xfrm>
            <a:off x="2834640" y="2179320"/>
            <a:ext cx="777240" cy="586740"/>
          </a:xfrm>
          <a:prstGeom prst="roundRect">
            <a:avLst>
              <a:gd name="adj" fmla="val 5195"/>
            </a:avLst>
          </a:prstGeom>
          <a:gradFill>
            <a:gsLst>
              <a:gs pos="0">
                <a:srgbClr val="082E49"/>
              </a:gs>
              <a:gs pos="100000">
                <a:srgbClr val="071B32"/>
              </a:gs>
            </a:gsLst>
            <a:lin ang="5400000"/>
          </a:gradFill>
          <a:ln w="6858">
            <a:solidFill>
              <a:srgbClr val="367999"/>
            </a:solidFill>
            <a:prstDash val="solid"/>
          </a:ln>
        </p:spPr>
      </p:sp>
      <p:sp>
        <p:nvSpPr>
          <p:cNvPr id="29" name="任务中枢字段2">
            <a:extLst>
              <a:ext uri="{FF2B5EF4-FFF2-40B4-BE49-F238E27FC236}">
                <a16:creationId xmlns:a16="http://schemas.microsoft.com/office/drawing/2014/main" id="{554CEF1C-7897-49B0-902B-BAF1DAF22BB2}"/>
              </a:ext>
            </a:extLst>
          </p:cNvPr>
          <p:cNvSpPr>
            <a:spLocks noGrp="1"/>
          </p:cNvSpPr>
          <p:nvPr/>
        </p:nvSpPr>
        <p:spPr>
          <a:xfrm>
            <a:off x="2880360" y="2194560"/>
            <a:ext cx="693420" cy="556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Skill 快照</a:t>
            </a:r>
          </a:p>
        </p:txBody>
      </p:sp>
      <p:sp>
        <p:nvSpPr>
          <p:cNvPr id="30" name="任务中枢字段框3">
            <a:extLst>
              <a:ext uri="{FF2B5EF4-FFF2-40B4-BE49-F238E27FC236}">
                <a16:creationId xmlns:a16="http://schemas.microsoft.com/office/drawing/2014/main" id="{8FDD471C-0ABE-4339-AA8D-A04431BF5E10}"/>
              </a:ext>
            </a:extLst>
          </p:cNvPr>
          <p:cNvSpPr>
            <a:spLocks noGrp="1"/>
          </p:cNvSpPr>
          <p:nvPr/>
        </p:nvSpPr>
        <p:spPr>
          <a:xfrm>
            <a:off x="2834640" y="2788920"/>
            <a:ext cx="777240" cy="723900"/>
          </a:xfrm>
          <a:prstGeom prst="roundRect">
            <a:avLst>
              <a:gd name="adj" fmla="val 4211"/>
            </a:avLst>
          </a:prstGeom>
          <a:gradFill>
            <a:gsLst>
              <a:gs pos="0">
                <a:srgbClr val="082E49"/>
              </a:gs>
              <a:gs pos="100000">
                <a:srgbClr val="071B32"/>
              </a:gs>
            </a:gsLst>
            <a:lin ang="5400000"/>
          </a:gradFill>
          <a:ln w="6858">
            <a:solidFill>
              <a:srgbClr val="367999"/>
            </a:solidFill>
            <a:prstDash val="solid"/>
          </a:ln>
        </p:spPr>
      </p:sp>
      <p:sp>
        <p:nvSpPr>
          <p:cNvPr id="31" name="任务中枢字段3">
            <a:extLst>
              <a:ext uri="{FF2B5EF4-FFF2-40B4-BE49-F238E27FC236}">
                <a16:creationId xmlns:a16="http://schemas.microsoft.com/office/drawing/2014/main" id="{9E28E6F2-FA83-4502-B313-6E2782058F43}"/>
              </a:ext>
            </a:extLst>
          </p:cNvPr>
          <p:cNvSpPr>
            <a:spLocks noGrp="1"/>
          </p:cNvSpPr>
          <p:nvPr/>
        </p:nvSpPr>
        <p:spPr>
          <a:xfrm>
            <a:off x="2880360" y="2804160"/>
            <a:ext cx="693420" cy="6934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人员与权限</a:t>
            </a:r>
          </a:p>
        </p:txBody>
      </p:sp>
      <p:sp>
        <p:nvSpPr>
          <p:cNvPr id="32" name="任务中枢字段框4">
            <a:extLst>
              <a:ext uri="{FF2B5EF4-FFF2-40B4-BE49-F238E27FC236}">
                <a16:creationId xmlns:a16="http://schemas.microsoft.com/office/drawing/2014/main" id="{2EE2EF12-79D8-45EE-9625-02BCF5686074}"/>
              </a:ext>
            </a:extLst>
          </p:cNvPr>
          <p:cNvSpPr>
            <a:spLocks noGrp="1"/>
          </p:cNvSpPr>
          <p:nvPr/>
        </p:nvSpPr>
        <p:spPr>
          <a:xfrm>
            <a:off x="2834640" y="3535680"/>
            <a:ext cx="777240" cy="419100"/>
          </a:xfrm>
          <a:prstGeom prst="roundRect">
            <a:avLst>
              <a:gd name="adj" fmla="val 7273"/>
            </a:avLst>
          </a:prstGeom>
          <a:gradFill>
            <a:gsLst>
              <a:gs pos="0">
                <a:srgbClr val="082E49"/>
              </a:gs>
              <a:gs pos="100000">
                <a:srgbClr val="071B32"/>
              </a:gs>
            </a:gsLst>
            <a:lin ang="5400000"/>
          </a:gradFill>
          <a:ln w="6858">
            <a:solidFill>
              <a:srgbClr val="367999"/>
            </a:solidFill>
            <a:prstDash val="solid"/>
          </a:ln>
        </p:spPr>
      </p:sp>
      <p:sp>
        <p:nvSpPr>
          <p:cNvPr id="33" name="任务中枢字段4">
            <a:extLst>
              <a:ext uri="{FF2B5EF4-FFF2-40B4-BE49-F238E27FC236}">
                <a16:creationId xmlns:a16="http://schemas.microsoft.com/office/drawing/2014/main" id="{5682EAED-DAD1-401B-B3E9-5514E3036A58}"/>
              </a:ext>
            </a:extLst>
          </p:cNvPr>
          <p:cNvSpPr>
            <a:spLocks noGrp="1"/>
          </p:cNvSpPr>
          <p:nvPr/>
        </p:nvSpPr>
        <p:spPr>
          <a:xfrm>
            <a:off x="2880360" y="3550920"/>
            <a:ext cx="693420" cy="3886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成果版本</a:t>
            </a:r>
          </a:p>
        </p:txBody>
      </p:sp>
      <p:sp>
        <p:nvSpPr>
          <p:cNvPr id="34" name="任务中枢字段框5">
            <a:extLst>
              <a:ext uri="{FF2B5EF4-FFF2-40B4-BE49-F238E27FC236}">
                <a16:creationId xmlns:a16="http://schemas.microsoft.com/office/drawing/2014/main" id="{2CFDDEEC-B463-4732-9AFB-2F1800FAD17E}"/>
              </a:ext>
            </a:extLst>
          </p:cNvPr>
          <p:cNvSpPr>
            <a:spLocks noGrp="1"/>
          </p:cNvSpPr>
          <p:nvPr/>
        </p:nvSpPr>
        <p:spPr>
          <a:xfrm>
            <a:off x="2834640" y="3977640"/>
            <a:ext cx="777240" cy="373380"/>
          </a:xfrm>
          <a:prstGeom prst="roundRect">
            <a:avLst>
              <a:gd name="adj" fmla="val 8163"/>
            </a:avLst>
          </a:prstGeom>
          <a:gradFill>
            <a:gsLst>
              <a:gs pos="0">
                <a:srgbClr val="082E49"/>
              </a:gs>
              <a:gs pos="100000">
                <a:srgbClr val="071B32"/>
              </a:gs>
            </a:gsLst>
            <a:lin ang="5400000"/>
          </a:gradFill>
          <a:ln w="6858">
            <a:solidFill>
              <a:srgbClr val="367999"/>
            </a:solidFill>
            <a:prstDash val="solid"/>
          </a:ln>
        </p:spPr>
      </p:sp>
      <p:sp>
        <p:nvSpPr>
          <p:cNvPr id="35" name="任务中枢字段5">
            <a:extLst>
              <a:ext uri="{FF2B5EF4-FFF2-40B4-BE49-F238E27FC236}">
                <a16:creationId xmlns:a16="http://schemas.microsoft.com/office/drawing/2014/main" id="{197BC8EF-0958-4857-A532-894F46B96F06}"/>
              </a:ext>
            </a:extLst>
          </p:cNvPr>
          <p:cNvSpPr>
            <a:spLocks noGrp="1"/>
          </p:cNvSpPr>
          <p:nvPr/>
        </p:nvSpPr>
        <p:spPr>
          <a:xfrm>
            <a:off x="2880360" y="3992880"/>
            <a:ext cx="69342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复核轮次</a:t>
            </a:r>
          </a:p>
        </p:txBody>
      </p:sp>
      <p:sp>
        <p:nvSpPr>
          <p:cNvPr id="36" name="任务中枢字段框6">
            <a:extLst>
              <a:ext uri="{FF2B5EF4-FFF2-40B4-BE49-F238E27FC236}">
                <a16:creationId xmlns:a16="http://schemas.microsoft.com/office/drawing/2014/main" id="{4044973C-F9E0-4776-B619-6E7F56D1F1AF}"/>
              </a:ext>
            </a:extLst>
          </p:cNvPr>
          <p:cNvSpPr>
            <a:spLocks noGrp="1"/>
          </p:cNvSpPr>
          <p:nvPr/>
        </p:nvSpPr>
        <p:spPr>
          <a:xfrm>
            <a:off x="2834640" y="4373880"/>
            <a:ext cx="777240" cy="39624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082E49"/>
              </a:gs>
              <a:gs pos="100000">
                <a:srgbClr val="071B32"/>
              </a:gs>
            </a:gsLst>
            <a:lin ang="5400000"/>
          </a:gradFill>
          <a:ln w="6858">
            <a:solidFill>
              <a:srgbClr val="367999"/>
            </a:solidFill>
            <a:prstDash val="solid"/>
          </a:ln>
        </p:spPr>
      </p:sp>
      <p:sp>
        <p:nvSpPr>
          <p:cNvPr id="37" name="任务中枢字段6">
            <a:extLst>
              <a:ext uri="{FF2B5EF4-FFF2-40B4-BE49-F238E27FC236}">
                <a16:creationId xmlns:a16="http://schemas.microsoft.com/office/drawing/2014/main" id="{2C36D03B-8102-4A31-ADCF-1DC5BD16A143}"/>
              </a:ext>
            </a:extLst>
          </p:cNvPr>
          <p:cNvSpPr>
            <a:spLocks noGrp="1"/>
          </p:cNvSpPr>
          <p:nvPr/>
        </p:nvSpPr>
        <p:spPr>
          <a:xfrm>
            <a:off x="2880360" y="4389120"/>
            <a:ext cx="6934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关键轮次</a:t>
            </a:r>
          </a:p>
        </p:txBody>
      </p:sp>
      <p:sp>
        <p:nvSpPr>
          <p:cNvPr id="38" name="任务中枢字段框7">
            <a:extLst>
              <a:ext uri="{FF2B5EF4-FFF2-40B4-BE49-F238E27FC236}">
                <a16:creationId xmlns:a16="http://schemas.microsoft.com/office/drawing/2014/main" id="{443AFA4D-7A3E-442D-B855-EE8DF67B799B}"/>
              </a:ext>
            </a:extLst>
          </p:cNvPr>
          <p:cNvSpPr>
            <a:spLocks noGrp="1"/>
          </p:cNvSpPr>
          <p:nvPr/>
        </p:nvSpPr>
        <p:spPr>
          <a:xfrm>
            <a:off x="2834640" y="4792980"/>
            <a:ext cx="777240" cy="541020"/>
          </a:xfrm>
          <a:prstGeom prst="roundRect">
            <a:avLst>
              <a:gd name="adj" fmla="val 5634"/>
            </a:avLst>
          </a:prstGeom>
          <a:gradFill>
            <a:gsLst>
              <a:gs pos="0">
                <a:srgbClr val="082E49"/>
              </a:gs>
              <a:gs pos="100000">
                <a:srgbClr val="071B32"/>
              </a:gs>
            </a:gsLst>
            <a:lin ang="5400000"/>
          </a:gradFill>
          <a:ln w="6858">
            <a:solidFill>
              <a:srgbClr val="367999"/>
            </a:solidFill>
            <a:prstDash val="solid"/>
          </a:ln>
        </p:spPr>
      </p:sp>
      <p:sp>
        <p:nvSpPr>
          <p:cNvPr id="39" name="任务中枢字段7">
            <a:extLst>
              <a:ext uri="{FF2B5EF4-FFF2-40B4-BE49-F238E27FC236}">
                <a16:creationId xmlns:a16="http://schemas.microsoft.com/office/drawing/2014/main" id="{7CA567E1-1C89-4A7F-A073-43EF519E2F81}"/>
              </a:ext>
            </a:extLst>
          </p:cNvPr>
          <p:cNvSpPr>
            <a:spLocks noGrp="1"/>
          </p:cNvSpPr>
          <p:nvPr/>
        </p:nvSpPr>
        <p:spPr>
          <a:xfrm>
            <a:off x="2880360" y="4808220"/>
            <a:ext cx="693420" cy="5105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关键轨迹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0FB01A3F-A1C7-4549-95A2-CE7B8BC3B6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718560" y="1714500"/>
            <a:ext cx="3108960" cy="306324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8A4493E2-08A6-47AD-9046-CA0AB54EA8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3718560" y="4861560"/>
            <a:ext cx="3108960" cy="464820"/>
          </a:xfrm>
          <a:prstGeom prst="rect">
            <a:avLst/>
          </a:prstGeom>
        </p:spPr>
      </p:pic>
      <p:sp>
        <p:nvSpPr>
          <p:cNvPr id="42" name="跨模块连线1 连接线">
            <a:extLst>
              <a:ext uri="{FF2B5EF4-FFF2-40B4-BE49-F238E27FC236}">
                <a16:creationId xmlns:a16="http://schemas.microsoft.com/office/drawing/2014/main" id="{FACE6B2E-D59B-46E2-A184-F2AAF6028C0F}"/>
              </a:ext>
            </a:extLst>
          </p:cNvPr>
          <p:cNvSpPr>
            <a:spLocks noGrp="1"/>
          </p:cNvSpPr>
          <p:nvPr/>
        </p:nvSpPr>
        <p:spPr>
          <a:xfrm>
            <a:off x="2491740" y="2019300"/>
            <a:ext cx="228600" cy="762"/>
          </a:xfrm>
          <a:custGeom>
            <a:avLst/>
            <a:gdLst/>
            <a:ahLst/>
            <a:cxnLst/>
            <a:rect l="0" t="0" r="0" b="0"/>
            <a:pathLst>
              <a:path w="228600" h="762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2860">
            <a:solidFill>
              <a:srgbClr val="B6ECFF"/>
            </a:solidFill>
            <a:prstDash val="solid"/>
          </a:ln>
        </p:spPr>
      </p:sp>
      <p:sp>
        <p:nvSpPr>
          <p:cNvPr id="43" name="跨模块连线1 箭头">
            <a:extLst>
              <a:ext uri="{FF2B5EF4-FFF2-40B4-BE49-F238E27FC236}">
                <a16:creationId xmlns:a16="http://schemas.microsoft.com/office/drawing/2014/main" id="{308F34EE-F819-4019-A0D2-D91D3E4AD150}"/>
              </a:ext>
            </a:extLst>
          </p:cNvPr>
          <p:cNvSpPr>
            <a:spLocks noGrp="1"/>
          </p:cNvSpPr>
          <p:nvPr/>
        </p:nvSpPr>
        <p:spPr>
          <a:xfrm>
            <a:off x="2628900" y="196443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B6ECFF"/>
          </a:solidFill>
          <a:ln w="1524">
            <a:solidFill>
              <a:srgbClr val="B6ECFF"/>
            </a:solidFill>
            <a:prstDash val="solid"/>
          </a:ln>
        </p:spPr>
      </p:sp>
      <p:sp>
        <p:nvSpPr>
          <p:cNvPr id="44" name="跨模块连线2 连接线">
            <a:extLst>
              <a:ext uri="{FF2B5EF4-FFF2-40B4-BE49-F238E27FC236}">
                <a16:creationId xmlns:a16="http://schemas.microsoft.com/office/drawing/2014/main" id="{5F2DEE76-FD40-438E-AAA3-0C556A5EAFC2}"/>
              </a:ext>
            </a:extLst>
          </p:cNvPr>
          <p:cNvSpPr>
            <a:spLocks noGrp="1"/>
          </p:cNvSpPr>
          <p:nvPr/>
        </p:nvSpPr>
        <p:spPr>
          <a:xfrm>
            <a:off x="2491740" y="3436620"/>
            <a:ext cx="228600" cy="762"/>
          </a:xfrm>
          <a:custGeom>
            <a:avLst/>
            <a:gdLst/>
            <a:ahLst/>
            <a:cxnLst/>
            <a:rect l="0" t="0" r="0" b="0"/>
            <a:pathLst>
              <a:path w="228600" h="762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2860">
            <a:solidFill>
              <a:srgbClr val="B6ECFF"/>
            </a:solidFill>
            <a:prstDash val="solid"/>
          </a:ln>
        </p:spPr>
      </p:sp>
      <p:sp>
        <p:nvSpPr>
          <p:cNvPr id="45" name="跨模块连线2 箭头">
            <a:extLst>
              <a:ext uri="{FF2B5EF4-FFF2-40B4-BE49-F238E27FC236}">
                <a16:creationId xmlns:a16="http://schemas.microsoft.com/office/drawing/2014/main" id="{454851FD-ADB2-4D3A-A2BD-F663D27249BC}"/>
              </a:ext>
            </a:extLst>
          </p:cNvPr>
          <p:cNvSpPr>
            <a:spLocks noGrp="1"/>
          </p:cNvSpPr>
          <p:nvPr/>
        </p:nvSpPr>
        <p:spPr>
          <a:xfrm>
            <a:off x="2628900" y="338175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B6ECFF"/>
          </a:solidFill>
          <a:ln w="1524">
            <a:solidFill>
              <a:srgbClr val="B6ECFF"/>
            </a:solidFill>
            <a:prstDash val="solid"/>
          </a:ln>
        </p:spPr>
      </p:sp>
      <p:sp>
        <p:nvSpPr>
          <p:cNvPr id="46" name="跨模块连线3 连接线">
            <a:extLst>
              <a:ext uri="{FF2B5EF4-FFF2-40B4-BE49-F238E27FC236}">
                <a16:creationId xmlns:a16="http://schemas.microsoft.com/office/drawing/2014/main" id="{9C6C56F1-130A-43A6-AE1F-34363430F13F}"/>
              </a:ext>
            </a:extLst>
          </p:cNvPr>
          <p:cNvSpPr>
            <a:spLocks noGrp="1"/>
          </p:cNvSpPr>
          <p:nvPr/>
        </p:nvSpPr>
        <p:spPr>
          <a:xfrm>
            <a:off x="6949440" y="2019300"/>
            <a:ext cx="259080" cy="762"/>
          </a:xfrm>
          <a:custGeom>
            <a:avLst/>
            <a:gdLst/>
            <a:ahLst/>
            <a:cxnLst/>
            <a:rect l="0" t="0" r="0" b="0"/>
            <a:pathLst>
              <a:path w="259080" h="762">
                <a:moveTo>
                  <a:pt x="0" y="0"/>
                </a:moveTo>
                <a:lnTo>
                  <a:pt x="259080" y="0"/>
                </a:lnTo>
              </a:path>
            </a:pathLst>
          </a:custGeom>
          <a:noFill/>
          <a:ln w="22860">
            <a:solidFill>
              <a:srgbClr val="B6ECFF"/>
            </a:solidFill>
            <a:prstDash val="solid"/>
          </a:ln>
        </p:spPr>
      </p:sp>
      <p:sp>
        <p:nvSpPr>
          <p:cNvPr id="47" name="跨模块连线3 箭头">
            <a:extLst>
              <a:ext uri="{FF2B5EF4-FFF2-40B4-BE49-F238E27FC236}">
                <a16:creationId xmlns:a16="http://schemas.microsoft.com/office/drawing/2014/main" id="{2E899603-7358-4C99-A226-82279572E073}"/>
              </a:ext>
            </a:extLst>
          </p:cNvPr>
          <p:cNvSpPr>
            <a:spLocks noGrp="1"/>
          </p:cNvSpPr>
          <p:nvPr/>
        </p:nvSpPr>
        <p:spPr>
          <a:xfrm>
            <a:off x="7117080" y="196443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B6ECFF"/>
          </a:solidFill>
          <a:ln w="1524">
            <a:solidFill>
              <a:srgbClr val="B6ECFF"/>
            </a:solidFill>
            <a:prstDash val="solid"/>
          </a:ln>
        </p:spPr>
      </p:sp>
      <p:sp>
        <p:nvSpPr>
          <p:cNvPr id="48" name="跨模块连线4 连接线">
            <a:extLst>
              <a:ext uri="{FF2B5EF4-FFF2-40B4-BE49-F238E27FC236}">
                <a16:creationId xmlns:a16="http://schemas.microsoft.com/office/drawing/2014/main" id="{6FBA2A1F-0D02-4994-A97C-CDC6B0DCBACC}"/>
              </a:ext>
            </a:extLst>
          </p:cNvPr>
          <p:cNvSpPr>
            <a:spLocks noGrp="1"/>
          </p:cNvSpPr>
          <p:nvPr/>
        </p:nvSpPr>
        <p:spPr>
          <a:xfrm>
            <a:off x="6949440" y="3436620"/>
            <a:ext cx="259080" cy="762"/>
          </a:xfrm>
          <a:custGeom>
            <a:avLst/>
            <a:gdLst/>
            <a:ahLst/>
            <a:cxnLst/>
            <a:rect l="0" t="0" r="0" b="0"/>
            <a:pathLst>
              <a:path w="259080" h="762">
                <a:moveTo>
                  <a:pt x="0" y="0"/>
                </a:moveTo>
                <a:lnTo>
                  <a:pt x="259080" y="0"/>
                </a:lnTo>
              </a:path>
            </a:pathLst>
          </a:custGeom>
          <a:noFill/>
          <a:ln w="22860">
            <a:solidFill>
              <a:srgbClr val="B6ECFF"/>
            </a:solidFill>
            <a:prstDash val="solid"/>
          </a:ln>
        </p:spPr>
      </p:sp>
      <p:sp>
        <p:nvSpPr>
          <p:cNvPr id="49" name="跨模块连线4 箭头">
            <a:extLst>
              <a:ext uri="{FF2B5EF4-FFF2-40B4-BE49-F238E27FC236}">
                <a16:creationId xmlns:a16="http://schemas.microsoft.com/office/drawing/2014/main" id="{731E04DA-588D-4AB1-8DF3-09B1127526CC}"/>
              </a:ext>
            </a:extLst>
          </p:cNvPr>
          <p:cNvSpPr>
            <a:spLocks noGrp="1"/>
          </p:cNvSpPr>
          <p:nvPr/>
        </p:nvSpPr>
        <p:spPr>
          <a:xfrm>
            <a:off x="7117080" y="338175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B6ECFF"/>
          </a:solidFill>
          <a:ln w="1524">
            <a:solidFill>
              <a:srgbClr val="B6ECFF"/>
            </a:solidFill>
            <a:prstDash val="solid"/>
          </a:ln>
        </p:spPr>
      </p:sp>
      <p:sp>
        <p:nvSpPr>
          <p:cNvPr id="50" name="任务编排列">
            <a:extLst>
              <a:ext uri="{FF2B5EF4-FFF2-40B4-BE49-F238E27FC236}">
                <a16:creationId xmlns:a16="http://schemas.microsoft.com/office/drawing/2014/main" id="{D3DAB18C-BFF4-404F-AE99-EDBF29F4D263}"/>
              </a:ext>
            </a:extLst>
          </p:cNvPr>
          <p:cNvSpPr>
            <a:spLocks noGrp="1"/>
          </p:cNvSpPr>
          <p:nvPr/>
        </p:nvSpPr>
        <p:spPr>
          <a:xfrm>
            <a:off x="7239000" y="1135380"/>
            <a:ext cx="876300" cy="3832860"/>
          </a:xfrm>
          <a:prstGeom prst="roundRect">
            <a:avLst>
              <a:gd name="adj" fmla="val 6087"/>
            </a:avLst>
          </a:prstGeom>
          <a:gradFill>
            <a:gsLst>
              <a:gs pos="0">
                <a:srgbClr val="052B45"/>
              </a:gs>
              <a:gs pos="100000">
                <a:srgbClr val="052138"/>
              </a:gs>
            </a:gsLst>
            <a:lin ang="5400000"/>
          </a:gradFill>
          <a:ln w="7620">
            <a:solidFill>
              <a:srgbClr val="4EA1C8"/>
            </a:solidFill>
            <a:prstDash val="solid"/>
          </a:ln>
        </p:spPr>
      </p:sp>
      <p:sp>
        <p:nvSpPr>
          <p:cNvPr id="51" name="任务编排标题">
            <a:extLst>
              <a:ext uri="{FF2B5EF4-FFF2-40B4-BE49-F238E27FC236}">
                <a16:creationId xmlns:a16="http://schemas.microsoft.com/office/drawing/2014/main" id="{FC422247-7A35-44EB-9773-F279A965086D}"/>
              </a:ext>
            </a:extLst>
          </p:cNvPr>
          <p:cNvSpPr>
            <a:spLocks noGrp="1"/>
          </p:cNvSpPr>
          <p:nvPr/>
        </p:nvSpPr>
        <p:spPr>
          <a:xfrm>
            <a:off x="7330440" y="1211580"/>
            <a:ext cx="72390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rPr>
              <a:t>任务编排</a:t>
            </a:r>
          </a:p>
        </p:txBody>
      </p:sp>
      <p:sp>
        <p:nvSpPr>
          <p:cNvPr id="52" name="任务编排标题下线">
            <a:extLst>
              <a:ext uri="{FF2B5EF4-FFF2-40B4-BE49-F238E27FC236}">
                <a16:creationId xmlns:a16="http://schemas.microsoft.com/office/drawing/2014/main" id="{DBC8E99B-A9F6-4280-A29B-1394F7E253B7}"/>
              </a:ext>
            </a:extLst>
          </p:cNvPr>
          <p:cNvSpPr>
            <a:spLocks noGrp="1"/>
          </p:cNvSpPr>
          <p:nvPr/>
        </p:nvSpPr>
        <p:spPr>
          <a:xfrm>
            <a:off x="7338060" y="1546860"/>
            <a:ext cx="693420" cy="762"/>
          </a:xfrm>
          <a:custGeom>
            <a:avLst/>
            <a:gdLst/>
            <a:ahLst/>
            <a:cxnLst/>
            <a:rect l="0" t="0" r="0" b="0"/>
            <a:pathLst>
              <a:path w="693420" h="762">
                <a:moveTo>
                  <a:pt x="0" y="0"/>
                </a:moveTo>
                <a:lnTo>
                  <a:pt x="693420" y="0"/>
                </a:lnTo>
              </a:path>
            </a:pathLst>
          </a:custGeom>
          <a:noFill/>
          <a:ln w="6096">
            <a:solidFill>
              <a:srgbClr val="3D7695"/>
            </a:solidFill>
            <a:prstDash val="solid"/>
          </a:ln>
        </p:spPr>
      </p:sp>
      <p:sp>
        <p:nvSpPr>
          <p:cNvPr id="53" name="任务编排步骤1">
            <a:extLst>
              <a:ext uri="{FF2B5EF4-FFF2-40B4-BE49-F238E27FC236}">
                <a16:creationId xmlns:a16="http://schemas.microsoft.com/office/drawing/2014/main" id="{E28F3A60-AADB-4947-B779-A776EFF72F18}"/>
              </a:ext>
            </a:extLst>
          </p:cNvPr>
          <p:cNvSpPr>
            <a:spLocks noGrp="1"/>
          </p:cNvSpPr>
          <p:nvPr/>
        </p:nvSpPr>
        <p:spPr>
          <a:xfrm>
            <a:off x="7345680" y="1676400"/>
            <a:ext cx="6705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Task 调度</a:t>
            </a: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6B9D9811-DE21-4F74-81F8-CD6A0C9E3C7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7551420" y="1935480"/>
            <a:ext cx="251460" cy="297180"/>
          </a:xfrm>
          <a:prstGeom prst="rect">
            <a:avLst/>
          </a:prstGeom>
        </p:spPr>
      </p:pic>
      <p:sp>
        <p:nvSpPr>
          <p:cNvPr id="55" name="任务编排顺序1 连接线">
            <a:extLst>
              <a:ext uri="{FF2B5EF4-FFF2-40B4-BE49-F238E27FC236}">
                <a16:creationId xmlns:a16="http://schemas.microsoft.com/office/drawing/2014/main" id="{BB19F4B8-38C9-4877-BE28-C87AFE66CAAF}"/>
              </a:ext>
            </a:extLst>
          </p:cNvPr>
          <p:cNvSpPr>
            <a:spLocks noGrp="1"/>
          </p:cNvSpPr>
          <p:nvPr/>
        </p:nvSpPr>
        <p:spPr>
          <a:xfrm>
            <a:off x="7680960" y="2293620"/>
            <a:ext cx="762" cy="175260"/>
          </a:xfrm>
          <a:custGeom>
            <a:avLst/>
            <a:gdLst/>
            <a:ahLst/>
            <a:cxnLst/>
            <a:rect l="0" t="0" r="0" b="0"/>
            <a:pathLst>
              <a:path w="762" h="175260">
                <a:moveTo>
                  <a:pt x="0" y="0"/>
                </a:moveTo>
                <a:lnTo>
                  <a:pt x="0" y="175260"/>
                </a:lnTo>
              </a:path>
            </a:pathLst>
          </a:custGeom>
          <a:noFill/>
          <a:ln w="7620">
            <a:solidFill>
              <a:srgbClr val="DDF6FF"/>
            </a:solidFill>
            <a:prstDash val="dash"/>
          </a:ln>
        </p:spPr>
      </p:sp>
      <p:sp>
        <p:nvSpPr>
          <p:cNvPr id="56" name="任务编排顺序1 箭头">
            <a:extLst>
              <a:ext uri="{FF2B5EF4-FFF2-40B4-BE49-F238E27FC236}">
                <a16:creationId xmlns:a16="http://schemas.microsoft.com/office/drawing/2014/main" id="{E5E59E69-2BC5-43EA-99EA-CC94E0403E3E}"/>
              </a:ext>
            </a:extLst>
          </p:cNvPr>
          <p:cNvSpPr>
            <a:spLocks noGrp="1"/>
          </p:cNvSpPr>
          <p:nvPr/>
        </p:nvSpPr>
        <p:spPr>
          <a:xfrm>
            <a:off x="7658100" y="2430780"/>
            <a:ext cx="45720" cy="38100"/>
          </a:xfrm>
          <a:custGeom>
            <a:avLst/>
            <a:gdLst/>
            <a:ahLst/>
            <a:cxnLst/>
            <a:rect l="0" t="0" r="0" b="0"/>
            <a:pathLst>
              <a:path w="45720" h="38100">
                <a:moveTo>
                  <a:pt x="22860" y="38100"/>
                </a:moveTo>
                <a:lnTo>
                  <a:pt x="45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DDF6FF"/>
          </a:solidFill>
          <a:ln w="1524">
            <a:solidFill>
              <a:srgbClr val="DDF6FF"/>
            </a:solidFill>
            <a:prstDash val="solid"/>
          </a:ln>
        </p:spPr>
      </p:sp>
      <p:sp>
        <p:nvSpPr>
          <p:cNvPr id="57" name="任务编排步骤2">
            <a:extLst>
              <a:ext uri="{FF2B5EF4-FFF2-40B4-BE49-F238E27FC236}">
                <a16:creationId xmlns:a16="http://schemas.microsoft.com/office/drawing/2014/main" id="{7624238F-96B6-447D-9F67-DF7ABC8C4F17}"/>
              </a:ext>
            </a:extLst>
          </p:cNvPr>
          <p:cNvSpPr>
            <a:spLocks noGrp="1"/>
          </p:cNvSpPr>
          <p:nvPr/>
        </p:nvSpPr>
        <p:spPr>
          <a:xfrm>
            <a:off x="7345680" y="2514600"/>
            <a:ext cx="6705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Skill 装载</a:t>
            </a: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ECD86837-32A0-418C-B2E2-827B9411278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7528560" y="2766060"/>
            <a:ext cx="312420" cy="365760"/>
          </a:xfrm>
          <a:prstGeom prst="rect">
            <a:avLst/>
          </a:prstGeom>
        </p:spPr>
      </p:pic>
      <p:sp>
        <p:nvSpPr>
          <p:cNvPr id="59" name="任务编排顺序2 连接线">
            <a:extLst>
              <a:ext uri="{FF2B5EF4-FFF2-40B4-BE49-F238E27FC236}">
                <a16:creationId xmlns:a16="http://schemas.microsoft.com/office/drawing/2014/main" id="{3A709F39-FB04-4A0D-95A6-D6D6FBE3BD4D}"/>
              </a:ext>
            </a:extLst>
          </p:cNvPr>
          <p:cNvSpPr>
            <a:spLocks noGrp="1"/>
          </p:cNvSpPr>
          <p:nvPr/>
        </p:nvSpPr>
        <p:spPr>
          <a:xfrm>
            <a:off x="7680960" y="3192780"/>
            <a:ext cx="762" cy="175260"/>
          </a:xfrm>
          <a:custGeom>
            <a:avLst/>
            <a:gdLst/>
            <a:ahLst/>
            <a:cxnLst/>
            <a:rect l="0" t="0" r="0" b="0"/>
            <a:pathLst>
              <a:path w="762" h="175260">
                <a:moveTo>
                  <a:pt x="0" y="0"/>
                </a:moveTo>
                <a:lnTo>
                  <a:pt x="0" y="175260"/>
                </a:lnTo>
              </a:path>
            </a:pathLst>
          </a:custGeom>
          <a:noFill/>
          <a:ln w="7620">
            <a:solidFill>
              <a:srgbClr val="DDF6FF"/>
            </a:solidFill>
            <a:prstDash val="dash"/>
          </a:ln>
        </p:spPr>
      </p:sp>
      <p:sp>
        <p:nvSpPr>
          <p:cNvPr id="60" name="任务编排顺序2 箭头">
            <a:extLst>
              <a:ext uri="{FF2B5EF4-FFF2-40B4-BE49-F238E27FC236}">
                <a16:creationId xmlns:a16="http://schemas.microsoft.com/office/drawing/2014/main" id="{0C23F627-E0D2-4131-B3BF-A88755D66435}"/>
              </a:ext>
            </a:extLst>
          </p:cNvPr>
          <p:cNvSpPr>
            <a:spLocks noGrp="1"/>
          </p:cNvSpPr>
          <p:nvPr/>
        </p:nvSpPr>
        <p:spPr>
          <a:xfrm>
            <a:off x="7658100" y="3329940"/>
            <a:ext cx="45720" cy="38100"/>
          </a:xfrm>
          <a:custGeom>
            <a:avLst/>
            <a:gdLst/>
            <a:ahLst/>
            <a:cxnLst/>
            <a:rect l="0" t="0" r="0" b="0"/>
            <a:pathLst>
              <a:path w="45720" h="38100">
                <a:moveTo>
                  <a:pt x="22860" y="38100"/>
                </a:moveTo>
                <a:lnTo>
                  <a:pt x="45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DDF6FF"/>
          </a:solidFill>
          <a:ln w="1524">
            <a:solidFill>
              <a:srgbClr val="DDF6FF"/>
            </a:solidFill>
            <a:prstDash val="solid"/>
          </a:ln>
        </p:spPr>
      </p:sp>
      <p:sp>
        <p:nvSpPr>
          <p:cNvPr id="61" name="任务编排步骤3">
            <a:extLst>
              <a:ext uri="{FF2B5EF4-FFF2-40B4-BE49-F238E27FC236}">
                <a16:creationId xmlns:a16="http://schemas.microsoft.com/office/drawing/2014/main" id="{9544131E-A08B-46FA-A700-918EFB48313B}"/>
              </a:ext>
            </a:extLst>
          </p:cNvPr>
          <p:cNvSpPr>
            <a:spLocks noGrp="1"/>
          </p:cNvSpPr>
          <p:nvPr/>
        </p:nvSpPr>
        <p:spPr>
          <a:xfrm>
            <a:off x="7345680" y="3398520"/>
            <a:ext cx="6705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Tool 调用</a:t>
            </a: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D79042E8-7092-44C5-AC3E-18CE79FB66D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7513320" y="3672840"/>
            <a:ext cx="320040" cy="327660"/>
          </a:xfrm>
          <a:prstGeom prst="rect">
            <a:avLst/>
          </a:prstGeom>
        </p:spPr>
      </p:pic>
      <p:sp>
        <p:nvSpPr>
          <p:cNvPr id="63" name="任务编排顺序3 连接线">
            <a:extLst>
              <a:ext uri="{FF2B5EF4-FFF2-40B4-BE49-F238E27FC236}">
                <a16:creationId xmlns:a16="http://schemas.microsoft.com/office/drawing/2014/main" id="{41346889-A18B-4653-9644-02F3C9AE8E90}"/>
              </a:ext>
            </a:extLst>
          </p:cNvPr>
          <p:cNvSpPr>
            <a:spLocks noGrp="1"/>
          </p:cNvSpPr>
          <p:nvPr/>
        </p:nvSpPr>
        <p:spPr>
          <a:xfrm>
            <a:off x="7680960" y="4061460"/>
            <a:ext cx="762" cy="175260"/>
          </a:xfrm>
          <a:custGeom>
            <a:avLst/>
            <a:gdLst/>
            <a:ahLst/>
            <a:cxnLst/>
            <a:rect l="0" t="0" r="0" b="0"/>
            <a:pathLst>
              <a:path w="762" h="175260">
                <a:moveTo>
                  <a:pt x="0" y="0"/>
                </a:moveTo>
                <a:lnTo>
                  <a:pt x="0" y="175260"/>
                </a:lnTo>
              </a:path>
            </a:pathLst>
          </a:custGeom>
          <a:noFill/>
          <a:ln w="7620">
            <a:solidFill>
              <a:srgbClr val="DDF6FF"/>
            </a:solidFill>
            <a:prstDash val="dash"/>
          </a:ln>
        </p:spPr>
      </p:sp>
      <p:sp>
        <p:nvSpPr>
          <p:cNvPr id="64" name="任务编排顺序3 箭头">
            <a:extLst>
              <a:ext uri="{FF2B5EF4-FFF2-40B4-BE49-F238E27FC236}">
                <a16:creationId xmlns:a16="http://schemas.microsoft.com/office/drawing/2014/main" id="{520C41B1-6FF4-452C-9358-4B1D3CAEC7C2}"/>
              </a:ext>
            </a:extLst>
          </p:cNvPr>
          <p:cNvSpPr>
            <a:spLocks noGrp="1"/>
          </p:cNvSpPr>
          <p:nvPr/>
        </p:nvSpPr>
        <p:spPr>
          <a:xfrm>
            <a:off x="7658100" y="4198620"/>
            <a:ext cx="45720" cy="38100"/>
          </a:xfrm>
          <a:custGeom>
            <a:avLst/>
            <a:gdLst/>
            <a:ahLst/>
            <a:cxnLst/>
            <a:rect l="0" t="0" r="0" b="0"/>
            <a:pathLst>
              <a:path w="45720" h="38100">
                <a:moveTo>
                  <a:pt x="22860" y="38100"/>
                </a:moveTo>
                <a:lnTo>
                  <a:pt x="45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DDF6FF"/>
          </a:solidFill>
          <a:ln w="1524">
            <a:solidFill>
              <a:srgbClr val="DDF6FF"/>
            </a:solidFill>
            <a:prstDash val="solid"/>
          </a:ln>
        </p:spPr>
      </p:sp>
      <p:sp>
        <p:nvSpPr>
          <p:cNvPr id="65" name="任务编排步骤4">
            <a:extLst>
              <a:ext uri="{FF2B5EF4-FFF2-40B4-BE49-F238E27FC236}">
                <a16:creationId xmlns:a16="http://schemas.microsoft.com/office/drawing/2014/main" id="{938A4226-80B3-4CB9-B0FE-1AB5AFAAFD72}"/>
              </a:ext>
            </a:extLst>
          </p:cNvPr>
          <p:cNvSpPr>
            <a:spLocks noGrp="1"/>
          </p:cNvSpPr>
          <p:nvPr/>
        </p:nvSpPr>
        <p:spPr>
          <a:xfrm>
            <a:off x="7345680" y="4267200"/>
            <a:ext cx="6705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状态流转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74493271-01AE-44B8-8FF4-A921B299692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520940" y="4549140"/>
            <a:ext cx="312420" cy="281940"/>
          </a:xfrm>
          <a:prstGeom prst="rect">
            <a:avLst/>
          </a:prstGeom>
        </p:spPr>
      </p:pic>
      <p:sp>
        <p:nvSpPr>
          <p:cNvPr id="67" name="专业执行列">
            <a:extLst>
              <a:ext uri="{FF2B5EF4-FFF2-40B4-BE49-F238E27FC236}">
                <a16:creationId xmlns:a16="http://schemas.microsoft.com/office/drawing/2014/main" id="{4EE593E6-5F3C-4514-A99A-C165E4309E4D}"/>
              </a:ext>
            </a:extLst>
          </p:cNvPr>
          <p:cNvSpPr>
            <a:spLocks noGrp="1"/>
          </p:cNvSpPr>
          <p:nvPr/>
        </p:nvSpPr>
        <p:spPr>
          <a:xfrm>
            <a:off x="8252460" y="1135380"/>
            <a:ext cx="975360" cy="3832860"/>
          </a:xfrm>
          <a:prstGeom prst="roundRect">
            <a:avLst>
              <a:gd name="adj" fmla="val 5469"/>
            </a:avLst>
          </a:prstGeom>
          <a:gradFill>
            <a:gsLst>
              <a:gs pos="0">
                <a:srgbClr val="052A45"/>
              </a:gs>
              <a:gs pos="100000">
                <a:srgbClr val="052137"/>
              </a:gs>
            </a:gsLst>
            <a:lin ang="5400000"/>
          </a:gradFill>
          <a:ln w="7620">
            <a:solidFill>
              <a:srgbClr val="4EA1C8"/>
            </a:solidFill>
            <a:prstDash val="solid"/>
          </a:ln>
        </p:spPr>
      </p:sp>
      <p:sp>
        <p:nvSpPr>
          <p:cNvPr id="68" name="专业执行标题">
            <a:extLst>
              <a:ext uri="{FF2B5EF4-FFF2-40B4-BE49-F238E27FC236}">
                <a16:creationId xmlns:a16="http://schemas.microsoft.com/office/drawing/2014/main" id="{EFEA0A05-92B9-42CD-A5B6-984912072A38}"/>
              </a:ext>
            </a:extLst>
          </p:cNvPr>
          <p:cNvSpPr>
            <a:spLocks noGrp="1"/>
          </p:cNvSpPr>
          <p:nvPr/>
        </p:nvSpPr>
        <p:spPr>
          <a:xfrm>
            <a:off x="8305800" y="1203960"/>
            <a:ext cx="86868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rPr>
              <a:t>专业执行</a:t>
            </a:r>
          </a:p>
        </p:txBody>
      </p:sp>
      <p:sp>
        <p:nvSpPr>
          <p:cNvPr id="69" name="专业执行卡片1">
            <a:extLst>
              <a:ext uri="{FF2B5EF4-FFF2-40B4-BE49-F238E27FC236}">
                <a16:creationId xmlns:a16="http://schemas.microsoft.com/office/drawing/2014/main" id="{59A69BDD-43AA-4FD8-AFFE-F936278283FB}"/>
              </a:ext>
            </a:extLst>
          </p:cNvPr>
          <p:cNvSpPr>
            <a:spLocks noGrp="1"/>
          </p:cNvSpPr>
          <p:nvPr/>
        </p:nvSpPr>
        <p:spPr>
          <a:xfrm>
            <a:off x="8313420" y="1546860"/>
            <a:ext cx="85344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B5949AF6-DED2-43AB-8B5A-AE2BD05BC24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8374380" y="1653540"/>
            <a:ext cx="274320" cy="281940"/>
          </a:xfrm>
          <a:prstGeom prst="rect">
            <a:avLst/>
          </a:prstGeom>
        </p:spPr>
      </p:pic>
      <p:sp>
        <p:nvSpPr>
          <p:cNvPr id="71" name="专业执行标签1">
            <a:extLst>
              <a:ext uri="{FF2B5EF4-FFF2-40B4-BE49-F238E27FC236}">
                <a16:creationId xmlns:a16="http://schemas.microsoft.com/office/drawing/2014/main" id="{47BFFDCE-ECFF-4B19-970D-D63196DADD3A}"/>
              </a:ext>
            </a:extLst>
          </p:cNvPr>
          <p:cNvSpPr>
            <a:spLocks noGrp="1"/>
          </p:cNvSpPr>
          <p:nvPr/>
        </p:nvSpPr>
        <p:spPr>
          <a:xfrm>
            <a:off x="8648700" y="1592580"/>
            <a:ext cx="52578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Excel 识别</a:t>
            </a:r>
          </a:p>
        </p:txBody>
      </p:sp>
      <p:sp>
        <p:nvSpPr>
          <p:cNvPr id="72" name="专业执行下箭头1 连接线">
            <a:extLst>
              <a:ext uri="{FF2B5EF4-FFF2-40B4-BE49-F238E27FC236}">
                <a16:creationId xmlns:a16="http://schemas.microsoft.com/office/drawing/2014/main" id="{B12F3AB6-C7E9-4828-9502-A7942006AEC8}"/>
              </a:ext>
            </a:extLst>
          </p:cNvPr>
          <p:cNvSpPr>
            <a:spLocks noGrp="1"/>
          </p:cNvSpPr>
          <p:nvPr/>
        </p:nvSpPr>
        <p:spPr>
          <a:xfrm>
            <a:off x="8770620" y="2019300"/>
            <a:ext cx="762" cy="60960"/>
          </a:xfrm>
          <a:custGeom>
            <a:avLst/>
            <a:gdLst/>
            <a:ahLst/>
            <a:cxnLst/>
            <a:rect l="0" t="0" r="0" b="0"/>
            <a:pathLst>
              <a:path w="762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620">
            <a:solidFill>
              <a:srgbClr val="78A8C1"/>
            </a:solidFill>
            <a:prstDash val="solid"/>
          </a:ln>
        </p:spPr>
      </p:sp>
      <p:sp>
        <p:nvSpPr>
          <p:cNvPr id="73" name="专业执行下箭头1 箭头">
            <a:extLst>
              <a:ext uri="{FF2B5EF4-FFF2-40B4-BE49-F238E27FC236}">
                <a16:creationId xmlns:a16="http://schemas.microsoft.com/office/drawing/2014/main" id="{ACAD8E0E-2EE6-4222-AEDE-27A167886AB4}"/>
              </a:ext>
            </a:extLst>
          </p:cNvPr>
          <p:cNvSpPr>
            <a:spLocks noGrp="1"/>
          </p:cNvSpPr>
          <p:nvPr/>
        </p:nvSpPr>
        <p:spPr>
          <a:xfrm>
            <a:off x="8752332" y="2049780"/>
            <a:ext cx="36576" cy="30480"/>
          </a:xfrm>
          <a:custGeom>
            <a:avLst/>
            <a:gdLst/>
            <a:ahLst/>
            <a:cxnLst/>
            <a:rect l="0" t="0" r="0" b="0"/>
            <a:pathLst>
              <a:path w="36576" h="30480">
                <a:moveTo>
                  <a:pt x="18288" y="30480"/>
                </a:moveTo>
                <a:lnTo>
                  <a:pt x="36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78A8C1"/>
          </a:solidFill>
          <a:ln w="1524">
            <a:solidFill>
              <a:srgbClr val="78A8C1"/>
            </a:solidFill>
            <a:prstDash val="solid"/>
          </a:ln>
        </p:spPr>
      </p:sp>
      <p:sp>
        <p:nvSpPr>
          <p:cNvPr id="74" name="专业执行卡片2">
            <a:extLst>
              <a:ext uri="{FF2B5EF4-FFF2-40B4-BE49-F238E27FC236}">
                <a16:creationId xmlns:a16="http://schemas.microsoft.com/office/drawing/2014/main" id="{F81A8316-483E-489F-98EA-BA8CB4B50D15}"/>
              </a:ext>
            </a:extLst>
          </p:cNvPr>
          <p:cNvSpPr>
            <a:spLocks noGrp="1"/>
          </p:cNvSpPr>
          <p:nvPr/>
        </p:nvSpPr>
        <p:spPr>
          <a:xfrm>
            <a:off x="8313420" y="2095500"/>
            <a:ext cx="85344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9E8611D6-44B1-46EF-95AE-896F6D2813D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8374380" y="2194560"/>
            <a:ext cx="281940" cy="289560"/>
          </a:xfrm>
          <a:prstGeom prst="rect">
            <a:avLst/>
          </a:prstGeom>
        </p:spPr>
      </p:pic>
      <p:sp>
        <p:nvSpPr>
          <p:cNvPr id="76" name="专业执行标签2">
            <a:extLst>
              <a:ext uri="{FF2B5EF4-FFF2-40B4-BE49-F238E27FC236}">
                <a16:creationId xmlns:a16="http://schemas.microsoft.com/office/drawing/2014/main" id="{175C1C4A-8561-498E-9978-370487F8CA6C}"/>
              </a:ext>
            </a:extLst>
          </p:cNvPr>
          <p:cNvSpPr>
            <a:spLocks noGrp="1"/>
          </p:cNvSpPr>
          <p:nvPr/>
        </p:nvSpPr>
        <p:spPr>
          <a:xfrm>
            <a:off x="8648700" y="2141220"/>
            <a:ext cx="52578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AI填价</a:t>
            </a:r>
          </a:p>
        </p:txBody>
      </p:sp>
      <p:sp>
        <p:nvSpPr>
          <p:cNvPr id="77" name="专业执行下箭头2 连接线">
            <a:extLst>
              <a:ext uri="{FF2B5EF4-FFF2-40B4-BE49-F238E27FC236}">
                <a16:creationId xmlns:a16="http://schemas.microsoft.com/office/drawing/2014/main" id="{AE86DE75-3505-46A8-80C5-A39E00FFCBA2}"/>
              </a:ext>
            </a:extLst>
          </p:cNvPr>
          <p:cNvSpPr>
            <a:spLocks noGrp="1"/>
          </p:cNvSpPr>
          <p:nvPr/>
        </p:nvSpPr>
        <p:spPr>
          <a:xfrm>
            <a:off x="8770620" y="2567940"/>
            <a:ext cx="762" cy="60960"/>
          </a:xfrm>
          <a:custGeom>
            <a:avLst/>
            <a:gdLst/>
            <a:ahLst/>
            <a:cxnLst/>
            <a:rect l="0" t="0" r="0" b="0"/>
            <a:pathLst>
              <a:path w="762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620">
            <a:solidFill>
              <a:srgbClr val="78A8C1"/>
            </a:solidFill>
            <a:prstDash val="solid"/>
          </a:ln>
        </p:spPr>
      </p:sp>
      <p:sp>
        <p:nvSpPr>
          <p:cNvPr id="78" name="专业执行下箭头2 箭头">
            <a:extLst>
              <a:ext uri="{FF2B5EF4-FFF2-40B4-BE49-F238E27FC236}">
                <a16:creationId xmlns:a16="http://schemas.microsoft.com/office/drawing/2014/main" id="{6ADC7F19-5527-4972-BF69-93C5413FE9BB}"/>
              </a:ext>
            </a:extLst>
          </p:cNvPr>
          <p:cNvSpPr>
            <a:spLocks noGrp="1"/>
          </p:cNvSpPr>
          <p:nvPr/>
        </p:nvSpPr>
        <p:spPr>
          <a:xfrm>
            <a:off x="8752332" y="2598420"/>
            <a:ext cx="36576" cy="30480"/>
          </a:xfrm>
          <a:custGeom>
            <a:avLst/>
            <a:gdLst/>
            <a:ahLst/>
            <a:cxnLst/>
            <a:rect l="0" t="0" r="0" b="0"/>
            <a:pathLst>
              <a:path w="36576" h="30480">
                <a:moveTo>
                  <a:pt x="18288" y="30480"/>
                </a:moveTo>
                <a:lnTo>
                  <a:pt x="36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78A8C1"/>
          </a:solidFill>
          <a:ln w="1524">
            <a:solidFill>
              <a:srgbClr val="78A8C1"/>
            </a:solidFill>
            <a:prstDash val="solid"/>
          </a:ln>
        </p:spPr>
      </p:sp>
      <p:sp>
        <p:nvSpPr>
          <p:cNvPr id="79" name="专业执行卡片3">
            <a:extLst>
              <a:ext uri="{FF2B5EF4-FFF2-40B4-BE49-F238E27FC236}">
                <a16:creationId xmlns:a16="http://schemas.microsoft.com/office/drawing/2014/main" id="{96298C24-E082-4F25-B6A1-C3637FE4EF78}"/>
              </a:ext>
            </a:extLst>
          </p:cNvPr>
          <p:cNvSpPr>
            <a:spLocks noGrp="1"/>
          </p:cNvSpPr>
          <p:nvPr/>
        </p:nvSpPr>
        <p:spPr>
          <a:xfrm>
            <a:off x="8313420" y="2644140"/>
            <a:ext cx="85344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80" name="图片 79">
            <a:extLst>
              <a:ext uri="{FF2B5EF4-FFF2-40B4-BE49-F238E27FC236}">
                <a16:creationId xmlns:a16="http://schemas.microsoft.com/office/drawing/2014/main" id="{9E87E1DE-1DF0-480F-ADE7-C27B02F8FC2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8374380" y="2735580"/>
            <a:ext cx="289560" cy="304800"/>
          </a:xfrm>
          <a:prstGeom prst="rect">
            <a:avLst/>
          </a:prstGeom>
        </p:spPr>
      </p:pic>
      <p:sp>
        <p:nvSpPr>
          <p:cNvPr id="81" name="专业执行标签3">
            <a:extLst>
              <a:ext uri="{FF2B5EF4-FFF2-40B4-BE49-F238E27FC236}">
                <a16:creationId xmlns:a16="http://schemas.microsoft.com/office/drawing/2014/main" id="{0BF3188B-8F3E-4B57-A59D-408DFAADA8D8}"/>
              </a:ext>
            </a:extLst>
          </p:cNvPr>
          <p:cNvSpPr>
            <a:spLocks noGrp="1"/>
          </p:cNvSpPr>
          <p:nvPr/>
        </p:nvSpPr>
        <p:spPr>
          <a:xfrm>
            <a:off x="8648700" y="2689860"/>
            <a:ext cx="52578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批量匹配</a:t>
            </a:r>
          </a:p>
        </p:txBody>
      </p:sp>
      <p:sp>
        <p:nvSpPr>
          <p:cNvPr id="82" name="专业执行下箭头3 连接线">
            <a:extLst>
              <a:ext uri="{FF2B5EF4-FFF2-40B4-BE49-F238E27FC236}">
                <a16:creationId xmlns:a16="http://schemas.microsoft.com/office/drawing/2014/main" id="{DD477FC6-0877-4C64-BB57-7F1E685A6765}"/>
              </a:ext>
            </a:extLst>
          </p:cNvPr>
          <p:cNvSpPr>
            <a:spLocks noGrp="1"/>
          </p:cNvSpPr>
          <p:nvPr/>
        </p:nvSpPr>
        <p:spPr>
          <a:xfrm>
            <a:off x="8770620" y="3116580"/>
            <a:ext cx="762" cy="60960"/>
          </a:xfrm>
          <a:custGeom>
            <a:avLst/>
            <a:gdLst/>
            <a:ahLst/>
            <a:cxnLst/>
            <a:rect l="0" t="0" r="0" b="0"/>
            <a:pathLst>
              <a:path w="762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620">
            <a:solidFill>
              <a:srgbClr val="78A8C1"/>
            </a:solidFill>
            <a:prstDash val="solid"/>
          </a:ln>
        </p:spPr>
      </p:sp>
      <p:sp>
        <p:nvSpPr>
          <p:cNvPr id="83" name="专业执行下箭头3 箭头">
            <a:extLst>
              <a:ext uri="{FF2B5EF4-FFF2-40B4-BE49-F238E27FC236}">
                <a16:creationId xmlns:a16="http://schemas.microsoft.com/office/drawing/2014/main" id="{A7B4CBE1-EDE0-49EE-8FCC-EDC0DDFEEAFC}"/>
              </a:ext>
            </a:extLst>
          </p:cNvPr>
          <p:cNvSpPr>
            <a:spLocks noGrp="1"/>
          </p:cNvSpPr>
          <p:nvPr/>
        </p:nvSpPr>
        <p:spPr>
          <a:xfrm>
            <a:off x="8752332" y="3147060"/>
            <a:ext cx="36576" cy="30480"/>
          </a:xfrm>
          <a:custGeom>
            <a:avLst/>
            <a:gdLst/>
            <a:ahLst/>
            <a:cxnLst/>
            <a:rect l="0" t="0" r="0" b="0"/>
            <a:pathLst>
              <a:path w="36576" h="30480">
                <a:moveTo>
                  <a:pt x="18288" y="30480"/>
                </a:moveTo>
                <a:lnTo>
                  <a:pt x="36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78A8C1"/>
          </a:solidFill>
          <a:ln w="1524">
            <a:solidFill>
              <a:srgbClr val="78A8C1"/>
            </a:solidFill>
            <a:prstDash val="solid"/>
          </a:ln>
        </p:spPr>
      </p:sp>
      <p:sp>
        <p:nvSpPr>
          <p:cNvPr id="84" name="专业执行卡片4">
            <a:extLst>
              <a:ext uri="{FF2B5EF4-FFF2-40B4-BE49-F238E27FC236}">
                <a16:creationId xmlns:a16="http://schemas.microsoft.com/office/drawing/2014/main" id="{8BED462A-E2DC-4346-8868-65826DC00A9C}"/>
              </a:ext>
            </a:extLst>
          </p:cNvPr>
          <p:cNvSpPr>
            <a:spLocks noGrp="1"/>
          </p:cNvSpPr>
          <p:nvPr/>
        </p:nvSpPr>
        <p:spPr>
          <a:xfrm>
            <a:off x="8313420" y="3192780"/>
            <a:ext cx="85344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5AED0737-C074-4DE3-8D5D-ECB269A4D87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8366760" y="3268980"/>
            <a:ext cx="304800" cy="297180"/>
          </a:xfrm>
          <a:prstGeom prst="rect">
            <a:avLst/>
          </a:prstGeom>
        </p:spPr>
      </p:pic>
      <p:sp>
        <p:nvSpPr>
          <p:cNvPr id="86" name="专业执行标签4">
            <a:extLst>
              <a:ext uri="{FF2B5EF4-FFF2-40B4-BE49-F238E27FC236}">
                <a16:creationId xmlns:a16="http://schemas.microsoft.com/office/drawing/2014/main" id="{7D24D079-E661-497B-B415-F2EF7CB96B8E}"/>
              </a:ext>
            </a:extLst>
          </p:cNvPr>
          <p:cNvSpPr>
            <a:spLocks noGrp="1"/>
          </p:cNvSpPr>
          <p:nvPr/>
        </p:nvSpPr>
        <p:spPr>
          <a:xfrm>
            <a:off x="8648700" y="3238500"/>
            <a:ext cx="52578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风险预警</a:t>
            </a:r>
          </a:p>
        </p:txBody>
      </p:sp>
      <p:sp>
        <p:nvSpPr>
          <p:cNvPr id="87" name="专业执行下箭头4 连接线">
            <a:extLst>
              <a:ext uri="{FF2B5EF4-FFF2-40B4-BE49-F238E27FC236}">
                <a16:creationId xmlns:a16="http://schemas.microsoft.com/office/drawing/2014/main" id="{BDDC425C-1F74-43C8-9890-229DB730DE1F}"/>
              </a:ext>
            </a:extLst>
          </p:cNvPr>
          <p:cNvSpPr>
            <a:spLocks noGrp="1"/>
          </p:cNvSpPr>
          <p:nvPr/>
        </p:nvSpPr>
        <p:spPr>
          <a:xfrm>
            <a:off x="8770620" y="3665220"/>
            <a:ext cx="762" cy="60960"/>
          </a:xfrm>
          <a:custGeom>
            <a:avLst/>
            <a:gdLst/>
            <a:ahLst/>
            <a:cxnLst/>
            <a:rect l="0" t="0" r="0" b="0"/>
            <a:pathLst>
              <a:path w="762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620">
            <a:solidFill>
              <a:srgbClr val="78A8C1"/>
            </a:solidFill>
            <a:prstDash val="solid"/>
          </a:ln>
        </p:spPr>
      </p:sp>
      <p:sp>
        <p:nvSpPr>
          <p:cNvPr id="88" name="专业执行下箭头4 箭头">
            <a:extLst>
              <a:ext uri="{FF2B5EF4-FFF2-40B4-BE49-F238E27FC236}">
                <a16:creationId xmlns:a16="http://schemas.microsoft.com/office/drawing/2014/main" id="{7EB5CB77-4887-481B-9C1C-1893BE67EE13}"/>
              </a:ext>
            </a:extLst>
          </p:cNvPr>
          <p:cNvSpPr>
            <a:spLocks noGrp="1"/>
          </p:cNvSpPr>
          <p:nvPr/>
        </p:nvSpPr>
        <p:spPr>
          <a:xfrm>
            <a:off x="8752332" y="3695700"/>
            <a:ext cx="36576" cy="30480"/>
          </a:xfrm>
          <a:custGeom>
            <a:avLst/>
            <a:gdLst/>
            <a:ahLst/>
            <a:cxnLst/>
            <a:rect l="0" t="0" r="0" b="0"/>
            <a:pathLst>
              <a:path w="36576" h="30480">
                <a:moveTo>
                  <a:pt x="18288" y="30480"/>
                </a:moveTo>
                <a:lnTo>
                  <a:pt x="36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78A8C1"/>
          </a:solidFill>
          <a:ln w="1524">
            <a:solidFill>
              <a:srgbClr val="78A8C1"/>
            </a:solidFill>
            <a:prstDash val="solid"/>
          </a:ln>
        </p:spPr>
      </p:sp>
      <p:sp>
        <p:nvSpPr>
          <p:cNvPr id="89" name="专业执行卡片5">
            <a:extLst>
              <a:ext uri="{FF2B5EF4-FFF2-40B4-BE49-F238E27FC236}">
                <a16:creationId xmlns:a16="http://schemas.microsoft.com/office/drawing/2014/main" id="{024519AB-6386-44D1-8348-8A2D019D1A40}"/>
              </a:ext>
            </a:extLst>
          </p:cNvPr>
          <p:cNvSpPr>
            <a:spLocks noGrp="1"/>
          </p:cNvSpPr>
          <p:nvPr/>
        </p:nvSpPr>
        <p:spPr>
          <a:xfrm>
            <a:off x="8313420" y="3741420"/>
            <a:ext cx="85344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368A2D01-B917-4872-B858-F108A7C79C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8366760" y="3832860"/>
            <a:ext cx="297180" cy="281940"/>
          </a:xfrm>
          <a:prstGeom prst="rect">
            <a:avLst/>
          </a:prstGeom>
        </p:spPr>
      </p:pic>
      <p:sp>
        <p:nvSpPr>
          <p:cNvPr id="91" name="专业执行标签5">
            <a:extLst>
              <a:ext uri="{FF2B5EF4-FFF2-40B4-BE49-F238E27FC236}">
                <a16:creationId xmlns:a16="http://schemas.microsoft.com/office/drawing/2014/main" id="{CB6AF7EC-5434-42B8-8F22-037457A9FA15}"/>
              </a:ext>
            </a:extLst>
          </p:cNvPr>
          <p:cNvSpPr>
            <a:spLocks noGrp="1"/>
          </p:cNvSpPr>
          <p:nvPr/>
        </p:nvSpPr>
        <p:spPr>
          <a:xfrm>
            <a:off x="8648700" y="3787140"/>
            <a:ext cx="52578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问问智算</a:t>
            </a:r>
          </a:p>
        </p:txBody>
      </p:sp>
      <p:sp>
        <p:nvSpPr>
          <p:cNvPr id="92" name="专业执行下箭头5 连接线">
            <a:extLst>
              <a:ext uri="{FF2B5EF4-FFF2-40B4-BE49-F238E27FC236}">
                <a16:creationId xmlns:a16="http://schemas.microsoft.com/office/drawing/2014/main" id="{7DA7B2BD-CF37-4E26-B897-8A7F0FA82783}"/>
              </a:ext>
            </a:extLst>
          </p:cNvPr>
          <p:cNvSpPr>
            <a:spLocks noGrp="1"/>
          </p:cNvSpPr>
          <p:nvPr/>
        </p:nvSpPr>
        <p:spPr>
          <a:xfrm>
            <a:off x="8770620" y="4213860"/>
            <a:ext cx="762" cy="60960"/>
          </a:xfrm>
          <a:custGeom>
            <a:avLst/>
            <a:gdLst/>
            <a:ahLst/>
            <a:cxnLst/>
            <a:rect l="0" t="0" r="0" b="0"/>
            <a:pathLst>
              <a:path w="762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620">
            <a:solidFill>
              <a:srgbClr val="78A8C1"/>
            </a:solidFill>
            <a:prstDash val="solid"/>
          </a:ln>
        </p:spPr>
      </p:sp>
      <p:sp>
        <p:nvSpPr>
          <p:cNvPr id="93" name="专业执行下箭头5 箭头">
            <a:extLst>
              <a:ext uri="{FF2B5EF4-FFF2-40B4-BE49-F238E27FC236}">
                <a16:creationId xmlns:a16="http://schemas.microsoft.com/office/drawing/2014/main" id="{E79FCDED-4B79-4745-A885-51076F480CD5}"/>
              </a:ext>
            </a:extLst>
          </p:cNvPr>
          <p:cNvSpPr>
            <a:spLocks noGrp="1"/>
          </p:cNvSpPr>
          <p:nvPr/>
        </p:nvSpPr>
        <p:spPr>
          <a:xfrm>
            <a:off x="8752332" y="4244340"/>
            <a:ext cx="36576" cy="30480"/>
          </a:xfrm>
          <a:custGeom>
            <a:avLst/>
            <a:gdLst/>
            <a:ahLst/>
            <a:cxnLst/>
            <a:rect l="0" t="0" r="0" b="0"/>
            <a:pathLst>
              <a:path w="36576" h="30480">
                <a:moveTo>
                  <a:pt x="18288" y="30480"/>
                </a:moveTo>
                <a:lnTo>
                  <a:pt x="36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78A8C1"/>
          </a:solidFill>
          <a:ln w="1524">
            <a:solidFill>
              <a:srgbClr val="78A8C1"/>
            </a:solidFill>
            <a:prstDash val="solid"/>
          </a:ln>
        </p:spPr>
      </p:sp>
      <p:sp>
        <p:nvSpPr>
          <p:cNvPr id="94" name="专业执行卡片6">
            <a:extLst>
              <a:ext uri="{FF2B5EF4-FFF2-40B4-BE49-F238E27FC236}">
                <a16:creationId xmlns:a16="http://schemas.microsoft.com/office/drawing/2014/main" id="{DD1FC2D0-20BA-4F55-ABEF-D023A0DF677B}"/>
              </a:ext>
            </a:extLst>
          </p:cNvPr>
          <p:cNvSpPr>
            <a:spLocks noGrp="1"/>
          </p:cNvSpPr>
          <p:nvPr/>
        </p:nvSpPr>
        <p:spPr>
          <a:xfrm>
            <a:off x="8313420" y="4290060"/>
            <a:ext cx="85344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95" name="图片 94">
            <a:extLst>
              <a:ext uri="{FF2B5EF4-FFF2-40B4-BE49-F238E27FC236}">
                <a16:creationId xmlns:a16="http://schemas.microsoft.com/office/drawing/2014/main" id="{C6398E17-7F51-4C9C-A63F-89036E78011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8374380" y="4381500"/>
            <a:ext cx="289560" cy="304800"/>
          </a:xfrm>
          <a:prstGeom prst="rect">
            <a:avLst/>
          </a:prstGeom>
        </p:spPr>
      </p:pic>
      <p:sp>
        <p:nvSpPr>
          <p:cNvPr id="96" name="专业执行标签6">
            <a:extLst>
              <a:ext uri="{FF2B5EF4-FFF2-40B4-BE49-F238E27FC236}">
                <a16:creationId xmlns:a16="http://schemas.microsoft.com/office/drawing/2014/main" id="{7DB2F099-FDED-4D93-954A-58DB95330382}"/>
              </a:ext>
            </a:extLst>
          </p:cNvPr>
          <p:cNvSpPr>
            <a:spLocks noGrp="1"/>
          </p:cNvSpPr>
          <p:nvPr/>
        </p:nvSpPr>
        <p:spPr>
          <a:xfrm>
            <a:off x="8648700" y="4335780"/>
            <a:ext cx="52578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报告生成</a:t>
            </a:r>
          </a:p>
        </p:txBody>
      </p:sp>
      <p:sp>
        <p:nvSpPr>
          <p:cNvPr id="97" name="可信门控列">
            <a:extLst>
              <a:ext uri="{FF2B5EF4-FFF2-40B4-BE49-F238E27FC236}">
                <a16:creationId xmlns:a16="http://schemas.microsoft.com/office/drawing/2014/main" id="{C2D5D876-AA27-4266-B918-727D4613D120}"/>
              </a:ext>
            </a:extLst>
          </p:cNvPr>
          <p:cNvSpPr>
            <a:spLocks noGrp="1"/>
          </p:cNvSpPr>
          <p:nvPr/>
        </p:nvSpPr>
        <p:spPr>
          <a:xfrm>
            <a:off x="9357360" y="1135380"/>
            <a:ext cx="967740" cy="3832860"/>
          </a:xfrm>
          <a:prstGeom prst="roundRect">
            <a:avLst>
              <a:gd name="adj" fmla="val 5512"/>
            </a:avLst>
          </a:prstGeom>
          <a:gradFill>
            <a:gsLst>
              <a:gs pos="0">
                <a:srgbClr val="052A45"/>
              </a:gs>
              <a:gs pos="100000">
                <a:srgbClr val="052137"/>
              </a:gs>
            </a:gsLst>
            <a:lin ang="5400000"/>
          </a:gradFill>
          <a:ln w="7620">
            <a:solidFill>
              <a:srgbClr val="4EA1C8"/>
            </a:solidFill>
            <a:prstDash val="solid"/>
          </a:ln>
        </p:spPr>
      </p:sp>
      <p:sp>
        <p:nvSpPr>
          <p:cNvPr id="98" name="可信门控标题">
            <a:extLst>
              <a:ext uri="{FF2B5EF4-FFF2-40B4-BE49-F238E27FC236}">
                <a16:creationId xmlns:a16="http://schemas.microsoft.com/office/drawing/2014/main" id="{244172EE-1ED7-4EB2-BEA4-A7AD06939134}"/>
              </a:ext>
            </a:extLst>
          </p:cNvPr>
          <p:cNvSpPr>
            <a:spLocks noGrp="1"/>
          </p:cNvSpPr>
          <p:nvPr/>
        </p:nvSpPr>
        <p:spPr>
          <a:xfrm>
            <a:off x="9410700" y="1203960"/>
            <a:ext cx="86106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rPr>
              <a:t>可信门控</a:t>
            </a:r>
          </a:p>
        </p:txBody>
      </p:sp>
      <p:sp>
        <p:nvSpPr>
          <p:cNvPr id="99" name="可信门控卡片1">
            <a:extLst>
              <a:ext uri="{FF2B5EF4-FFF2-40B4-BE49-F238E27FC236}">
                <a16:creationId xmlns:a16="http://schemas.microsoft.com/office/drawing/2014/main" id="{9A59075D-B4C2-45F8-BD5E-F7DC534A60E0}"/>
              </a:ext>
            </a:extLst>
          </p:cNvPr>
          <p:cNvSpPr>
            <a:spLocks noGrp="1"/>
          </p:cNvSpPr>
          <p:nvPr/>
        </p:nvSpPr>
        <p:spPr>
          <a:xfrm>
            <a:off x="9418320" y="1546860"/>
            <a:ext cx="84582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100" name="图片 99">
            <a:extLst>
              <a:ext uri="{FF2B5EF4-FFF2-40B4-BE49-F238E27FC236}">
                <a16:creationId xmlns:a16="http://schemas.microsoft.com/office/drawing/2014/main" id="{F5DA488F-7AE1-4657-A49A-62C21063C8D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9494520" y="1653540"/>
            <a:ext cx="251460" cy="289560"/>
          </a:xfrm>
          <a:prstGeom prst="rect">
            <a:avLst/>
          </a:prstGeom>
        </p:spPr>
      </p:pic>
      <p:sp>
        <p:nvSpPr>
          <p:cNvPr id="101" name="可信门控标签1">
            <a:extLst>
              <a:ext uri="{FF2B5EF4-FFF2-40B4-BE49-F238E27FC236}">
                <a16:creationId xmlns:a16="http://schemas.microsoft.com/office/drawing/2014/main" id="{C377287F-991E-4D51-AA02-1B4B33E9A0BF}"/>
              </a:ext>
            </a:extLst>
          </p:cNvPr>
          <p:cNvSpPr>
            <a:spLocks noGrp="1"/>
          </p:cNvSpPr>
          <p:nvPr/>
        </p:nvSpPr>
        <p:spPr>
          <a:xfrm>
            <a:off x="9753600" y="1592580"/>
            <a:ext cx="51816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结构化</a:t>
            </a:r>
          </a:p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规则优先</a:t>
            </a:r>
          </a:p>
        </p:txBody>
      </p:sp>
      <p:sp>
        <p:nvSpPr>
          <p:cNvPr id="102" name="可信门控卡片2">
            <a:extLst>
              <a:ext uri="{FF2B5EF4-FFF2-40B4-BE49-F238E27FC236}">
                <a16:creationId xmlns:a16="http://schemas.microsoft.com/office/drawing/2014/main" id="{CE3AC437-2EB6-47B5-8445-905E0E0830D8}"/>
              </a:ext>
            </a:extLst>
          </p:cNvPr>
          <p:cNvSpPr>
            <a:spLocks noGrp="1"/>
          </p:cNvSpPr>
          <p:nvPr/>
        </p:nvSpPr>
        <p:spPr>
          <a:xfrm>
            <a:off x="9418320" y="2095500"/>
            <a:ext cx="84582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103" name="图片 102">
            <a:extLst>
              <a:ext uri="{FF2B5EF4-FFF2-40B4-BE49-F238E27FC236}">
                <a16:creationId xmlns:a16="http://schemas.microsoft.com/office/drawing/2014/main" id="{528C634C-8A1A-4F22-BB77-9DD3969B2E6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9502140" y="2202180"/>
            <a:ext cx="251460" cy="274320"/>
          </a:xfrm>
          <a:prstGeom prst="rect">
            <a:avLst/>
          </a:prstGeom>
        </p:spPr>
      </p:pic>
      <p:sp>
        <p:nvSpPr>
          <p:cNvPr id="104" name="可信门控标签2">
            <a:extLst>
              <a:ext uri="{FF2B5EF4-FFF2-40B4-BE49-F238E27FC236}">
                <a16:creationId xmlns:a16="http://schemas.microsoft.com/office/drawing/2014/main" id="{388F5D57-731D-4642-B9E2-7A510A7665AC}"/>
              </a:ext>
            </a:extLst>
          </p:cNvPr>
          <p:cNvSpPr>
            <a:spLocks noGrp="1"/>
          </p:cNvSpPr>
          <p:nvPr/>
        </p:nvSpPr>
        <p:spPr>
          <a:xfrm>
            <a:off x="9753600" y="2141220"/>
            <a:ext cx="51816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模型解释</a:t>
            </a:r>
          </a:p>
        </p:txBody>
      </p:sp>
      <p:sp>
        <p:nvSpPr>
          <p:cNvPr id="105" name="可信门控卡片3">
            <a:extLst>
              <a:ext uri="{FF2B5EF4-FFF2-40B4-BE49-F238E27FC236}">
                <a16:creationId xmlns:a16="http://schemas.microsoft.com/office/drawing/2014/main" id="{79771EBE-791B-4549-8690-200DABCD6830}"/>
              </a:ext>
            </a:extLst>
          </p:cNvPr>
          <p:cNvSpPr>
            <a:spLocks noGrp="1"/>
          </p:cNvSpPr>
          <p:nvPr/>
        </p:nvSpPr>
        <p:spPr>
          <a:xfrm>
            <a:off x="9418320" y="2644140"/>
            <a:ext cx="84582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106" name="图片 105">
            <a:extLst>
              <a:ext uri="{FF2B5EF4-FFF2-40B4-BE49-F238E27FC236}">
                <a16:creationId xmlns:a16="http://schemas.microsoft.com/office/drawing/2014/main" id="{F0F0F76F-139A-426B-B24E-E68DFA52788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9494520" y="2743200"/>
            <a:ext cx="281940" cy="281940"/>
          </a:xfrm>
          <a:prstGeom prst="rect">
            <a:avLst/>
          </a:prstGeom>
        </p:spPr>
      </p:pic>
      <p:sp>
        <p:nvSpPr>
          <p:cNvPr id="107" name="可信门控标签3">
            <a:extLst>
              <a:ext uri="{FF2B5EF4-FFF2-40B4-BE49-F238E27FC236}">
                <a16:creationId xmlns:a16="http://schemas.microsoft.com/office/drawing/2014/main" id="{EBC45881-57DD-48F3-B040-8C7F85CCF96B}"/>
              </a:ext>
            </a:extLst>
          </p:cNvPr>
          <p:cNvSpPr>
            <a:spLocks noGrp="1"/>
          </p:cNvSpPr>
          <p:nvPr/>
        </p:nvSpPr>
        <p:spPr>
          <a:xfrm>
            <a:off x="9753600" y="2689860"/>
            <a:ext cx="51816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人工确认</a:t>
            </a:r>
          </a:p>
        </p:txBody>
      </p:sp>
      <p:sp>
        <p:nvSpPr>
          <p:cNvPr id="108" name="可信门控卡片4">
            <a:extLst>
              <a:ext uri="{FF2B5EF4-FFF2-40B4-BE49-F238E27FC236}">
                <a16:creationId xmlns:a16="http://schemas.microsoft.com/office/drawing/2014/main" id="{806804C8-10ED-4D50-B39E-7D01F09963B0}"/>
              </a:ext>
            </a:extLst>
          </p:cNvPr>
          <p:cNvSpPr>
            <a:spLocks noGrp="1"/>
          </p:cNvSpPr>
          <p:nvPr/>
        </p:nvSpPr>
        <p:spPr>
          <a:xfrm>
            <a:off x="9418320" y="3192780"/>
            <a:ext cx="84582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109" name="图片 108">
            <a:extLst>
              <a:ext uri="{FF2B5EF4-FFF2-40B4-BE49-F238E27FC236}">
                <a16:creationId xmlns:a16="http://schemas.microsoft.com/office/drawing/2014/main" id="{01FBADC1-EDD4-4757-A6B1-13DE544985F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9486900" y="3284220"/>
            <a:ext cx="281940" cy="281940"/>
          </a:xfrm>
          <a:prstGeom prst="rect">
            <a:avLst/>
          </a:prstGeom>
        </p:spPr>
      </p:pic>
      <p:sp>
        <p:nvSpPr>
          <p:cNvPr id="110" name="可信门控标签4">
            <a:extLst>
              <a:ext uri="{FF2B5EF4-FFF2-40B4-BE49-F238E27FC236}">
                <a16:creationId xmlns:a16="http://schemas.microsoft.com/office/drawing/2014/main" id="{FDFD0100-5BDE-45BA-9E7D-8612B5942E49}"/>
              </a:ext>
            </a:extLst>
          </p:cNvPr>
          <p:cNvSpPr>
            <a:spLocks noGrp="1"/>
          </p:cNvSpPr>
          <p:nvPr/>
        </p:nvSpPr>
        <p:spPr>
          <a:xfrm>
            <a:off x="9753600" y="3238500"/>
            <a:ext cx="51816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多人复核</a:t>
            </a:r>
          </a:p>
        </p:txBody>
      </p:sp>
      <p:sp>
        <p:nvSpPr>
          <p:cNvPr id="111" name="可信门控卡片5">
            <a:extLst>
              <a:ext uri="{FF2B5EF4-FFF2-40B4-BE49-F238E27FC236}">
                <a16:creationId xmlns:a16="http://schemas.microsoft.com/office/drawing/2014/main" id="{D9FFEF00-4071-4E0A-ABA5-69AF8F284683}"/>
              </a:ext>
            </a:extLst>
          </p:cNvPr>
          <p:cNvSpPr>
            <a:spLocks noGrp="1"/>
          </p:cNvSpPr>
          <p:nvPr/>
        </p:nvSpPr>
        <p:spPr>
          <a:xfrm>
            <a:off x="9418320" y="3741420"/>
            <a:ext cx="84582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112" name="图片 111">
            <a:extLst>
              <a:ext uri="{FF2B5EF4-FFF2-40B4-BE49-F238E27FC236}">
                <a16:creationId xmlns:a16="http://schemas.microsoft.com/office/drawing/2014/main" id="{97CFEF4B-B1EE-4EB3-A62B-6C3F89FBC95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9502140" y="3840480"/>
            <a:ext cx="259080" cy="274320"/>
          </a:xfrm>
          <a:prstGeom prst="rect">
            <a:avLst/>
          </a:prstGeom>
        </p:spPr>
      </p:pic>
      <p:sp>
        <p:nvSpPr>
          <p:cNvPr id="113" name="可信门控标签5">
            <a:extLst>
              <a:ext uri="{FF2B5EF4-FFF2-40B4-BE49-F238E27FC236}">
                <a16:creationId xmlns:a16="http://schemas.microsoft.com/office/drawing/2014/main" id="{B4DAA159-A74D-43CF-98EE-FC18810927FF}"/>
              </a:ext>
            </a:extLst>
          </p:cNvPr>
          <p:cNvSpPr>
            <a:spLocks noGrp="1"/>
          </p:cNvSpPr>
          <p:nvPr/>
        </p:nvSpPr>
        <p:spPr>
          <a:xfrm>
            <a:off x="9753600" y="3787140"/>
            <a:ext cx="51816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异常降级</a:t>
            </a:r>
          </a:p>
        </p:txBody>
      </p:sp>
      <p:sp>
        <p:nvSpPr>
          <p:cNvPr id="114" name="成果与追溯列">
            <a:extLst>
              <a:ext uri="{FF2B5EF4-FFF2-40B4-BE49-F238E27FC236}">
                <a16:creationId xmlns:a16="http://schemas.microsoft.com/office/drawing/2014/main" id="{2267DF76-79C6-41F4-A1BC-F6ED892DC97F}"/>
              </a:ext>
            </a:extLst>
          </p:cNvPr>
          <p:cNvSpPr>
            <a:spLocks noGrp="1"/>
          </p:cNvSpPr>
          <p:nvPr/>
        </p:nvSpPr>
        <p:spPr>
          <a:xfrm>
            <a:off x="10439400" y="1135380"/>
            <a:ext cx="975360" cy="3832860"/>
          </a:xfrm>
          <a:prstGeom prst="roundRect">
            <a:avLst>
              <a:gd name="adj" fmla="val 5469"/>
            </a:avLst>
          </a:prstGeom>
          <a:gradFill>
            <a:gsLst>
              <a:gs pos="0">
                <a:srgbClr val="052A45"/>
              </a:gs>
              <a:gs pos="100000">
                <a:srgbClr val="052137"/>
              </a:gs>
            </a:gsLst>
            <a:lin ang="5400000"/>
          </a:gradFill>
          <a:ln w="7620">
            <a:solidFill>
              <a:srgbClr val="4EA1C8"/>
            </a:solidFill>
            <a:prstDash val="solid"/>
          </a:ln>
        </p:spPr>
      </p:sp>
      <p:sp>
        <p:nvSpPr>
          <p:cNvPr id="115" name="成果与追溯标题">
            <a:extLst>
              <a:ext uri="{FF2B5EF4-FFF2-40B4-BE49-F238E27FC236}">
                <a16:creationId xmlns:a16="http://schemas.microsoft.com/office/drawing/2014/main" id="{84644E0E-4B4E-432B-8F67-F14464A374C5}"/>
              </a:ext>
            </a:extLst>
          </p:cNvPr>
          <p:cNvSpPr>
            <a:spLocks noGrp="1"/>
          </p:cNvSpPr>
          <p:nvPr/>
        </p:nvSpPr>
        <p:spPr>
          <a:xfrm>
            <a:off x="10492740" y="1203960"/>
            <a:ext cx="86868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1">
                <a:solidFill>
                  <a:srgbClr val="89EDF5"/>
                </a:solidFill>
                <a:latin typeface="Noto Sans CJK SC"/>
                <a:ea typeface="Noto Sans CJK SC"/>
                <a:cs typeface="Noto Sans CJK SC"/>
              </a:rPr>
              <a:t>成果与追溯</a:t>
            </a:r>
          </a:p>
        </p:txBody>
      </p:sp>
      <p:sp>
        <p:nvSpPr>
          <p:cNvPr id="116" name="成果与追溯卡片1">
            <a:extLst>
              <a:ext uri="{FF2B5EF4-FFF2-40B4-BE49-F238E27FC236}">
                <a16:creationId xmlns:a16="http://schemas.microsoft.com/office/drawing/2014/main" id="{3DBB93A4-6B8C-4C2C-A399-ACDA378EF76D}"/>
              </a:ext>
            </a:extLst>
          </p:cNvPr>
          <p:cNvSpPr>
            <a:spLocks noGrp="1"/>
          </p:cNvSpPr>
          <p:nvPr/>
        </p:nvSpPr>
        <p:spPr>
          <a:xfrm>
            <a:off x="10500360" y="1546860"/>
            <a:ext cx="85344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117" name="图片 116">
            <a:extLst>
              <a:ext uri="{FF2B5EF4-FFF2-40B4-BE49-F238E27FC236}">
                <a16:creationId xmlns:a16="http://schemas.microsoft.com/office/drawing/2014/main" id="{298DEDC5-1C71-4699-B242-54B0187A62C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10568940" y="1645920"/>
            <a:ext cx="259080" cy="281940"/>
          </a:xfrm>
          <a:prstGeom prst="rect">
            <a:avLst/>
          </a:prstGeom>
        </p:spPr>
      </p:pic>
      <p:sp>
        <p:nvSpPr>
          <p:cNvPr id="118" name="成果与追溯标签1">
            <a:extLst>
              <a:ext uri="{FF2B5EF4-FFF2-40B4-BE49-F238E27FC236}">
                <a16:creationId xmlns:a16="http://schemas.microsoft.com/office/drawing/2014/main" id="{D1E2744C-E09C-48ED-A894-F33800885383}"/>
              </a:ext>
            </a:extLst>
          </p:cNvPr>
          <p:cNvSpPr>
            <a:spLocks noGrp="1"/>
          </p:cNvSpPr>
          <p:nvPr/>
        </p:nvSpPr>
        <p:spPr>
          <a:xfrm>
            <a:off x="10835640" y="1592580"/>
            <a:ext cx="52578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Excel</a:t>
            </a:r>
          </a:p>
        </p:txBody>
      </p:sp>
      <p:sp>
        <p:nvSpPr>
          <p:cNvPr id="119" name="成果与追溯卡片2">
            <a:extLst>
              <a:ext uri="{FF2B5EF4-FFF2-40B4-BE49-F238E27FC236}">
                <a16:creationId xmlns:a16="http://schemas.microsoft.com/office/drawing/2014/main" id="{1FCBA890-7400-4D24-A57F-04CFF95EC62F}"/>
              </a:ext>
            </a:extLst>
          </p:cNvPr>
          <p:cNvSpPr>
            <a:spLocks noGrp="1"/>
          </p:cNvSpPr>
          <p:nvPr/>
        </p:nvSpPr>
        <p:spPr>
          <a:xfrm>
            <a:off x="10500360" y="2095500"/>
            <a:ext cx="85344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120" name="图片 119">
            <a:extLst>
              <a:ext uri="{FF2B5EF4-FFF2-40B4-BE49-F238E27FC236}">
                <a16:creationId xmlns:a16="http://schemas.microsoft.com/office/drawing/2014/main" id="{B0C880A6-5FD8-45AF-BB45-136BF681DF4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/>
        </p:blipFill>
        <p:spPr>
          <a:xfrm>
            <a:off x="10568940" y="2194560"/>
            <a:ext cx="259080" cy="289560"/>
          </a:xfrm>
          <a:prstGeom prst="rect">
            <a:avLst/>
          </a:prstGeom>
        </p:spPr>
      </p:pic>
      <p:sp>
        <p:nvSpPr>
          <p:cNvPr id="121" name="成果与追溯标签2">
            <a:extLst>
              <a:ext uri="{FF2B5EF4-FFF2-40B4-BE49-F238E27FC236}">
                <a16:creationId xmlns:a16="http://schemas.microsoft.com/office/drawing/2014/main" id="{1D358F19-7A38-4D72-B34B-54451ACE4751}"/>
              </a:ext>
            </a:extLst>
          </p:cNvPr>
          <p:cNvSpPr>
            <a:spLocks noGrp="1"/>
          </p:cNvSpPr>
          <p:nvPr/>
        </p:nvSpPr>
        <p:spPr>
          <a:xfrm>
            <a:off x="10835640" y="2141220"/>
            <a:ext cx="52578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Word</a:t>
            </a:r>
          </a:p>
        </p:txBody>
      </p:sp>
      <p:sp>
        <p:nvSpPr>
          <p:cNvPr id="122" name="成果与追溯卡片3">
            <a:extLst>
              <a:ext uri="{FF2B5EF4-FFF2-40B4-BE49-F238E27FC236}">
                <a16:creationId xmlns:a16="http://schemas.microsoft.com/office/drawing/2014/main" id="{65D142AB-D39E-4945-AE94-BC468C4B4419}"/>
              </a:ext>
            </a:extLst>
          </p:cNvPr>
          <p:cNvSpPr>
            <a:spLocks noGrp="1"/>
          </p:cNvSpPr>
          <p:nvPr/>
        </p:nvSpPr>
        <p:spPr>
          <a:xfrm>
            <a:off x="10500360" y="2644140"/>
            <a:ext cx="85344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123" name="图片 122">
            <a:extLst>
              <a:ext uri="{FF2B5EF4-FFF2-40B4-BE49-F238E27FC236}">
                <a16:creationId xmlns:a16="http://schemas.microsoft.com/office/drawing/2014/main" id="{3257D320-1FCE-44B0-8D37-57911271CBC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/>
        </p:blipFill>
        <p:spPr>
          <a:xfrm>
            <a:off x="10568940" y="2720340"/>
            <a:ext cx="266700" cy="297180"/>
          </a:xfrm>
          <a:prstGeom prst="rect">
            <a:avLst/>
          </a:prstGeom>
        </p:spPr>
      </p:pic>
      <p:sp>
        <p:nvSpPr>
          <p:cNvPr id="124" name="成果与追溯标签3">
            <a:extLst>
              <a:ext uri="{FF2B5EF4-FFF2-40B4-BE49-F238E27FC236}">
                <a16:creationId xmlns:a16="http://schemas.microsoft.com/office/drawing/2014/main" id="{AAAF2B0C-7060-46EE-B283-D5A400A84BB6}"/>
              </a:ext>
            </a:extLst>
          </p:cNvPr>
          <p:cNvSpPr>
            <a:spLocks noGrp="1"/>
          </p:cNvSpPr>
          <p:nvPr/>
        </p:nvSpPr>
        <p:spPr>
          <a:xfrm>
            <a:off x="10835640" y="2689860"/>
            <a:ext cx="52578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风险清单</a:t>
            </a:r>
          </a:p>
        </p:txBody>
      </p:sp>
      <p:sp>
        <p:nvSpPr>
          <p:cNvPr id="125" name="成果与追溯卡片4">
            <a:extLst>
              <a:ext uri="{FF2B5EF4-FFF2-40B4-BE49-F238E27FC236}">
                <a16:creationId xmlns:a16="http://schemas.microsoft.com/office/drawing/2014/main" id="{01803937-41C6-4F76-AEB3-F365F00BD204}"/>
              </a:ext>
            </a:extLst>
          </p:cNvPr>
          <p:cNvSpPr>
            <a:spLocks noGrp="1"/>
          </p:cNvSpPr>
          <p:nvPr/>
        </p:nvSpPr>
        <p:spPr>
          <a:xfrm>
            <a:off x="10500360" y="3192780"/>
            <a:ext cx="85344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126" name="图片 125">
            <a:extLst>
              <a:ext uri="{FF2B5EF4-FFF2-40B4-BE49-F238E27FC236}">
                <a16:creationId xmlns:a16="http://schemas.microsoft.com/office/drawing/2014/main" id="{5CF2F1BF-4154-4C74-8BF5-E594A73D4C5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/>
        </p:blipFill>
        <p:spPr>
          <a:xfrm>
            <a:off x="10576560" y="3284220"/>
            <a:ext cx="259080" cy="297180"/>
          </a:xfrm>
          <a:prstGeom prst="rect">
            <a:avLst/>
          </a:prstGeom>
        </p:spPr>
      </p:pic>
      <p:sp>
        <p:nvSpPr>
          <p:cNvPr id="127" name="成果与追溯标签4">
            <a:extLst>
              <a:ext uri="{FF2B5EF4-FFF2-40B4-BE49-F238E27FC236}">
                <a16:creationId xmlns:a16="http://schemas.microsoft.com/office/drawing/2014/main" id="{1BF0C20F-C733-4FD0-A573-2156F199FBD7}"/>
              </a:ext>
            </a:extLst>
          </p:cNvPr>
          <p:cNvSpPr>
            <a:spLocks noGrp="1"/>
          </p:cNvSpPr>
          <p:nvPr/>
        </p:nvSpPr>
        <p:spPr>
          <a:xfrm>
            <a:off x="10835640" y="3238500"/>
            <a:ext cx="52578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复核回执</a:t>
            </a:r>
          </a:p>
        </p:txBody>
      </p:sp>
      <p:sp>
        <p:nvSpPr>
          <p:cNvPr id="128" name="成果与追溯卡片5">
            <a:extLst>
              <a:ext uri="{FF2B5EF4-FFF2-40B4-BE49-F238E27FC236}">
                <a16:creationId xmlns:a16="http://schemas.microsoft.com/office/drawing/2014/main" id="{133CCDCD-7C89-4A0C-A372-68AC75DD1F9C}"/>
              </a:ext>
            </a:extLst>
          </p:cNvPr>
          <p:cNvSpPr>
            <a:spLocks noGrp="1"/>
          </p:cNvSpPr>
          <p:nvPr/>
        </p:nvSpPr>
        <p:spPr>
          <a:xfrm>
            <a:off x="10500360" y="3741420"/>
            <a:ext cx="85344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129" name="图片 128">
            <a:extLst>
              <a:ext uri="{FF2B5EF4-FFF2-40B4-BE49-F238E27FC236}">
                <a16:creationId xmlns:a16="http://schemas.microsoft.com/office/drawing/2014/main" id="{D369B080-E36E-4587-86D5-1A080CE2BDD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/>
        </p:blipFill>
        <p:spPr>
          <a:xfrm>
            <a:off x="10584180" y="3848100"/>
            <a:ext cx="259080" cy="281940"/>
          </a:xfrm>
          <a:prstGeom prst="rect">
            <a:avLst/>
          </a:prstGeom>
        </p:spPr>
      </p:pic>
      <p:sp>
        <p:nvSpPr>
          <p:cNvPr id="130" name="成果与追溯标签5">
            <a:extLst>
              <a:ext uri="{FF2B5EF4-FFF2-40B4-BE49-F238E27FC236}">
                <a16:creationId xmlns:a16="http://schemas.microsoft.com/office/drawing/2014/main" id="{7810554E-7894-4881-83D7-FF467B86739B}"/>
              </a:ext>
            </a:extLst>
          </p:cNvPr>
          <p:cNvSpPr>
            <a:spLocks noGrp="1"/>
          </p:cNvSpPr>
          <p:nvPr/>
        </p:nvSpPr>
        <p:spPr>
          <a:xfrm>
            <a:off x="10835640" y="3787140"/>
            <a:ext cx="52578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项目看板</a:t>
            </a:r>
          </a:p>
        </p:txBody>
      </p:sp>
      <p:sp>
        <p:nvSpPr>
          <p:cNvPr id="131" name="成果与追溯卡片6">
            <a:extLst>
              <a:ext uri="{FF2B5EF4-FFF2-40B4-BE49-F238E27FC236}">
                <a16:creationId xmlns:a16="http://schemas.microsoft.com/office/drawing/2014/main" id="{59CAC77E-8951-448D-BDAF-16D791E8FD2D}"/>
              </a:ext>
            </a:extLst>
          </p:cNvPr>
          <p:cNvSpPr>
            <a:spLocks noGrp="1"/>
          </p:cNvSpPr>
          <p:nvPr/>
        </p:nvSpPr>
        <p:spPr>
          <a:xfrm>
            <a:off x="10500360" y="4290060"/>
            <a:ext cx="853440" cy="464820"/>
          </a:xfrm>
          <a:prstGeom prst="roundRect">
            <a:avLst>
              <a:gd name="adj" fmla="val 9836"/>
            </a:avLst>
          </a:prstGeom>
          <a:solidFill>
            <a:srgbClr val="05233A"/>
          </a:solidFill>
          <a:ln w="6858">
            <a:solidFill>
              <a:srgbClr val="3C83A8"/>
            </a:solidFill>
            <a:prstDash val="solid"/>
          </a:ln>
        </p:spPr>
      </p:sp>
      <p:pic>
        <p:nvPicPr>
          <p:cNvPr id="132" name="图片 131">
            <a:extLst>
              <a:ext uri="{FF2B5EF4-FFF2-40B4-BE49-F238E27FC236}">
                <a16:creationId xmlns:a16="http://schemas.microsoft.com/office/drawing/2014/main" id="{ECB2C5BD-6D92-4367-A67F-2947C1F4B68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/>
        </p:blipFill>
        <p:spPr>
          <a:xfrm>
            <a:off x="10553700" y="4396740"/>
            <a:ext cx="297180" cy="274320"/>
          </a:xfrm>
          <a:prstGeom prst="rect">
            <a:avLst/>
          </a:prstGeom>
        </p:spPr>
      </p:pic>
      <p:sp>
        <p:nvSpPr>
          <p:cNvPr id="133" name="成果与追溯标签6">
            <a:extLst>
              <a:ext uri="{FF2B5EF4-FFF2-40B4-BE49-F238E27FC236}">
                <a16:creationId xmlns:a16="http://schemas.microsoft.com/office/drawing/2014/main" id="{BEE25A26-E388-4BC5-8BF5-730613EA5F17}"/>
              </a:ext>
            </a:extLst>
          </p:cNvPr>
          <p:cNvSpPr>
            <a:spLocks noGrp="1"/>
          </p:cNvSpPr>
          <p:nvPr/>
        </p:nvSpPr>
        <p:spPr>
          <a:xfrm>
            <a:off x="10835640" y="4335780"/>
            <a:ext cx="52578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Task 轨迹</a:t>
            </a:r>
          </a:p>
        </p:txBody>
      </p:sp>
      <p:sp>
        <p:nvSpPr>
          <p:cNvPr id="134" name="回流到同一Task框">
            <a:extLst>
              <a:ext uri="{FF2B5EF4-FFF2-40B4-BE49-F238E27FC236}">
                <a16:creationId xmlns:a16="http://schemas.microsoft.com/office/drawing/2014/main" id="{FAE2E0FE-8CFE-42D1-8B50-949042B38915}"/>
              </a:ext>
            </a:extLst>
          </p:cNvPr>
          <p:cNvSpPr>
            <a:spLocks noGrp="1"/>
          </p:cNvSpPr>
          <p:nvPr/>
        </p:nvSpPr>
        <p:spPr>
          <a:xfrm>
            <a:off x="11529060" y="2994660"/>
            <a:ext cx="609600" cy="624840"/>
          </a:xfrm>
          <a:prstGeom prst="roundRect">
            <a:avLst>
              <a:gd name="adj" fmla="val 8750"/>
            </a:avLst>
          </a:prstGeom>
          <a:solidFill>
            <a:srgbClr val="05203B"/>
          </a:solidFill>
          <a:ln w="7620">
            <a:solidFill>
              <a:srgbClr val="5799BD"/>
            </a:solidFill>
            <a:prstDash val="solid"/>
          </a:ln>
        </p:spPr>
      </p:sp>
      <p:sp>
        <p:nvSpPr>
          <p:cNvPr id="135" name="回流框标题">
            <a:extLst>
              <a:ext uri="{FF2B5EF4-FFF2-40B4-BE49-F238E27FC236}">
                <a16:creationId xmlns:a16="http://schemas.microsoft.com/office/drawing/2014/main" id="{CCF07770-BCF7-4DC1-A7E4-BAA8BEF180E0}"/>
              </a:ext>
            </a:extLst>
          </p:cNvPr>
          <p:cNvSpPr>
            <a:spLocks noGrp="1"/>
          </p:cNvSpPr>
          <p:nvPr/>
        </p:nvSpPr>
        <p:spPr>
          <a:xfrm>
            <a:off x="11551920" y="3116580"/>
            <a:ext cx="56388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00" b="1">
                <a:solidFill>
                  <a:srgbClr val="8FF5F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00" b="1">
                <a:solidFill>
                  <a:srgbClr val="8FF5F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00" b="1">
                <a:solidFill>
                  <a:srgbClr val="8FF5F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00" b="1">
                <a:solidFill>
                  <a:srgbClr val="8FF5F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00" b="1">
                <a:solidFill>
                  <a:srgbClr val="8FF5F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00" b="1">
                <a:solidFill>
                  <a:srgbClr val="8FF5F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00" b="1">
                <a:solidFill>
                  <a:srgbClr val="8FF5F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00" b="1">
                <a:solidFill>
                  <a:srgbClr val="8FF5F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00" b="1">
                <a:solidFill>
                  <a:srgbClr val="8FF5F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00" b="1">
                <a:solidFill>
                  <a:srgbClr val="8FF5F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00" b="1">
                <a:solidFill>
                  <a:srgbClr val="8FF5F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8FF5FD"/>
                </a:solidFill>
                <a:latin typeface="Noto Sans CJK SC"/>
                <a:ea typeface="Noto Sans CJK SC"/>
                <a:cs typeface="Noto Sans CJK SC"/>
              </a:rPr>
              <a:t>回流至同一</a:t>
            </a:r>
          </a:p>
        </p:txBody>
      </p:sp>
      <p:sp>
        <p:nvSpPr>
          <p:cNvPr id="136" name="回流框Task">
            <a:extLst>
              <a:ext uri="{FF2B5EF4-FFF2-40B4-BE49-F238E27FC236}">
                <a16:creationId xmlns:a16="http://schemas.microsoft.com/office/drawing/2014/main" id="{65C283E9-F98E-4DDA-A585-521E2B6701C7}"/>
              </a:ext>
            </a:extLst>
          </p:cNvPr>
          <p:cNvSpPr>
            <a:spLocks noGrp="1"/>
          </p:cNvSpPr>
          <p:nvPr/>
        </p:nvSpPr>
        <p:spPr>
          <a:xfrm>
            <a:off x="11582400" y="3307080"/>
            <a:ext cx="50292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Task</a:t>
            </a:r>
          </a:p>
        </p:txBody>
      </p:sp>
      <p:sp>
        <p:nvSpPr>
          <p:cNvPr id="137" name="成果回流上部管线">
            <a:extLst>
              <a:ext uri="{FF2B5EF4-FFF2-40B4-BE49-F238E27FC236}">
                <a16:creationId xmlns:a16="http://schemas.microsoft.com/office/drawing/2014/main" id="{AA779DFA-2875-4EC9-BB56-EF7B8CC95BB7}"/>
              </a:ext>
            </a:extLst>
          </p:cNvPr>
          <p:cNvSpPr>
            <a:spLocks noGrp="1"/>
          </p:cNvSpPr>
          <p:nvPr/>
        </p:nvSpPr>
        <p:spPr>
          <a:xfrm>
            <a:off x="11468100" y="1866900"/>
            <a:ext cx="388620" cy="1127760"/>
          </a:xfrm>
          <a:custGeom>
            <a:avLst/>
            <a:gdLst/>
            <a:ahLst/>
            <a:cxnLst/>
            <a:rect l="0" t="0" r="0" b="0"/>
            <a:pathLst>
              <a:path w="388620" h="1127760">
                <a:moveTo>
                  <a:pt x="388620" y="1127760"/>
                </a:moveTo>
                <a:lnTo>
                  <a:pt x="388620" y="152400"/>
                </a:lnTo>
                <a:lnTo>
                  <a:pt x="365760" y="68580"/>
                </a:lnTo>
                <a:lnTo>
                  <a:pt x="304800" y="762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C2F1FF"/>
            </a:solidFill>
            <a:prstDash val="solid"/>
          </a:ln>
        </p:spPr>
      </p:sp>
      <p:sp>
        <p:nvSpPr>
          <p:cNvPr id="138" name="成果回流上部箭头 连接线">
            <a:extLst>
              <a:ext uri="{FF2B5EF4-FFF2-40B4-BE49-F238E27FC236}">
                <a16:creationId xmlns:a16="http://schemas.microsoft.com/office/drawing/2014/main" id="{7A0129F4-A482-4086-A8B1-0791F3BDC038}"/>
              </a:ext>
            </a:extLst>
          </p:cNvPr>
          <p:cNvSpPr>
            <a:spLocks noGrp="1"/>
          </p:cNvSpPr>
          <p:nvPr/>
        </p:nvSpPr>
        <p:spPr>
          <a:xfrm>
            <a:off x="11452860" y="1866900"/>
            <a:ext cx="152400" cy="762"/>
          </a:xfrm>
          <a:custGeom>
            <a:avLst/>
            <a:gdLst/>
            <a:ahLst/>
            <a:cxnLst/>
            <a:rect l="0" t="0" r="0" b="0"/>
            <a:pathLst>
              <a:path w="152400" h="762">
                <a:moveTo>
                  <a:pt x="152400" y="0"/>
                </a:moveTo>
                <a:lnTo>
                  <a:pt x="0" y="0"/>
                </a:lnTo>
              </a:path>
            </a:pathLst>
          </a:custGeom>
          <a:noFill/>
          <a:ln w="13716">
            <a:solidFill>
              <a:srgbClr val="C2F1FF"/>
            </a:solidFill>
            <a:prstDash val="solid"/>
          </a:ln>
        </p:spPr>
      </p:sp>
      <p:sp>
        <p:nvSpPr>
          <p:cNvPr id="139" name="成果回流上部箭头 箭头">
            <a:extLst>
              <a:ext uri="{FF2B5EF4-FFF2-40B4-BE49-F238E27FC236}">
                <a16:creationId xmlns:a16="http://schemas.microsoft.com/office/drawing/2014/main" id="{2D81A139-5AE3-47A1-BC1D-58B4DBE1381E}"/>
              </a:ext>
            </a:extLst>
          </p:cNvPr>
          <p:cNvSpPr>
            <a:spLocks noGrp="1"/>
          </p:cNvSpPr>
          <p:nvPr/>
        </p:nvSpPr>
        <p:spPr>
          <a:xfrm>
            <a:off x="11452860" y="1816608"/>
            <a:ext cx="83820" cy="100584"/>
          </a:xfrm>
          <a:custGeom>
            <a:avLst/>
            <a:gdLst/>
            <a:ahLst/>
            <a:cxnLst/>
            <a:rect l="0" t="0" r="0" b="0"/>
            <a:pathLst>
              <a:path w="83820" h="100584">
                <a:moveTo>
                  <a:pt x="0" y="50292"/>
                </a:moveTo>
                <a:lnTo>
                  <a:pt x="83820" y="100584"/>
                </a:lnTo>
                <a:lnTo>
                  <a:pt x="83820" y="0"/>
                </a:lnTo>
                <a:close/>
              </a:path>
            </a:pathLst>
          </a:custGeom>
          <a:solidFill>
            <a:srgbClr val="C2F1FF"/>
          </a:solidFill>
          <a:ln w="1524">
            <a:solidFill>
              <a:srgbClr val="C2F1FF"/>
            </a:solidFill>
            <a:prstDash val="solid"/>
          </a:ln>
        </p:spPr>
      </p:sp>
      <p:sp>
        <p:nvSpPr>
          <p:cNvPr id="140" name="成果回流底部管线">
            <a:extLst>
              <a:ext uri="{FF2B5EF4-FFF2-40B4-BE49-F238E27FC236}">
                <a16:creationId xmlns:a16="http://schemas.microsoft.com/office/drawing/2014/main" id="{93596286-82BD-4135-961E-03A78436BD97}"/>
              </a:ext>
            </a:extLst>
          </p:cNvPr>
          <p:cNvSpPr>
            <a:spLocks noGrp="1"/>
          </p:cNvSpPr>
          <p:nvPr/>
        </p:nvSpPr>
        <p:spPr>
          <a:xfrm>
            <a:off x="6995160" y="3619500"/>
            <a:ext cx="4853940" cy="1684020"/>
          </a:xfrm>
          <a:custGeom>
            <a:avLst/>
            <a:gdLst/>
            <a:ahLst/>
            <a:cxnLst/>
            <a:rect l="0" t="0" r="0" b="0"/>
            <a:pathLst>
              <a:path w="4853940" h="1684020">
                <a:moveTo>
                  <a:pt x="4853940" y="0"/>
                </a:moveTo>
                <a:lnTo>
                  <a:pt x="4853940" y="1493520"/>
                </a:lnTo>
                <a:lnTo>
                  <a:pt x="4831080" y="1592580"/>
                </a:lnTo>
                <a:lnTo>
                  <a:pt x="4762500" y="1653540"/>
                </a:lnTo>
                <a:lnTo>
                  <a:pt x="4686300" y="1684020"/>
                </a:lnTo>
                <a:lnTo>
                  <a:pt x="0" y="1684020"/>
                </a:lnTo>
              </a:path>
            </a:pathLst>
          </a:custGeom>
          <a:noFill/>
          <a:ln w="15240">
            <a:solidFill>
              <a:srgbClr val="C2F1FF"/>
            </a:solidFill>
            <a:prstDash val="solid"/>
          </a:ln>
        </p:spPr>
      </p:sp>
      <p:sp>
        <p:nvSpPr>
          <p:cNvPr id="141" name="成果回流底部箭头 连接线">
            <a:extLst>
              <a:ext uri="{FF2B5EF4-FFF2-40B4-BE49-F238E27FC236}">
                <a16:creationId xmlns:a16="http://schemas.microsoft.com/office/drawing/2014/main" id="{70A0D273-992E-4AE2-AE3F-85D3B003230F}"/>
              </a:ext>
            </a:extLst>
          </p:cNvPr>
          <p:cNvSpPr>
            <a:spLocks noGrp="1"/>
          </p:cNvSpPr>
          <p:nvPr/>
        </p:nvSpPr>
        <p:spPr>
          <a:xfrm>
            <a:off x="6987540" y="5303520"/>
            <a:ext cx="160020" cy="762"/>
          </a:xfrm>
          <a:custGeom>
            <a:avLst/>
            <a:gdLst/>
            <a:ahLst/>
            <a:cxnLst/>
            <a:rect l="0" t="0" r="0" b="0"/>
            <a:pathLst>
              <a:path w="160020" h="762">
                <a:moveTo>
                  <a:pt x="160020" y="0"/>
                </a:moveTo>
                <a:lnTo>
                  <a:pt x="0" y="0"/>
                </a:lnTo>
              </a:path>
            </a:pathLst>
          </a:custGeom>
          <a:noFill/>
          <a:ln w="13716">
            <a:solidFill>
              <a:srgbClr val="C2F1FF"/>
            </a:solidFill>
            <a:prstDash val="solid"/>
          </a:ln>
        </p:spPr>
      </p:sp>
      <p:sp>
        <p:nvSpPr>
          <p:cNvPr id="142" name="成果回流底部箭头 箭头">
            <a:extLst>
              <a:ext uri="{FF2B5EF4-FFF2-40B4-BE49-F238E27FC236}">
                <a16:creationId xmlns:a16="http://schemas.microsoft.com/office/drawing/2014/main" id="{ACBE9025-F5BA-4A9E-AFF2-0749A584014D}"/>
              </a:ext>
            </a:extLst>
          </p:cNvPr>
          <p:cNvSpPr>
            <a:spLocks noGrp="1"/>
          </p:cNvSpPr>
          <p:nvPr/>
        </p:nvSpPr>
        <p:spPr>
          <a:xfrm>
            <a:off x="6987540" y="5257800"/>
            <a:ext cx="76200" cy="91440"/>
          </a:xfrm>
          <a:custGeom>
            <a:avLst/>
            <a:gdLst/>
            <a:ahLst/>
            <a:cxnLst/>
            <a:rect l="0" t="0" r="0" b="0"/>
            <a:pathLst>
              <a:path w="76200" h="91440">
                <a:moveTo>
                  <a:pt x="0" y="45720"/>
                </a:moveTo>
                <a:lnTo>
                  <a:pt x="76200" y="91440"/>
                </a:lnTo>
                <a:lnTo>
                  <a:pt x="76200" y="0"/>
                </a:lnTo>
                <a:close/>
              </a:path>
            </a:pathLst>
          </a:custGeom>
          <a:solidFill>
            <a:srgbClr val="C2F1FF"/>
          </a:solidFill>
          <a:ln w="1524">
            <a:solidFill>
              <a:srgbClr val="C2F1FF"/>
            </a:solidFill>
            <a:prstDash val="solid"/>
          </a:ln>
        </p:spPr>
      </p:sp>
      <p:sp>
        <p:nvSpPr>
          <p:cNvPr id="143" name="任务证据回流线">
            <a:extLst>
              <a:ext uri="{FF2B5EF4-FFF2-40B4-BE49-F238E27FC236}">
                <a16:creationId xmlns:a16="http://schemas.microsoft.com/office/drawing/2014/main" id="{028F9FE7-97F2-48B3-B630-E1AE32FC9ADE}"/>
              </a:ext>
            </a:extLst>
          </p:cNvPr>
          <p:cNvSpPr>
            <a:spLocks noGrp="1"/>
          </p:cNvSpPr>
          <p:nvPr/>
        </p:nvSpPr>
        <p:spPr>
          <a:xfrm>
            <a:off x="6995160" y="5021580"/>
            <a:ext cx="3924300" cy="129540"/>
          </a:xfrm>
          <a:custGeom>
            <a:avLst/>
            <a:gdLst/>
            <a:ahLst/>
            <a:cxnLst/>
            <a:rect l="0" t="0" r="0" b="0"/>
            <a:pathLst>
              <a:path w="3924300" h="129540">
                <a:moveTo>
                  <a:pt x="3924300" y="0"/>
                </a:moveTo>
                <a:lnTo>
                  <a:pt x="3924300" y="45720"/>
                </a:lnTo>
                <a:lnTo>
                  <a:pt x="3878580" y="129540"/>
                </a:lnTo>
                <a:lnTo>
                  <a:pt x="0" y="129540"/>
                </a:lnTo>
              </a:path>
            </a:pathLst>
          </a:custGeom>
          <a:noFill/>
          <a:ln w="10668">
            <a:solidFill>
              <a:srgbClr val="AAC4E9"/>
            </a:solidFill>
            <a:prstDash val="dash"/>
          </a:ln>
        </p:spPr>
      </p:sp>
      <p:sp>
        <p:nvSpPr>
          <p:cNvPr id="144" name="任务证据回流箭头 连接线">
            <a:extLst>
              <a:ext uri="{FF2B5EF4-FFF2-40B4-BE49-F238E27FC236}">
                <a16:creationId xmlns:a16="http://schemas.microsoft.com/office/drawing/2014/main" id="{2347E21A-881C-4FA3-8565-4F28BD1FA94A}"/>
              </a:ext>
            </a:extLst>
          </p:cNvPr>
          <p:cNvSpPr>
            <a:spLocks noGrp="1"/>
          </p:cNvSpPr>
          <p:nvPr/>
        </p:nvSpPr>
        <p:spPr>
          <a:xfrm>
            <a:off x="6987540" y="5151120"/>
            <a:ext cx="137160" cy="762"/>
          </a:xfrm>
          <a:custGeom>
            <a:avLst/>
            <a:gdLst/>
            <a:ahLst/>
            <a:cxnLst/>
            <a:rect l="0" t="0" r="0" b="0"/>
            <a:pathLst>
              <a:path w="137160" h="762">
                <a:moveTo>
                  <a:pt x="137160" y="0"/>
                </a:moveTo>
                <a:lnTo>
                  <a:pt x="0" y="0"/>
                </a:lnTo>
              </a:path>
            </a:pathLst>
          </a:custGeom>
          <a:noFill/>
          <a:ln w="9144">
            <a:solidFill>
              <a:srgbClr val="AAC4E9"/>
            </a:solidFill>
            <a:prstDash val="solid"/>
          </a:ln>
        </p:spPr>
      </p:sp>
      <p:sp>
        <p:nvSpPr>
          <p:cNvPr id="145" name="任务证据回流箭头 箭头">
            <a:extLst>
              <a:ext uri="{FF2B5EF4-FFF2-40B4-BE49-F238E27FC236}">
                <a16:creationId xmlns:a16="http://schemas.microsoft.com/office/drawing/2014/main" id="{38946479-ED48-4CBC-981F-671788628612}"/>
              </a:ext>
            </a:extLst>
          </p:cNvPr>
          <p:cNvSpPr>
            <a:spLocks noGrp="1"/>
          </p:cNvSpPr>
          <p:nvPr/>
        </p:nvSpPr>
        <p:spPr>
          <a:xfrm>
            <a:off x="6987540" y="5114544"/>
            <a:ext cx="60960" cy="73152"/>
          </a:xfrm>
          <a:custGeom>
            <a:avLst/>
            <a:gdLst/>
            <a:ahLst/>
            <a:cxnLst/>
            <a:rect l="0" t="0" r="0" b="0"/>
            <a:pathLst>
              <a:path w="60960" h="73152">
                <a:moveTo>
                  <a:pt x="0" y="36576"/>
                </a:moveTo>
                <a:lnTo>
                  <a:pt x="60960" y="73152"/>
                </a:lnTo>
                <a:lnTo>
                  <a:pt x="60960" y="0"/>
                </a:lnTo>
                <a:close/>
              </a:path>
            </a:pathLst>
          </a:custGeom>
          <a:solidFill>
            <a:srgbClr val="AAC4E9"/>
          </a:solidFill>
          <a:ln w="1524">
            <a:solidFill>
              <a:srgbClr val="AAC4E9"/>
            </a:solidFill>
            <a:prstDash val="solid"/>
          </a:ln>
        </p:spPr>
      </p:sp>
      <p:sp>
        <p:nvSpPr>
          <p:cNvPr id="146" name="成果回流上行箭头 连接线">
            <a:extLst>
              <a:ext uri="{FF2B5EF4-FFF2-40B4-BE49-F238E27FC236}">
                <a16:creationId xmlns:a16="http://schemas.microsoft.com/office/drawing/2014/main" id="{E5E1350E-8D51-46A0-B7AD-9762CBE6259F}"/>
              </a:ext>
            </a:extLst>
          </p:cNvPr>
          <p:cNvSpPr>
            <a:spLocks noGrp="1"/>
          </p:cNvSpPr>
          <p:nvPr/>
        </p:nvSpPr>
        <p:spPr>
          <a:xfrm>
            <a:off x="10919460" y="5006340"/>
            <a:ext cx="762" cy="114300"/>
          </a:xfrm>
          <a:custGeom>
            <a:avLst/>
            <a:gdLst/>
            <a:ahLst/>
            <a:cxnLst/>
            <a:rect l="0" t="0" r="0" b="0"/>
            <a:pathLst>
              <a:path w="762"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noFill/>
          <a:ln w="9144">
            <a:solidFill>
              <a:srgbClr val="AAC4E9"/>
            </a:solidFill>
            <a:prstDash val="solid"/>
          </a:ln>
        </p:spPr>
      </p:sp>
      <p:sp>
        <p:nvSpPr>
          <p:cNvPr id="147" name="成果回流上行箭头 箭头">
            <a:extLst>
              <a:ext uri="{FF2B5EF4-FFF2-40B4-BE49-F238E27FC236}">
                <a16:creationId xmlns:a16="http://schemas.microsoft.com/office/drawing/2014/main" id="{AEBA9CBD-A7F3-432C-BF25-30B665497B7A}"/>
              </a:ext>
            </a:extLst>
          </p:cNvPr>
          <p:cNvSpPr>
            <a:spLocks noGrp="1"/>
          </p:cNvSpPr>
          <p:nvPr/>
        </p:nvSpPr>
        <p:spPr>
          <a:xfrm>
            <a:off x="10882884" y="5006340"/>
            <a:ext cx="73152" cy="60960"/>
          </a:xfrm>
          <a:custGeom>
            <a:avLst/>
            <a:gdLst/>
            <a:ahLst/>
            <a:cxnLst/>
            <a:rect l="0" t="0" r="0" b="0"/>
            <a:pathLst>
              <a:path w="73152" h="60960">
                <a:moveTo>
                  <a:pt x="36576" y="0"/>
                </a:moveTo>
                <a:lnTo>
                  <a:pt x="0" y="60960"/>
                </a:lnTo>
                <a:lnTo>
                  <a:pt x="73152" y="60960"/>
                </a:lnTo>
                <a:close/>
              </a:path>
            </a:pathLst>
          </a:custGeom>
          <a:solidFill>
            <a:srgbClr val="AAC4E9"/>
          </a:solidFill>
          <a:ln w="1524">
            <a:solidFill>
              <a:srgbClr val="AAC4E9"/>
            </a:solidFill>
            <a:prstDash val="solid"/>
          </a:ln>
        </p:spPr>
      </p:sp>
      <p:sp>
        <p:nvSpPr>
          <p:cNvPr id="148" name="专业资产底座框">
            <a:extLst>
              <a:ext uri="{FF2B5EF4-FFF2-40B4-BE49-F238E27FC236}">
                <a16:creationId xmlns:a16="http://schemas.microsoft.com/office/drawing/2014/main" id="{7F061042-B103-48AF-9A07-90F2E24ED8EA}"/>
              </a:ext>
            </a:extLst>
          </p:cNvPr>
          <p:cNvSpPr>
            <a:spLocks noGrp="1"/>
          </p:cNvSpPr>
          <p:nvPr/>
        </p:nvSpPr>
        <p:spPr>
          <a:xfrm>
            <a:off x="495300" y="5760720"/>
            <a:ext cx="11026140" cy="9525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052B45"/>
              </a:gs>
              <a:gs pos="100000">
                <a:srgbClr val="04213A"/>
              </a:gs>
            </a:gsLst>
            <a:lin ang="5400000"/>
          </a:gradFill>
          <a:ln w="7620">
            <a:solidFill>
              <a:srgbClr val="4EA1C8"/>
            </a:solidFill>
            <a:prstDash val="solid"/>
          </a:ln>
        </p:spPr>
      </p:sp>
      <p:sp>
        <p:nvSpPr>
          <p:cNvPr id="149" name="专业资产底座标题">
            <a:extLst>
              <a:ext uri="{FF2B5EF4-FFF2-40B4-BE49-F238E27FC236}">
                <a16:creationId xmlns:a16="http://schemas.microsoft.com/office/drawing/2014/main" id="{DE530F27-E26B-49B2-9076-32964797EA6D}"/>
              </a:ext>
            </a:extLst>
          </p:cNvPr>
          <p:cNvSpPr>
            <a:spLocks noGrp="1"/>
          </p:cNvSpPr>
          <p:nvPr/>
        </p:nvSpPr>
        <p:spPr>
          <a:xfrm>
            <a:off x="5356860" y="5775960"/>
            <a:ext cx="190500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8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8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8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8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8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8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8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8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8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8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8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1">
                <a:solidFill>
                  <a:srgbClr val="8FF7FF"/>
                </a:solidFill>
                <a:latin typeface="Noto Sans CJK SC"/>
                <a:ea typeface="Noto Sans CJK SC"/>
                <a:cs typeface="Noto Sans CJK SC"/>
              </a:rPr>
              <a:t>专业资产底座</a:t>
            </a:r>
          </a:p>
        </p:txBody>
      </p:sp>
      <p:sp>
        <p:nvSpPr>
          <p:cNvPr id="150" name="专业资产卡片1">
            <a:extLst>
              <a:ext uri="{FF2B5EF4-FFF2-40B4-BE49-F238E27FC236}">
                <a16:creationId xmlns:a16="http://schemas.microsoft.com/office/drawing/2014/main" id="{EF35094F-001C-4A3A-A6B2-941D2787B818}"/>
              </a:ext>
            </a:extLst>
          </p:cNvPr>
          <p:cNvSpPr>
            <a:spLocks noGrp="1"/>
          </p:cNvSpPr>
          <p:nvPr/>
        </p:nvSpPr>
        <p:spPr>
          <a:xfrm>
            <a:off x="579120" y="6050280"/>
            <a:ext cx="1394460" cy="609600"/>
          </a:xfrm>
          <a:prstGeom prst="roundRect">
            <a:avLst>
              <a:gd name="adj" fmla="val 5000"/>
            </a:avLst>
          </a:prstGeom>
          <a:solidFill>
            <a:srgbClr val="04253D"/>
          </a:solidFill>
          <a:ln w="6858">
            <a:solidFill>
              <a:srgbClr val="3F8CB3"/>
            </a:solidFill>
            <a:prstDash val="solid"/>
          </a:ln>
        </p:spPr>
      </p:sp>
      <p:pic>
        <p:nvPicPr>
          <p:cNvPr id="151" name="图片 150">
            <a:extLst>
              <a:ext uri="{FF2B5EF4-FFF2-40B4-BE49-F238E27FC236}">
                <a16:creationId xmlns:a16="http://schemas.microsoft.com/office/drawing/2014/main" id="{23B131AA-ABA9-4FBE-82D0-D21EA1CE3B2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/>
        </p:blipFill>
        <p:spPr>
          <a:xfrm>
            <a:off x="670560" y="6164580"/>
            <a:ext cx="259080" cy="342900"/>
          </a:xfrm>
          <a:prstGeom prst="rect">
            <a:avLst/>
          </a:prstGeom>
        </p:spPr>
      </p:pic>
      <p:sp>
        <p:nvSpPr>
          <p:cNvPr id="152" name="专业资产标题1">
            <a:extLst>
              <a:ext uri="{FF2B5EF4-FFF2-40B4-BE49-F238E27FC236}">
                <a16:creationId xmlns:a16="http://schemas.microsoft.com/office/drawing/2014/main" id="{33991B2E-A67E-4661-A2E1-EE577116C618}"/>
              </a:ext>
            </a:extLst>
          </p:cNvPr>
          <p:cNvSpPr>
            <a:spLocks noGrp="1"/>
          </p:cNvSpPr>
          <p:nvPr/>
        </p:nvSpPr>
        <p:spPr>
          <a:xfrm>
            <a:off x="1005840" y="6103620"/>
            <a:ext cx="92964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rPr>
              <a:t>标准与制度</a:t>
            </a:r>
          </a:p>
        </p:txBody>
      </p:sp>
      <p:sp>
        <p:nvSpPr>
          <p:cNvPr id="153" name="专业资产内容1-1">
            <a:extLst>
              <a:ext uri="{FF2B5EF4-FFF2-40B4-BE49-F238E27FC236}">
                <a16:creationId xmlns:a16="http://schemas.microsoft.com/office/drawing/2014/main" id="{9A3F2E29-13DC-42B3-88D3-DA5D9D0EAE5F}"/>
              </a:ext>
            </a:extLst>
          </p:cNvPr>
          <p:cNvSpPr>
            <a:spLocks noGrp="1"/>
          </p:cNvSpPr>
          <p:nvPr/>
        </p:nvSpPr>
        <p:spPr>
          <a:xfrm>
            <a:off x="1005840" y="6301740"/>
            <a:ext cx="93726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国家规范 | 行业标准</a:t>
            </a:r>
          </a:p>
        </p:txBody>
      </p:sp>
      <p:sp>
        <p:nvSpPr>
          <p:cNvPr id="154" name="专业资产内容1-2">
            <a:extLst>
              <a:ext uri="{FF2B5EF4-FFF2-40B4-BE49-F238E27FC236}">
                <a16:creationId xmlns:a16="http://schemas.microsoft.com/office/drawing/2014/main" id="{1048399A-3C42-4B3E-95DB-48844A0FCB11}"/>
              </a:ext>
            </a:extLst>
          </p:cNvPr>
          <p:cNvSpPr>
            <a:spLocks noGrp="1"/>
          </p:cNvSpPr>
          <p:nvPr/>
        </p:nvSpPr>
        <p:spPr>
          <a:xfrm>
            <a:off x="1005840" y="6461760"/>
            <a:ext cx="93726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企业制度 | 实施细则</a:t>
            </a:r>
          </a:p>
        </p:txBody>
      </p:sp>
      <p:sp>
        <p:nvSpPr>
          <p:cNvPr id="155" name="专业资产卡片2">
            <a:extLst>
              <a:ext uri="{FF2B5EF4-FFF2-40B4-BE49-F238E27FC236}">
                <a16:creationId xmlns:a16="http://schemas.microsoft.com/office/drawing/2014/main" id="{32A47C5D-3B1E-4F5E-A76C-291FF3EDD9F7}"/>
              </a:ext>
            </a:extLst>
          </p:cNvPr>
          <p:cNvSpPr>
            <a:spLocks noGrp="1"/>
          </p:cNvSpPr>
          <p:nvPr/>
        </p:nvSpPr>
        <p:spPr>
          <a:xfrm>
            <a:off x="2072640" y="6050280"/>
            <a:ext cx="1417320" cy="609600"/>
          </a:xfrm>
          <a:prstGeom prst="roundRect">
            <a:avLst>
              <a:gd name="adj" fmla="val 5000"/>
            </a:avLst>
          </a:prstGeom>
          <a:solidFill>
            <a:srgbClr val="04253D"/>
          </a:solidFill>
          <a:ln w="6858">
            <a:solidFill>
              <a:srgbClr val="3F8CB3"/>
            </a:solidFill>
            <a:prstDash val="solid"/>
          </a:ln>
        </p:spPr>
      </p:sp>
      <p:pic>
        <p:nvPicPr>
          <p:cNvPr id="156" name="图片 155">
            <a:extLst>
              <a:ext uri="{FF2B5EF4-FFF2-40B4-BE49-F238E27FC236}">
                <a16:creationId xmlns:a16="http://schemas.microsoft.com/office/drawing/2014/main" id="{645C22E5-CC66-4FB9-9280-39A10DEB1242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/>
        </p:blipFill>
        <p:spPr>
          <a:xfrm>
            <a:off x="2194560" y="6164580"/>
            <a:ext cx="320040" cy="342900"/>
          </a:xfrm>
          <a:prstGeom prst="rect">
            <a:avLst/>
          </a:prstGeom>
        </p:spPr>
      </p:pic>
      <p:sp>
        <p:nvSpPr>
          <p:cNvPr id="157" name="专业资产标题2">
            <a:extLst>
              <a:ext uri="{FF2B5EF4-FFF2-40B4-BE49-F238E27FC236}">
                <a16:creationId xmlns:a16="http://schemas.microsoft.com/office/drawing/2014/main" id="{F22D9794-EC54-4AD8-ADAD-9857F2CDFB72}"/>
              </a:ext>
            </a:extLst>
          </p:cNvPr>
          <p:cNvSpPr>
            <a:spLocks noGrp="1"/>
          </p:cNvSpPr>
          <p:nvPr/>
        </p:nvSpPr>
        <p:spPr>
          <a:xfrm>
            <a:off x="2606040" y="6103620"/>
            <a:ext cx="84582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rPr>
              <a:t>二维计价库</a:t>
            </a:r>
          </a:p>
        </p:txBody>
      </p:sp>
      <p:sp>
        <p:nvSpPr>
          <p:cNvPr id="158" name="专业资产内容2-1">
            <a:extLst>
              <a:ext uri="{FF2B5EF4-FFF2-40B4-BE49-F238E27FC236}">
                <a16:creationId xmlns:a16="http://schemas.microsoft.com/office/drawing/2014/main" id="{5B0DA23C-F6A5-4C54-9C50-6833A9E20003}"/>
              </a:ext>
            </a:extLst>
          </p:cNvPr>
          <p:cNvSpPr>
            <a:spLocks noGrp="1"/>
          </p:cNvSpPr>
          <p:nvPr/>
        </p:nvSpPr>
        <p:spPr>
          <a:xfrm>
            <a:off x="2606040" y="6301740"/>
            <a:ext cx="85344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清单结构 | 定额库</a:t>
            </a:r>
          </a:p>
        </p:txBody>
      </p:sp>
      <p:sp>
        <p:nvSpPr>
          <p:cNvPr id="159" name="专业资产内容2-2">
            <a:extLst>
              <a:ext uri="{FF2B5EF4-FFF2-40B4-BE49-F238E27FC236}">
                <a16:creationId xmlns:a16="http://schemas.microsoft.com/office/drawing/2014/main" id="{8FC33563-7046-4CCC-9541-ADA43EA020F7}"/>
              </a:ext>
            </a:extLst>
          </p:cNvPr>
          <p:cNvSpPr>
            <a:spLocks noGrp="1"/>
          </p:cNvSpPr>
          <p:nvPr/>
        </p:nvSpPr>
        <p:spPr>
          <a:xfrm>
            <a:off x="2606040" y="6461760"/>
            <a:ext cx="85344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工料机 | 市场价</a:t>
            </a:r>
          </a:p>
        </p:txBody>
      </p:sp>
      <p:sp>
        <p:nvSpPr>
          <p:cNvPr id="160" name="专业资产卡片3">
            <a:extLst>
              <a:ext uri="{FF2B5EF4-FFF2-40B4-BE49-F238E27FC236}">
                <a16:creationId xmlns:a16="http://schemas.microsoft.com/office/drawing/2014/main" id="{7596FCC5-2330-4EF2-B4E5-76B791ECD069}"/>
              </a:ext>
            </a:extLst>
          </p:cNvPr>
          <p:cNvSpPr>
            <a:spLocks noGrp="1"/>
          </p:cNvSpPr>
          <p:nvPr/>
        </p:nvSpPr>
        <p:spPr>
          <a:xfrm>
            <a:off x="3589020" y="6050280"/>
            <a:ext cx="1524000" cy="609600"/>
          </a:xfrm>
          <a:prstGeom prst="roundRect">
            <a:avLst>
              <a:gd name="adj" fmla="val 5000"/>
            </a:avLst>
          </a:prstGeom>
          <a:solidFill>
            <a:srgbClr val="04253D"/>
          </a:solidFill>
          <a:ln w="6858">
            <a:solidFill>
              <a:srgbClr val="3F8CB3"/>
            </a:solidFill>
            <a:prstDash val="solid"/>
          </a:ln>
        </p:spPr>
      </p:sp>
      <p:pic>
        <p:nvPicPr>
          <p:cNvPr id="161" name="图片 160">
            <a:extLst>
              <a:ext uri="{FF2B5EF4-FFF2-40B4-BE49-F238E27FC236}">
                <a16:creationId xmlns:a16="http://schemas.microsoft.com/office/drawing/2014/main" id="{E6F6B3AA-6BD4-4B47-A2EF-14E7191C4C5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/>
        </p:blipFill>
        <p:spPr>
          <a:xfrm>
            <a:off x="3703320" y="6156960"/>
            <a:ext cx="320040" cy="358140"/>
          </a:xfrm>
          <a:prstGeom prst="rect">
            <a:avLst/>
          </a:prstGeom>
        </p:spPr>
      </p:pic>
      <p:sp>
        <p:nvSpPr>
          <p:cNvPr id="162" name="专业资产标题3">
            <a:extLst>
              <a:ext uri="{FF2B5EF4-FFF2-40B4-BE49-F238E27FC236}">
                <a16:creationId xmlns:a16="http://schemas.microsoft.com/office/drawing/2014/main" id="{35F34153-6C33-45BC-ABE8-2F13BF597D5D}"/>
              </a:ext>
            </a:extLst>
          </p:cNvPr>
          <p:cNvSpPr>
            <a:spLocks noGrp="1"/>
          </p:cNvSpPr>
          <p:nvPr/>
        </p:nvSpPr>
        <p:spPr>
          <a:xfrm>
            <a:off x="4099560" y="6103620"/>
            <a:ext cx="97536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rPr>
              <a:t>专业规则</a:t>
            </a:r>
          </a:p>
        </p:txBody>
      </p:sp>
      <p:sp>
        <p:nvSpPr>
          <p:cNvPr id="163" name="专业资产内容3-1">
            <a:extLst>
              <a:ext uri="{FF2B5EF4-FFF2-40B4-BE49-F238E27FC236}">
                <a16:creationId xmlns:a16="http://schemas.microsoft.com/office/drawing/2014/main" id="{7178050A-5FB6-4870-8B10-3953C30B7B65}"/>
              </a:ext>
            </a:extLst>
          </p:cNvPr>
          <p:cNvSpPr>
            <a:spLocks noGrp="1"/>
          </p:cNvSpPr>
          <p:nvPr/>
        </p:nvSpPr>
        <p:spPr>
          <a:xfrm>
            <a:off x="4099560" y="6301740"/>
            <a:ext cx="98298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计算规则 | 判定规则</a:t>
            </a:r>
          </a:p>
        </p:txBody>
      </p:sp>
      <p:sp>
        <p:nvSpPr>
          <p:cNvPr id="164" name="专业资产内容3-2">
            <a:extLst>
              <a:ext uri="{FF2B5EF4-FFF2-40B4-BE49-F238E27FC236}">
                <a16:creationId xmlns:a16="http://schemas.microsoft.com/office/drawing/2014/main" id="{B2813E00-7215-4596-9BE9-DC32A4F9722D}"/>
              </a:ext>
            </a:extLst>
          </p:cNvPr>
          <p:cNvSpPr>
            <a:spLocks noGrp="1"/>
          </p:cNvSpPr>
          <p:nvPr/>
        </p:nvSpPr>
        <p:spPr>
          <a:xfrm>
            <a:off x="4099560" y="6461760"/>
            <a:ext cx="98298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校验规则 | 取值规则</a:t>
            </a:r>
          </a:p>
        </p:txBody>
      </p:sp>
      <p:sp>
        <p:nvSpPr>
          <p:cNvPr id="165" name="专业资产卡片4">
            <a:extLst>
              <a:ext uri="{FF2B5EF4-FFF2-40B4-BE49-F238E27FC236}">
                <a16:creationId xmlns:a16="http://schemas.microsoft.com/office/drawing/2014/main" id="{4338C935-E533-4FBD-9314-1F959BEC8871}"/>
              </a:ext>
            </a:extLst>
          </p:cNvPr>
          <p:cNvSpPr>
            <a:spLocks noGrp="1"/>
          </p:cNvSpPr>
          <p:nvPr/>
        </p:nvSpPr>
        <p:spPr>
          <a:xfrm>
            <a:off x="5212080" y="6050280"/>
            <a:ext cx="1402080" cy="609600"/>
          </a:xfrm>
          <a:prstGeom prst="roundRect">
            <a:avLst>
              <a:gd name="adj" fmla="val 5000"/>
            </a:avLst>
          </a:prstGeom>
          <a:solidFill>
            <a:srgbClr val="04253D"/>
          </a:solidFill>
          <a:ln w="6858">
            <a:solidFill>
              <a:srgbClr val="3F8CB3"/>
            </a:solidFill>
            <a:prstDash val="solid"/>
          </a:ln>
        </p:spPr>
      </p:sp>
      <p:pic>
        <p:nvPicPr>
          <p:cNvPr id="166" name="图片 165">
            <a:extLst>
              <a:ext uri="{FF2B5EF4-FFF2-40B4-BE49-F238E27FC236}">
                <a16:creationId xmlns:a16="http://schemas.microsoft.com/office/drawing/2014/main" id="{A124C230-0157-4824-A8CE-8CCA3253791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/>
        </p:blipFill>
        <p:spPr>
          <a:xfrm>
            <a:off x="5356860" y="6164580"/>
            <a:ext cx="266700" cy="350520"/>
          </a:xfrm>
          <a:prstGeom prst="rect">
            <a:avLst/>
          </a:prstGeom>
        </p:spPr>
      </p:pic>
      <p:sp>
        <p:nvSpPr>
          <p:cNvPr id="167" name="专业资产标题4">
            <a:extLst>
              <a:ext uri="{FF2B5EF4-FFF2-40B4-BE49-F238E27FC236}">
                <a16:creationId xmlns:a16="http://schemas.microsoft.com/office/drawing/2014/main" id="{97376995-7BE4-4BC0-8610-F37F140BFA01}"/>
              </a:ext>
            </a:extLst>
          </p:cNvPr>
          <p:cNvSpPr>
            <a:spLocks noGrp="1"/>
          </p:cNvSpPr>
          <p:nvPr/>
        </p:nvSpPr>
        <p:spPr>
          <a:xfrm>
            <a:off x="5745480" y="6103620"/>
            <a:ext cx="83058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rPr>
              <a:t>知识库</a:t>
            </a:r>
          </a:p>
        </p:txBody>
      </p:sp>
      <p:sp>
        <p:nvSpPr>
          <p:cNvPr id="168" name="专业资产内容4-1">
            <a:extLst>
              <a:ext uri="{FF2B5EF4-FFF2-40B4-BE49-F238E27FC236}">
                <a16:creationId xmlns:a16="http://schemas.microsoft.com/office/drawing/2014/main" id="{99A8E8E5-EFA2-4124-A807-FBB9066246A2}"/>
              </a:ext>
            </a:extLst>
          </p:cNvPr>
          <p:cNvSpPr>
            <a:spLocks noGrp="1"/>
          </p:cNvSpPr>
          <p:nvPr/>
        </p:nvSpPr>
        <p:spPr>
          <a:xfrm>
            <a:off x="5745480" y="6301740"/>
            <a:ext cx="83820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案例库 | 问答库</a:t>
            </a:r>
          </a:p>
        </p:txBody>
      </p:sp>
      <p:sp>
        <p:nvSpPr>
          <p:cNvPr id="169" name="专业资产内容4-2">
            <a:extLst>
              <a:ext uri="{FF2B5EF4-FFF2-40B4-BE49-F238E27FC236}">
                <a16:creationId xmlns:a16="http://schemas.microsoft.com/office/drawing/2014/main" id="{E9766959-221B-46DA-A447-883CBD27AE90}"/>
              </a:ext>
            </a:extLst>
          </p:cNvPr>
          <p:cNvSpPr>
            <a:spLocks noGrp="1"/>
          </p:cNvSpPr>
          <p:nvPr/>
        </p:nvSpPr>
        <p:spPr>
          <a:xfrm>
            <a:off x="5745480" y="6461760"/>
            <a:ext cx="83820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经验库 | 术语库</a:t>
            </a:r>
          </a:p>
        </p:txBody>
      </p:sp>
      <p:sp>
        <p:nvSpPr>
          <p:cNvPr id="170" name="专业资产卡片5">
            <a:extLst>
              <a:ext uri="{FF2B5EF4-FFF2-40B4-BE49-F238E27FC236}">
                <a16:creationId xmlns:a16="http://schemas.microsoft.com/office/drawing/2014/main" id="{AA93A373-70A0-4AC7-A6DB-BE986C099233}"/>
              </a:ext>
            </a:extLst>
          </p:cNvPr>
          <p:cNvSpPr>
            <a:spLocks noGrp="1"/>
          </p:cNvSpPr>
          <p:nvPr/>
        </p:nvSpPr>
        <p:spPr>
          <a:xfrm>
            <a:off x="6713220" y="6050280"/>
            <a:ext cx="1440180" cy="609600"/>
          </a:xfrm>
          <a:prstGeom prst="roundRect">
            <a:avLst>
              <a:gd name="adj" fmla="val 5000"/>
            </a:avLst>
          </a:prstGeom>
          <a:solidFill>
            <a:srgbClr val="04253D"/>
          </a:solidFill>
          <a:ln w="6858">
            <a:solidFill>
              <a:srgbClr val="3F8CB3"/>
            </a:solidFill>
            <a:prstDash val="solid"/>
          </a:ln>
        </p:spPr>
      </p:sp>
      <p:pic>
        <p:nvPicPr>
          <p:cNvPr id="171" name="图片 170">
            <a:extLst>
              <a:ext uri="{FF2B5EF4-FFF2-40B4-BE49-F238E27FC236}">
                <a16:creationId xmlns:a16="http://schemas.microsoft.com/office/drawing/2014/main" id="{F99EAE33-A8C3-4E19-B1A8-706FD46A3BA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/>
        </p:blipFill>
        <p:spPr>
          <a:xfrm>
            <a:off x="6850380" y="6156960"/>
            <a:ext cx="312420" cy="350520"/>
          </a:xfrm>
          <a:prstGeom prst="rect">
            <a:avLst/>
          </a:prstGeom>
        </p:spPr>
      </p:pic>
      <p:sp>
        <p:nvSpPr>
          <p:cNvPr id="172" name="专业资产标题5">
            <a:extLst>
              <a:ext uri="{FF2B5EF4-FFF2-40B4-BE49-F238E27FC236}">
                <a16:creationId xmlns:a16="http://schemas.microsoft.com/office/drawing/2014/main" id="{93DD5A28-8EF6-4353-87C1-4120D8830E5F}"/>
              </a:ext>
            </a:extLst>
          </p:cNvPr>
          <p:cNvSpPr>
            <a:spLocks noGrp="1"/>
          </p:cNvSpPr>
          <p:nvPr/>
        </p:nvSpPr>
        <p:spPr>
          <a:xfrm>
            <a:off x="7216140" y="6103620"/>
            <a:ext cx="89916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rPr>
              <a:t>风险口径</a:t>
            </a:r>
          </a:p>
        </p:txBody>
      </p:sp>
      <p:sp>
        <p:nvSpPr>
          <p:cNvPr id="173" name="专业资产内容5-1">
            <a:extLst>
              <a:ext uri="{FF2B5EF4-FFF2-40B4-BE49-F238E27FC236}">
                <a16:creationId xmlns:a16="http://schemas.microsoft.com/office/drawing/2014/main" id="{502ED73E-EAB2-4884-BD08-D211187B2414}"/>
              </a:ext>
            </a:extLst>
          </p:cNvPr>
          <p:cNvSpPr>
            <a:spLocks noGrp="1"/>
          </p:cNvSpPr>
          <p:nvPr/>
        </p:nvSpPr>
        <p:spPr>
          <a:xfrm>
            <a:off x="7216140" y="6301740"/>
            <a:ext cx="90678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风险分类 | 影响维度</a:t>
            </a:r>
          </a:p>
        </p:txBody>
      </p:sp>
      <p:sp>
        <p:nvSpPr>
          <p:cNvPr id="174" name="专业资产内容5-2">
            <a:extLst>
              <a:ext uri="{FF2B5EF4-FFF2-40B4-BE49-F238E27FC236}">
                <a16:creationId xmlns:a16="http://schemas.microsoft.com/office/drawing/2014/main" id="{2F80DD0A-BBE4-4246-BA61-680612967EE6}"/>
              </a:ext>
            </a:extLst>
          </p:cNvPr>
          <p:cNvSpPr>
            <a:spLocks noGrp="1"/>
          </p:cNvSpPr>
          <p:nvPr/>
        </p:nvSpPr>
        <p:spPr>
          <a:xfrm>
            <a:off x="7216140" y="6461760"/>
            <a:ext cx="90678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风险等级 | 应对策略</a:t>
            </a:r>
          </a:p>
        </p:txBody>
      </p:sp>
      <p:sp>
        <p:nvSpPr>
          <p:cNvPr id="175" name="专业资产卡片6">
            <a:extLst>
              <a:ext uri="{FF2B5EF4-FFF2-40B4-BE49-F238E27FC236}">
                <a16:creationId xmlns:a16="http://schemas.microsoft.com/office/drawing/2014/main" id="{7D2F1E16-DB6C-4875-90CA-BBE7CFBB89D2}"/>
              </a:ext>
            </a:extLst>
          </p:cNvPr>
          <p:cNvSpPr>
            <a:spLocks noGrp="1"/>
          </p:cNvSpPr>
          <p:nvPr/>
        </p:nvSpPr>
        <p:spPr>
          <a:xfrm>
            <a:off x="8260080" y="6050280"/>
            <a:ext cx="1607820" cy="609600"/>
          </a:xfrm>
          <a:prstGeom prst="roundRect">
            <a:avLst>
              <a:gd name="adj" fmla="val 5000"/>
            </a:avLst>
          </a:prstGeom>
          <a:solidFill>
            <a:srgbClr val="04253D"/>
          </a:solidFill>
          <a:ln w="6858">
            <a:solidFill>
              <a:srgbClr val="3F8CB3"/>
            </a:solidFill>
            <a:prstDash val="solid"/>
          </a:ln>
        </p:spPr>
      </p:sp>
      <p:pic>
        <p:nvPicPr>
          <p:cNvPr id="176" name="图片 175">
            <a:extLst>
              <a:ext uri="{FF2B5EF4-FFF2-40B4-BE49-F238E27FC236}">
                <a16:creationId xmlns:a16="http://schemas.microsoft.com/office/drawing/2014/main" id="{6246A40D-245E-47A3-938C-27DAF24534A4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/>
        </p:blipFill>
        <p:spPr>
          <a:xfrm>
            <a:off x="8397240" y="6164580"/>
            <a:ext cx="266700" cy="342900"/>
          </a:xfrm>
          <a:prstGeom prst="rect">
            <a:avLst/>
          </a:prstGeom>
        </p:spPr>
      </p:pic>
      <p:sp>
        <p:nvSpPr>
          <p:cNvPr id="177" name="专业资产标题6">
            <a:extLst>
              <a:ext uri="{FF2B5EF4-FFF2-40B4-BE49-F238E27FC236}">
                <a16:creationId xmlns:a16="http://schemas.microsoft.com/office/drawing/2014/main" id="{ADA4695A-9064-4CF9-A70F-46C61F41E042}"/>
              </a:ext>
            </a:extLst>
          </p:cNvPr>
          <p:cNvSpPr>
            <a:spLocks noGrp="1"/>
          </p:cNvSpPr>
          <p:nvPr/>
        </p:nvSpPr>
        <p:spPr>
          <a:xfrm>
            <a:off x="8732520" y="6103620"/>
            <a:ext cx="109728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rPr>
              <a:t>成果模板</a:t>
            </a:r>
          </a:p>
        </p:txBody>
      </p:sp>
      <p:sp>
        <p:nvSpPr>
          <p:cNvPr id="178" name="专业资产内容6-1">
            <a:extLst>
              <a:ext uri="{FF2B5EF4-FFF2-40B4-BE49-F238E27FC236}">
                <a16:creationId xmlns:a16="http://schemas.microsoft.com/office/drawing/2014/main" id="{2CF646C9-6574-46BE-B6B7-CAECC09A5AD6}"/>
              </a:ext>
            </a:extLst>
          </p:cNvPr>
          <p:cNvSpPr>
            <a:spLocks noGrp="1"/>
          </p:cNvSpPr>
          <p:nvPr/>
        </p:nvSpPr>
        <p:spPr>
          <a:xfrm>
            <a:off x="8732520" y="6301740"/>
            <a:ext cx="110490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Excel 模板 | Word 模板</a:t>
            </a:r>
          </a:p>
        </p:txBody>
      </p:sp>
      <p:sp>
        <p:nvSpPr>
          <p:cNvPr id="179" name="专业资产内容6-2">
            <a:extLst>
              <a:ext uri="{FF2B5EF4-FFF2-40B4-BE49-F238E27FC236}">
                <a16:creationId xmlns:a16="http://schemas.microsoft.com/office/drawing/2014/main" id="{821EDA75-B038-4706-9405-397242AEA11E}"/>
              </a:ext>
            </a:extLst>
          </p:cNvPr>
          <p:cNvSpPr>
            <a:spLocks noGrp="1"/>
          </p:cNvSpPr>
          <p:nvPr/>
        </p:nvSpPr>
        <p:spPr>
          <a:xfrm>
            <a:off x="8732520" y="6461760"/>
            <a:ext cx="110490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报告模板 | 清单模板</a:t>
            </a:r>
          </a:p>
        </p:txBody>
      </p:sp>
      <p:sp>
        <p:nvSpPr>
          <p:cNvPr id="180" name="专业资产卡片7">
            <a:extLst>
              <a:ext uri="{FF2B5EF4-FFF2-40B4-BE49-F238E27FC236}">
                <a16:creationId xmlns:a16="http://schemas.microsoft.com/office/drawing/2014/main" id="{24EC5108-BAE5-4415-BBD9-B794C693FD13}"/>
              </a:ext>
            </a:extLst>
          </p:cNvPr>
          <p:cNvSpPr>
            <a:spLocks noGrp="1"/>
          </p:cNvSpPr>
          <p:nvPr/>
        </p:nvSpPr>
        <p:spPr>
          <a:xfrm>
            <a:off x="9974580" y="6050280"/>
            <a:ext cx="1440180" cy="609600"/>
          </a:xfrm>
          <a:prstGeom prst="roundRect">
            <a:avLst>
              <a:gd name="adj" fmla="val 5000"/>
            </a:avLst>
          </a:prstGeom>
          <a:solidFill>
            <a:srgbClr val="04253D"/>
          </a:solidFill>
          <a:ln w="6858">
            <a:solidFill>
              <a:srgbClr val="3F8CB3"/>
            </a:solidFill>
            <a:prstDash val="solid"/>
          </a:ln>
        </p:spPr>
      </p:sp>
      <p:pic>
        <p:nvPicPr>
          <p:cNvPr id="181" name="图片 180">
            <a:extLst>
              <a:ext uri="{FF2B5EF4-FFF2-40B4-BE49-F238E27FC236}">
                <a16:creationId xmlns:a16="http://schemas.microsoft.com/office/drawing/2014/main" id="{6E50720D-3D1C-41F0-B1A3-FECB1E2B666E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/>
        </p:blipFill>
        <p:spPr>
          <a:xfrm>
            <a:off x="10111740" y="6156960"/>
            <a:ext cx="289560" cy="358140"/>
          </a:xfrm>
          <a:prstGeom prst="rect">
            <a:avLst/>
          </a:prstGeom>
        </p:spPr>
      </p:pic>
      <p:sp>
        <p:nvSpPr>
          <p:cNvPr id="182" name="专业资产标题7">
            <a:extLst>
              <a:ext uri="{FF2B5EF4-FFF2-40B4-BE49-F238E27FC236}">
                <a16:creationId xmlns:a16="http://schemas.microsoft.com/office/drawing/2014/main" id="{997C73E4-6381-4B8C-AF9E-0F6F075C73F8}"/>
              </a:ext>
            </a:extLst>
          </p:cNvPr>
          <p:cNvSpPr>
            <a:spLocks noGrp="1"/>
          </p:cNvSpPr>
          <p:nvPr/>
        </p:nvSpPr>
        <p:spPr>
          <a:xfrm>
            <a:off x="10469880" y="6103620"/>
            <a:ext cx="90678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1">
                <a:solidFill>
                  <a:srgbClr val="B1F3FF"/>
                </a:solidFill>
                <a:latin typeface="Noto Sans CJK SC"/>
                <a:ea typeface="Noto Sans CJK SC"/>
                <a:cs typeface="Noto Sans CJK SC"/>
              </a:rPr>
              <a:t>验收样例</a:t>
            </a:r>
          </a:p>
        </p:txBody>
      </p:sp>
      <p:sp>
        <p:nvSpPr>
          <p:cNvPr id="183" name="专业资产内容7-1">
            <a:extLst>
              <a:ext uri="{FF2B5EF4-FFF2-40B4-BE49-F238E27FC236}">
                <a16:creationId xmlns:a16="http://schemas.microsoft.com/office/drawing/2014/main" id="{67EF0C94-E0CB-4AA3-A000-6D9B306C4AA5}"/>
              </a:ext>
            </a:extLst>
          </p:cNvPr>
          <p:cNvSpPr>
            <a:spLocks noGrp="1"/>
          </p:cNvSpPr>
          <p:nvPr/>
        </p:nvSpPr>
        <p:spPr>
          <a:xfrm>
            <a:off x="10469880" y="6301740"/>
            <a:ext cx="91440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验收标准 | 样例成果</a:t>
            </a:r>
          </a:p>
        </p:txBody>
      </p:sp>
      <p:sp>
        <p:nvSpPr>
          <p:cNvPr id="184" name="专业资产内容7-2">
            <a:extLst>
              <a:ext uri="{FF2B5EF4-FFF2-40B4-BE49-F238E27FC236}">
                <a16:creationId xmlns:a16="http://schemas.microsoft.com/office/drawing/2014/main" id="{C6A09666-DC13-48A1-A97D-BC6B76F4D6CD}"/>
              </a:ext>
            </a:extLst>
          </p:cNvPr>
          <p:cNvSpPr>
            <a:spLocks noGrp="1"/>
          </p:cNvSpPr>
          <p:nvPr/>
        </p:nvSpPr>
        <p:spPr>
          <a:xfrm>
            <a:off x="10469880" y="6461760"/>
            <a:ext cx="91440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8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复核要点 | 常见问题</a:t>
            </a:r>
          </a:p>
        </p:txBody>
      </p:sp>
      <p:sp>
        <p:nvSpPr>
          <p:cNvPr id="185" name="底座上接箭头1 连接线">
            <a:extLst>
              <a:ext uri="{FF2B5EF4-FFF2-40B4-BE49-F238E27FC236}">
                <a16:creationId xmlns:a16="http://schemas.microsoft.com/office/drawing/2014/main" id="{E2443507-9727-4C84-8FD9-EA2E58FDA7AF}"/>
              </a:ext>
            </a:extLst>
          </p:cNvPr>
          <p:cNvSpPr>
            <a:spLocks noGrp="1"/>
          </p:cNvSpPr>
          <p:nvPr/>
        </p:nvSpPr>
        <p:spPr>
          <a:xfrm>
            <a:off x="1417320" y="5654040"/>
            <a:ext cx="762" cy="68580"/>
          </a:xfrm>
          <a:custGeom>
            <a:avLst/>
            <a:gdLst/>
            <a:ahLst/>
            <a:cxnLst/>
            <a:rect l="0" t="0" r="0" b="0"/>
            <a:pathLst>
              <a:path w="762" h="68580">
                <a:moveTo>
                  <a:pt x="0" y="6858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9ABEE2"/>
            </a:solidFill>
            <a:prstDash val="solid"/>
          </a:ln>
        </p:spPr>
      </p:sp>
      <p:sp>
        <p:nvSpPr>
          <p:cNvPr id="186" name="底座上接箭头1 箭头">
            <a:extLst>
              <a:ext uri="{FF2B5EF4-FFF2-40B4-BE49-F238E27FC236}">
                <a16:creationId xmlns:a16="http://schemas.microsoft.com/office/drawing/2014/main" id="{32B95C78-2496-4CC6-B029-8D14EDD51A41}"/>
              </a:ext>
            </a:extLst>
          </p:cNvPr>
          <p:cNvSpPr>
            <a:spLocks noGrp="1"/>
          </p:cNvSpPr>
          <p:nvPr/>
        </p:nvSpPr>
        <p:spPr>
          <a:xfrm>
            <a:off x="1371600" y="5654040"/>
            <a:ext cx="91440" cy="76200"/>
          </a:xfrm>
          <a:custGeom>
            <a:avLst/>
            <a:gdLst/>
            <a:ahLst/>
            <a:cxnLst/>
            <a:rect l="0" t="0" r="0" b="0"/>
            <a:pathLst>
              <a:path w="91440" h="76200">
                <a:moveTo>
                  <a:pt x="45720" y="0"/>
                </a:moveTo>
                <a:lnTo>
                  <a:pt x="0" y="76200"/>
                </a:lnTo>
                <a:lnTo>
                  <a:pt x="91440" y="76200"/>
                </a:lnTo>
                <a:close/>
              </a:path>
            </a:pathLst>
          </a:custGeom>
          <a:solidFill>
            <a:srgbClr val="9ABEE2"/>
          </a:solidFill>
          <a:ln w="1524">
            <a:solidFill>
              <a:srgbClr val="9ABEE2"/>
            </a:solidFill>
            <a:prstDash val="solid"/>
          </a:ln>
        </p:spPr>
      </p:sp>
      <p:sp>
        <p:nvSpPr>
          <p:cNvPr id="187" name="底座上接箭头2 连接线">
            <a:extLst>
              <a:ext uri="{FF2B5EF4-FFF2-40B4-BE49-F238E27FC236}">
                <a16:creationId xmlns:a16="http://schemas.microsoft.com/office/drawing/2014/main" id="{98CBE229-0CF1-4EE7-8B8C-8FAE9EF72146}"/>
              </a:ext>
            </a:extLst>
          </p:cNvPr>
          <p:cNvSpPr>
            <a:spLocks noGrp="1"/>
          </p:cNvSpPr>
          <p:nvPr/>
        </p:nvSpPr>
        <p:spPr>
          <a:xfrm>
            <a:off x="3459480" y="5494020"/>
            <a:ext cx="762" cy="198120"/>
          </a:xfrm>
          <a:custGeom>
            <a:avLst/>
            <a:gdLst/>
            <a:ahLst/>
            <a:cxnLst/>
            <a:rect l="0" t="0" r="0" b="0"/>
            <a:pathLst>
              <a:path w="762" h="198120">
                <a:moveTo>
                  <a:pt x="0" y="19812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9ABEE2"/>
            </a:solidFill>
            <a:prstDash val="solid"/>
          </a:ln>
        </p:spPr>
      </p:sp>
      <p:sp>
        <p:nvSpPr>
          <p:cNvPr id="188" name="底座上接箭头2 箭头">
            <a:extLst>
              <a:ext uri="{FF2B5EF4-FFF2-40B4-BE49-F238E27FC236}">
                <a16:creationId xmlns:a16="http://schemas.microsoft.com/office/drawing/2014/main" id="{1DCC437C-658E-49CD-B682-7D82D1E6364E}"/>
              </a:ext>
            </a:extLst>
          </p:cNvPr>
          <p:cNvSpPr>
            <a:spLocks noGrp="1"/>
          </p:cNvSpPr>
          <p:nvPr/>
        </p:nvSpPr>
        <p:spPr>
          <a:xfrm>
            <a:off x="3413760" y="5494020"/>
            <a:ext cx="91440" cy="76200"/>
          </a:xfrm>
          <a:custGeom>
            <a:avLst/>
            <a:gdLst/>
            <a:ahLst/>
            <a:cxnLst/>
            <a:rect l="0" t="0" r="0" b="0"/>
            <a:pathLst>
              <a:path w="91440" h="76200">
                <a:moveTo>
                  <a:pt x="45720" y="0"/>
                </a:moveTo>
                <a:lnTo>
                  <a:pt x="0" y="76200"/>
                </a:lnTo>
                <a:lnTo>
                  <a:pt x="91440" y="76200"/>
                </a:lnTo>
                <a:close/>
              </a:path>
            </a:pathLst>
          </a:custGeom>
          <a:solidFill>
            <a:srgbClr val="9ABEE2"/>
          </a:solidFill>
          <a:ln w="1524">
            <a:solidFill>
              <a:srgbClr val="9ABEE2"/>
            </a:solidFill>
            <a:prstDash val="solid"/>
          </a:ln>
        </p:spPr>
      </p:sp>
      <p:sp>
        <p:nvSpPr>
          <p:cNvPr id="189" name="底座上接箭头3 连接线">
            <a:extLst>
              <a:ext uri="{FF2B5EF4-FFF2-40B4-BE49-F238E27FC236}">
                <a16:creationId xmlns:a16="http://schemas.microsoft.com/office/drawing/2014/main" id="{152F869F-375D-40E7-B6A0-90B3EB04A0AB}"/>
              </a:ext>
            </a:extLst>
          </p:cNvPr>
          <p:cNvSpPr>
            <a:spLocks noGrp="1"/>
          </p:cNvSpPr>
          <p:nvPr/>
        </p:nvSpPr>
        <p:spPr>
          <a:xfrm>
            <a:off x="8610600" y="5494020"/>
            <a:ext cx="762" cy="198120"/>
          </a:xfrm>
          <a:custGeom>
            <a:avLst/>
            <a:gdLst/>
            <a:ahLst/>
            <a:cxnLst/>
            <a:rect l="0" t="0" r="0" b="0"/>
            <a:pathLst>
              <a:path w="762" h="198120">
                <a:moveTo>
                  <a:pt x="0" y="19812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9ABEE2"/>
            </a:solidFill>
            <a:prstDash val="solid"/>
          </a:ln>
        </p:spPr>
      </p:sp>
      <p:sp>
        <p:nvSpPr>
          <p:cNvPr id="190" name="底座上接箭头3 箭头">
            <a:extLst>
              <a:ext uri="{FF2B5EF4-FFF2-40B4-BE49-F238E27FC236}">
                <a16:creationId xmlns:a16="http://schemas.microsoft.com/office/drawing/2014/main" id="{FA4B99BC-9570-48F8-91E8-99E31C5A4CDA}"/>
              </a:ext>
            </a:extLst>
          </p:cNvPr>
          <p:cNvSpPr>
            <a:spLocks noGrp="1"/>
          </p:cNvSpPr>
          <p:nvPr/>
        </p:nvSpPr>
        <p:spPr>
          <a:xfrm>
            <a:off x="8564880" y="5494020"/>
            <a:ext cx="91440" cy="76200"/>
          </a:xfrm>
          <a:custGeom>
            <a:avLst/>
            <a:gdLst/>
            <a:ahLst/>
            <a:cxnLst/>
            <a:rect l="0" t="0" r="0" b="0"/>
            <a:pathLst>
              <a:path w="91440" h="76200">
                <a:moveTo>
                  <a:pt x="45720" y="0"/>
                </a:moveTo>
                <a:lnTo>
                  <a:pt x="0" y="76200"/>
                </a:lnTo>
                <a:lnTo>
                  <a:pt x="91440" y="76200"/>
                </a:lnTo>
                <a:close/>
              </a:path>
            </a:pathLst>
          </a:custGeom>
          <a:solidFill>
            <a:srgbClr val="9ABEE2"/>
          </a:solidFill>
          <a:ln w="1524">
            <a:solidFill>
              <a:srgbClr val="9ABEE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6767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图片 156">
            <a:extLst>
              <a:ext uri="{FF2B5EF4-FFF2-40B4-BE49-F238E27FC236}">
                <a16:creationId xmlns:a16="http://schemas.microsoft.com/office/drawing/2014/main" id="{A803F618-8931-49DF-8F3D-F3A721D6F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" y="213360"/>
            <a:ext cx="1760220" cy="168402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B584892-2EFF-48B3-951A-13076F930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119360" y="213360"/>
            <a:ext cx="1996440" cy="168402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852D59-A8FA-4483-B62C-1AE079410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9060" y="5585460"/>
            <a:ext cx="929640" cy="101346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7DA3D1A-6BB9-4C92-B819-390A8B47D3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1353800" y="5577840"/>
            <a:ext cx="762000" cy="1257300"/>
          </a:xfrm>
          <a:prstGeom prst="rect">
            <a:avLst/>
          </a:prstGeom>
        </p:spPr>
      </p:pic>
      <p:sp>
        <p:nvSpPr>
          <p:cNvPr id="5" name="主标题">
            <a:extLst>
              <a:ext uri="{FF2B5EF4-FFF2-40B4-BE49-F238E27FC236}">
                <a16:creationId xmlns:a16="http://schemas.microsoft.com/office/drawing/2014/main" id="{FB51EF38-B52C-455B-83B5-7C9AE9A15250}"/>
              </a:ext>
            </a:extLst>
          </p:cNvPr>
          <p:cNvSpPr>
            <a:spLocks noGrp="1"/>
          </p:cNvSpPr>
          <p:nvPr/>
        </p:nvSpPr>
        <p:spPr>
          <a:xfrm>
            <a:off x="2880360" y="114300"/>
            <a:ext cx="7162800" cy="624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5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5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5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5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5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5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5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5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5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5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5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规则裁决、模型解释、人工负责</a:t>
            </a:r>
          </a:p>
        </p:txBody>
      </p:sp>
      <p:sp>
        <p:nvSpPr>
          <p:cNvPr id="6" name="副标题">
            <a:extLst>
              <a:ext uri="{FF2B5EF4-FFF2-40B4-BE49-F238E27FC236}">
                <a16:creationId xmlns:a16="http://schemas.microsoft.com/office/drawing/2014/main" id="{07E1850F-3EAB-40C2-B9D6-DE5652A965FC}"/>
              </a:ext>
            </a:extLst>
          </p:cNvPr>
          <p:cNvSpPr>
            <a:spLocks noGrp="1"/>
          </p:cNvSpPr>
          <p:nvPr/>
        </p:nvSpPr>
        <p:spPr>
          <a:xfrm>
            <a:off x="3771900" y="647700"/>
            <a:ext cx="5410200" cy="4038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不猜价格，让规则自己跑起来</a:t>
            </a:r>
          </a:p>
        </p:txBody>
      </p:sp>
      <p:sp>
        <p:nvSpPr>
          <p:cNvPr id="7" name="人工复核容器">
            <a:extLst>
              <a:ext uri="{FF2B5EF4-FFF2-40B4-BE49-F238E27FC236}">
                <a16:creationId xmlns:a16="http://schemas.microsoft.com/office/drawing/2014/main" id="{AAB55756-EF4A-48E2-816C-9443565C6EA6}"/>
              </a:ext>
            </a:extLst>
          </p:cNvPr>
          <p:cNvSpPr>
            <a:spLocks noGrp="1"/>
          </p:cNvSpPr>
          <p:nvPr/>
        </p:nvSpPr>
        <p:spPr>
          <a:xfrm>
            <a:off x="3444240" y="1135380"/>
            <a:ext cx="5372100" cy="739140"/>
          </a:xfrm>
          <a:prstGeom prst="roundRect">
            <a:avLst>
              <a:gd name="adj" fmla="val 6186"/>
            </a:avLst>
          </a:prstGeom>
          <a:solidFill>
            <a:srgbClr val="091C38"/>
          </a:solidFill>
          <a:ln w="7620">
            <a:solidFill>
              <a:srgbClr val="769AC7"/>
            </a:solidFill>
            <a:prstDash val="solid"/>
          </a:ln>
        </p:spPr>
      </p:sp>
      <p:sp>
        <p:nvSpPr>
          <p:cNvPr id="8" name="人工复核横线">
            <a:extLst>
              <a:ext uri="{FF2B5EF4-FFF2-40B4-BE49-F238E27FC236}">
                <a16:creationId xmlns:a16="http://schemas.microsoft.com/office/drawing/2014/main" id="{62635F4C-368E-4A04-B5F5-1D87A7514C57}"/>
              </a:ext>
            </a:extLst>
          </p:cNvPr>
          <p:cNvSpPr>
            <a:spLocks noGrp="1"/>
          </p:cNvSpPr>
          <p:nvPr/>
        </p:nvSpPr>
        <p:spPr>
          <a:xfrm>
            <a:off x="3451860" y="1546860"/>
            <a:ext cx="5356860" cy="762"/>
          </a:xfrm>
          <a:custGeom>
            <a:avLst/>
            <a:gdLst/>
            <a:ahLst/>
            <a:cxnLst/>
            <a:rect l="0" t="0" r="0" b="0"/>
            <a:pathLst>
              <a:path w="5356860" h="762">
                <a:moveTo>
                  <a:pt x="0" y="0"/>
                </a:moveTo>
                <a:lnTo>
                  <a:pt x="5356860" y="0"/>
                </a:lnTo>
              </a:path>
            </a:pathLst>
          </a:custGeom>
          <a:noFill/>
          <a:ln w="6096">
            <a:solidFill>
              <a:srgbClr val="6F8AAE"/>
            </a:solidFill>
            <a:prstDash val="solid"/>
          </a:ln>
        </p:spPr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A4FC4DC-8211-4D93-8C98-A2F1F31C0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901440" y="1211580"/>
            <a:ext cx="304800" cy="281940"/>
          </a:xfrm>
          <a:prstGeom prst="rect">
            <a:avLst/>
          </a:prstGeom>
        </p:spPr>
      </p:pic>
      <p:sp>
        <p:nvSpPr>
          <p:cNvPr id="10" name="人工复核主标题">
            <a:extLst>
              <a:ext uri="{FF2B5EF4-FFF2-40B4-BE49-F238E27FC236}">
                <a16:creationId xmlns:a16="http://schemas.microsoft.com/office/drawing/2014/main" id="{ADD45D6E-7231-4C2F-9422-314C633071ED}"/>
              </a:ext>
            </a:extLst>
          </p:cNvPr>
          <p:cNvSpPr>
            <a:spLocks noGrp="1"/>
          </p:cNvSpPr>
          <p:nvPr/>
        </p:nvSpPr>
        <p:spPr>
          <a:xfrm>
            <a:off x="4930140" y="1188720"/>
            <a:ext cx="371856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人工复核 | 处理争议与责任认定</a:t>
            </a:r>
          </a:p>
        </p:txBody>
      </p:sp>
      <p:sp>
        <p:nvSpPr>
          <p:cNvPr id="11" name="人工复核责任描述">
            <a:extLst>
              <a:ext uri="{FF2B5EF4-FFF2-40B4-BE49-F238E27FC236}">
                <a16:creationId xmlns:a16="http://schemas.microsoft.com/office/drawing/2014/main" id="{A87C0BC8-7C9F-4B94-B7DD-296075C50935}"/>
              </a:ext>
            </a:extLst>
          </p:cNvPr>
          <p:cNvSpPr>
            <a:spLocks noGrp="1"/>
          </p:cNvSpPr>
          <p:nvPr/>
        </p:nvSpPr>
        <p:spPr>
          <a:xfrm>
            <a:off x="4991100" y="1592580"/>
            <a:ext cx="371856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98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98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98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98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98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98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98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98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98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98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98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8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系统发现不确定性，专业人员确认边界</a:t>
            </a:r>
          </a:p>
        </p:txBody>
      </p:sp>
      <p:sp>
        <p:nvSpPr>
          <p:cNvPr id="12" name="人工复核下达 连接线">
            <a:extLst>
              <a:ext uri="{FF2B5EF4-FFF2-40B4-BE49-F238E27FC236}">
                <a16:creationId xmlns:a16="http://schemas.microsoft.com/office/drawing/2014/main" id="{B609226D-4BE9-4707-AB24-AEA77DCDC454}"/>
              </a:ext>
            </a:extLst>
          </p:cNvPr>
          <p:cNvSpPr>
            <a:spLocks noGrp="1"/>
          </p:cNvSpPr>
          <p:nvPr/>
        </p:nvSpPr>
        <p:spPr>
          <a:xfrm>
            <a:off x="4495800" y="1600200"/>
            <a:ext cx="762" cy="297180"/>
          </a:xfrm>
          <a:custGeom>
            <a:avLst/>
            <a:gdLst/>
            <a:ahLst/>
            <a:cxnLst/>
            <a:rect l="0" t="0" r="0" b="0"/>
            <a:pathLst>
              <a:path w="762" h="297180">
                <a:moveTo>
                  <a:pt x="0" y="0"/>
                </a:moveTo>
                <a:lnTo>
                  <a:pt x="0" y="297180"/>
                </a:lnTo>
              </a:path>
            </a:pathLst>
          </a:custGeom>
          <a:noFill/>
          <a:ln w="30480">
            <a:solidFill>
              <a:srgbClr val="C1D9F5"/>
            </a:solidFill>
            <a:prstDash val="solid"/>
          </a:ln>
        </p:spPr>
      </p:sp>
      <p:sp>
        <p:nvSpPr>
          <p:cNvPr id="13" name="人工复核下达 箭头">
            <a:extLst>
              <a:ext uri="{FF2B5EF4-FFF2-40B4-BE49-F238E27FC236}">
                <a16:creationId xmlns:a16="http://schemas.microsoft.com/office/drawing/2014/main" id="{1081D102-6826-48BA-A3B7-957111FBB0E9}"/>
              </a:ext>
            </a:extLst>
          </p:cNvPr>
          <p:cNvSpPr>
            <a:spLocks noGrp="1"/>
          </p:cNvSpPr>
          <p:nvPr/>
        </p:nvSpPr>
        <p:spPr>
          <a:xfrm>
            <a:off x="4440936" y="1805940"/>
            <a:ext cx="109728" cy="91440"/>
          </a:xfrm>
          <a:custGeom>
            <a:avLst/>
            <a:gdLst/>
            <a:ahLst/>
            <a:cxnLst/>
            <a:rect l="0" t="0" r="0" b="0"/>
            <a:pathLst>
              <a:path w="109728" h="91440">
                <a:moveTo>
                  <a:pt x="54864" y="91440"/>
                </a:moveTo>
                <a:lnTo>
                  <a:pt x="109728" y="0"/>
                </a:lnTo>
                <a:lnTo>
                  <a:pt x="0" y="0"/>
                </a:lnTo>
                <a:close/>
              </a:path>
            </a:pathLst>
          </a:custGeom>
          <a:solidFill>
            <a:srgbClr val="C1D9F5"/>
          </a:solidFill>
          <a:ln w="1524">
            <a:solidFill>
              <a:srgbClr val="C1D9F5"/>
            </a:solidFill>
            <a:prstDash val="solid"/>
          </a:ln>
        </p:spPr>
      </p:sp>
      <p:sp>
        <p:nvSpPr>
          <p:cNvPr id="14" name="人工复核上行 连接线">
            <a:extLst>
              <a:ext uri="{FF2B5EF4-FFF2-40B4-BE49-F238E27FC236}">
                <a16:creationId xmlns:a16="http://schemas.microsoft.com/office/drawing/2014/main" id="{D1EEB24D-0E70-480B-9257-5EF70378AD1C}"/>
              </a:ext>
            </a:extLst>
          </p:cNvPr>
          <p:cNvSpPr>
            <a:spLocks noGrp="1"/>
          </p:cNvSpPr>
          <p:nvPr/>
        </p:nvSpPr>
        <p:spPr>
          <a:xfrm>
            <a:off x="7757160" y="1592580"/>
            <a:ext cx="762" cy="304800"/>
          </a:xfrm>
          <a:custGeom>
            <a:avLst/>
            <a:gdLst/>
            <a:ahLst/>
            <a:cxnLst/>
            <a:rect l="0" t="0" r="0" b="0"/>
            <a:pathLst>
              <a:path w="762" h="304800">
                <a:moveTo>
                  <a:pt x="0" y="304800"/>
                </a:moveTo>
                <a:lnTo>
                  <a:pt x="0" y="0"/>
                </a:lnTo>
              </a:path>
            </a:pathLst>
          </a:custGeom>
          <a:noFill/>
          <a:ln w="30480">
            <a:solidFill>
              <a:srgbClr val="C1D9F5"/>
            </a:solidFill>
            <a:prstDash val="solid"/>
          </a:ln>
        </p:spPr>
      </p:sp>
      <p:sp>
        <p:nvSpPr>
          <p:cNvPr id="15" name="人工复核上行 箭头">
            <a:extLst>
              <a:ext uri="{FF2B5EF4-FFF2-40B4-BE49-F238E27FC236}">
                <a16:creationId xmlns:a16="http://schemas.microsoft.com/office/drawing/2014/main" id="{39536DF3-13DF-4FC7-9205-BE9665165BD8}"/>
              </a:ext>
            </a:extLst>
          </p:cNvPr>
          <p:cNvSpPr>
            <a:spLocks noGrp="1"/>
          </p:cNvSpPr>
          <p:nvPr/>
        </p:nvSpPr>
        <p:spPr>
          <a:xfrm>
            <a:off x="7702296" y="1592580"/>
            <a:ext cx="109728" cy="91440"/>
          </a:xfrm>
          <a:custGeom>
            <a:avLst/>
            <a:gdLst/>
            <a:ahLst/>
            <a:cxnLst/>
            <a:rect l="0" t="0" r="0" b="0"/>
            <a:pathLst>
              <a:path w="109728" h="91440">
                <a:moveTo>
                  <a:pt x="54864" y="0"/>
                </a:moveTo>
                <a:lnTo>
                  <a:pt x="0" y="91440"/>
                </a:lnTo>
                <a:lnTo>
                  <a:pt x="109728" y="91440"/>
                </a:lnTo>
                <a:close/>
              </a:path>
            </a:pathLst>
          </a:custGeom>
          <a:solidFill>
            <a:srgbClr val="C1D9F5"/>
          </a:solidFill>
          <a:ln w="1524">
            <a:solidFill>
              <a:srgbClr val="C1D9F5"/>
            </a:solidFill>
            <a:prstDash val="solid"/>
          </a:ln>
        </p:spPr>
      </p:sp>
      <p:sp>
        <p:nvSpPr>
          <p:cNvPr id="16" name="输入凭据边框">
            <a:extLst>
              <a:ext uri="{FF2B5EF4-FFF2-40B4-BE49-F238E27FC236}">
                <a16:creationId xmlns:a16="http://schemas.microsoft.com/office/drawing/2014/main" id="{CE902568-DB31-47F9-BEBF-FAE545989D76}"/>
              </a:ext>
            </a:extLst>
          </p:cNvPr>
          <p:cNvSpPr>
            <a:spLocks noGrp="1"/>
          </p:cNvSpPr>
          <p:nvPr/>
        </p:nvSpPr>
        <p:spPr>
          <a:xfrm>
            <a:off x="137160" y="1988820"/>
            <a:ext cx="2209800" cy="3406140"/>
          </a:xfrm>
          <a:prstGeom prst="roundRect">
            <a:avLst>
              <a:gd name="adj" fmla="val 1724"/>
            </a:avLst>
          </a:prstGeom>
          <a:noFill/>
          <a:ln w="8382">
            <a:solidFill>
              <a:srgbClr val="6E9BCD"/>
            </a:solidFill>
            <a:prstDash val="dash"/>
          </a:ln>
        </p:spPr>
      </p:sp>
      <p:sp>
        <p:nvSpPr>
          <p:cNvPr id="17" name="输入凭据卡片1">
            <a:extLst>
              <a:ext uri="{FF2B5EF4-FFF2-40B4-BE49-F238E27FC236}">
                <a16:creationId xmlns:a16="http://schemas.microsoft.com/office/drawing/2014/main" id="{B8C2CA25-DFF1-4B9C-9A6E-D6485BDBF34B}"/>
              </a:ext>
            </a:extLst>
          </p:cNvPr>
          <p:cNvSpPr>
            <a:spLocks noGrp="1"/>
          </p:cNvSpPr>
          <p:nvPr/>
        </p:nvSpPr>
        <p:spPr>
          <a:xfrm>
            <a:off x="220980" y="2095500"/>
            <a:ext cx="2034540" cy="556260"/>
          </a:xfrm>
          <a:prstGeom prst="roundRect">
            <a:avLst>
              <a:gd name="adj" fmla="val 10959"/>
            </a:avLst>
          </a:prstGeom>
          <a:solidFill>
            <a:srgbClr val="081A34"/>
          </a:solidFill>
          <a:ln w="7620">
            <a:solidFill>
              <a:srgbClr val="5D81AD"/>
            </a:solidFill>
            <a:prstDash val="solid"/>
          </a:ln>
        </p:spPr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1A1588C-111E-4B5C-9345-74E49DC842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42900" y="2171700"/>
            <a:ext cx="335280" cy="426720"/>
          </a:xfrm>
          <a:prstGeom prst="rect">
            <a:avLst/>
          </a:prstGeom>
        </p:spPr>
      </p:pic>
      <p:sp>
        <p:nvSpPr>
          <p:cNvPr id="19" name="输入凭据文字1">
            <a:extLst>
              <a:ext uri="{FF2B5EF4-FFF2-40B4-BE49-F238E27FC236}">
                <a16:creationId xmlns:a16="http://schemas.microsoft.com/office/drawing/2014/main" id="{EBA1F120-E6CA-45BA-AFF0-BD518700350C}"/>
              </a:ext>
            </a:extLst>
          </p:cNvPr>
          <p:cNvSpPr>
            <a:spLocks noGrp="1"/>
          </p:cNvSpPr>
          <p:nvPr/>
        </p:nvSpPr>
        <p:spPr>
          <a:xfrm>
            <a:off x="800100" y="2148840"/>
            <a:ext cx="14020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Excel | 清单 / 定额 /</a:t>
            </a:r>
          </a:p>
          <a:p>
            <a: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控制价</a:t>
            </a:r>
          </a:p>
        </p:txBody>
      </p:sp>
      <p:sp>
        <p:nvSpPr>
          <p:cNvPr id="20" name="输入到处理1 连接线">
            <a:extLst>
              <a:ext uri="{FF2B5EF4-FFF2-40B4-BE49-F238E27FC236}">
                <a16:creationId xmlns:a16="http://schemas.microsoft.com/office/drawing/2014/main" id="{4FFC96EC-F36E-452A-99D0-2F76306F6160}"/>
              </a:ext>
            </a:extLst>
          </p:cNvPr>
          <p:cNvSpPr>
            <a:spLocks noGrp="1"/>
          </p:cNvSpPr>
          <p:nvPr/>
        </p:nvSpPr>
        <p:spPr>
          <a:xfrm>
            <a:off x="2354580" y="2331720"/>
            <a:ext cx="350520" cy="762"/>
          </a:xfrm>
          <a:custGeom>
            <a:avLst/>
            <a:gdLst/>
            <a:ahLst/>
            <a:cxnLst/>
            <a:rect l="0" t="0" r="0" b="0"/>
            <a:pathLst>
              <a:path w="350520" h="762">
                <a:moveTo>
                  <a:pt x="0" y="0"/>
                </a:moveTo>
                <a:lnTo>
                  <a:pt x="350520" y="0"/>
                </a:lnTo>
              </a:path>
            </a:pathLst>
          </a:custGeom>
          <a:noFill/>
          <a:ln w="22860">
            <a:solidFill>
              <a:srgbClr val="ABC8EA"/>
            </a:solidFill>
            <a:prstDash val="solid"/>
          </a:ln>
        </p:spPr>
      </p:sp>
      <p:sp>
        <p:nvSpPr>
          <p:cNvPr id="21" name="输入到处理1 箭头">
            <a:extLst>
              <a:ext uri="{FF2B5EF4-FFF2-40B4-BE49-F238E27FC236}">
                <a16:creationId xmlns:a16="http://schemas.microsoft.com/office/drawing/2014/main" id="{4F549940-9178-4077-8A22-66E7697F856B}"/>
              </a:ext>
            </a:extLst>
          </p:cNvPr>
          <p:cNvSpPr>
            <a:spLocks noGrp="1"/>
          </p:cNvSpPr>
          <p:nvPr/>
        </p:nvSpPr>
        <p:spPr>
          <a:xfrm>
            <a:off x="2613660" y="227685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22" name="输入凭据卡片2">
            <a:extLst>
              <a:ext uri="{FF2B5EF4-FFF2-40B4-BE49-F238E27FC236}">
                <a16:creationId xmlns:a16="http://schemas.microsoft.com/office/drawing/2014/main" id="{C6938B41-D864-41BA-A89E-DAAAED2EFE7F}"/>
              </a:ext>
            </a:extLst>
          </p:cNvPr>
          <p:cNvSpPr>
            <a:spLocks noGrp="1"/>
          </p:cNvSpPr>
          <p:nvPr/>
        </p:nvSpPr>
        <p:spPr>
          <a:xfrm>
            <a:off x="220980" y="2819400"/>
            <a:ext cx="2034540" cy="556260"/>
          </a:xfrm>
          <a:prstGeom prst="roundRect">
            <a:avLst>
              <a:gd name="adj" fmla="val 10959"/>
            </a:avLst>
          </a:prstGeom>
          <a:solidFill>
            <a:srgbClr val="081A34"/>
          </a:solidFill>
          <a:ln w="7620">
            <a:solidFill>
              <a:srgbClr val="5D81AD"/>
            </a:solidFill>
            <a:prstDash val="solid"/>
          </a:ln>
        </p:spPr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8941C79-731E-4DBF-8834-1EA0AC34F6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42900" y="2895600"/>
            <a:ext cx="335280" cy="396240"/>
          </a:xfrm>
          <a:prstGeom prst="rect">
            <a:avLst/>
          </a:prstGeom>
        </p:spPr>
      </p:pic>
      <p:sp>
        <p:nvSpPr>
          <p:cNvPr id="24" name="输入凭据文字2">
            <a:extLst>
              <a:ext uri="{FF2B5EF4-FFF2-40B4-BE49-F238E27FC236}">
                <a16:creationId xmlns:a16="http://schemas.microsoft.com/office/drawing/2014/main" id="{7A5218D9-A07E-49DC-8E77-040CED415A29}"/>
              </a:ext>
            </a:extLst>
          </p:cNvPr>
          <p:cNvSpPr>
            <a:spLocks noGrp="1"/>
          </p:cNvSpPr>
          <p:nvPr/>
        </p:nvSpPr>
        <p:spPr>
          <a:xfrm>
            <a:off x="800100" y="2872740"/>
            <a:ext cx="14020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Word | 标准 / 合同 /</a:t>
            </a:r>
          </a:p>
          <a:p>
            <a:pPr algn="l">
              <a:def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说明</a:t>
            </a:r>
          </a:p>
        </p:txBody>
      </p:sp>
      <p:sp>
        <p:nvSpPr>
          <p:cNvPr id="25" name="输入到处理2 连接线">
            <a:extLst>
              <a:ext uri="{FF2B5EF4-FFF2-40B4-BE49-F238E27FC236}">
                <a16:creationId xmlns:a16="http://schemas.microsoft.com/office/drawing/2014/main" id="{5A6D690A-9F22-4EA4-A070-E65C17F5B8E9}"/>
              </a:ext>
            </a:extLst>
          </p:cNvPr>
          <p:cNvSpPr>
            <a:spLocks noGrp="1"/>
          </p:cNvSpPr>
          <p:nvPr/>
        </p:nvSpPr>
        <p:spPr>
          <a:xfrm>
            <a:off x="2354580" y="3055620"/>
            <a:ext cx="350520" cy="762"/>
          </a:xfrm>
          <a:custGeom>
            <a:avLst/>
            <a:gdLst/>
            <a:ahLst/>
            <a:cxnLst/>
            <a:rect l="0" t="0" r="0" b="0"/>
            <a:pathLst>
              <a:path w="350520" h="762">
                <a:moveTo>
                  <a:pt x="0" y="0"/>
                </a:moveTo>
                <a:lnTo>
                  <a:pt x="350520" y="0"/>
                </a:lnTo>
              </a:path>
            </a:pathLst>
          </a:custGeom>
          <a:noFill/>
          <a:ln w="22860">
            <a:solidFill>
              <a:srgbClr val="ABC8EA"/>
            </a:solidFill>
            <a:prstDash val="solid"/>
          </a:ln>
        </p:spPr>
      </p:sp>
      <p:sp>
        <p:nvSpPr>
          <p:cNvPr id="26" name="输入到处理2 箭头">
            <a:extLst>
              <a:ext uri="{FF2B5EF4-FFF2-40B4-BE49-F238E27FC236}">
                <a16:creationId xmlns:a16="http://schemas.microsoft.com/office/drawing/2014/main" id="{A0F83504-64CC-4BE7-8356-843A839D828B}"/>
              </a:ext>
            </a:extLst>
          </p:cNvPr>
          <p:cNvSpPr>
            <a:spLocks noGrp="1"/>
          </p:cNvSpPr>
          <p:nvPr/>
        </p:nvSpPr>
        <p:spPr>
          <a:xfrm>
            <a:off x="2613660" y="300075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27" name="输入凭据卡片3">
            <a:extLst>
              <a:ext uri="{FF2B5EF4-FFF2-40B4-BE49-F238E27FC236}">
                <a16:creationId xmlns:a16="http://schemas.microsoft.com/office/drawing/2014/main" id="{C8C34715-03B3-4F09-AB3D-A022CD0F297D}"/>
              </a:ext>
            </a:extLst>
          </p:cNvPr>
          <p:cNvSpPr>
            <a:spLocks noGrp="1"/>
          </p:cNvSpPr>
          <p:nvPr/>
        </p:nvSpPr>
        <p:spPr>
          <a:xfrm>
            <a:off x="220980" y="3543300"/>
            <a:ext cx="2034540" cy="556260"/>
          </a:xfrm>
          <a:prstGeom prst="roundRect">
            <a:avLst>
              <a:gd name="adj" fmla="val 10959"/>
            </a:avLst>
          </a:prstGeom>
          <a:solidFill>
            <a:srgbClr val="081A34"/>
          </a:solidFill>
          <a:ln w="7620">
            <a:solidFill>
              <a:srgbClr val="5D81AD"/>
            </a:solidFill>
            <a:prstDash val="solid"/>
          </a:ln>
        </p:spPr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3F786D10-C2BA-4278-9421-F0B18DA0F1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35280" y="3627120"/>
            <a:ext cx="335280" cy="388620"/>
          </a:xfrm>
          <a:prstGeom prst="rect">
            <a:avLst/>
          </a:prstGeom>
        </p:spPr>
      </p:pic>
      <p:sp>
        <p:nvSpPr>
          <p:cNvPr id="29" name="输入凭据文字3">
            <a:extLst>
              <a:ext uri="{FF2B5EF4-FFF2-40B4-BE49-F238E27FC236}">
                <a16:creationId xmlns:a16="http://schemas.microsoft.com/office/drawing/2014/main" id="{E393AA33-92D6-4A7F-B8F2-D43BED7345AC}"/>
              </a:ext>
            </a:extLst>
          </p:cNvPr>
          <p:cNvSpPr>
            <a:spLocks noGrp="1"/>
          </p:cNvSpPr>
          <p:nvPr/>
        </p:nvSpPr>
        <p:spPr>
          <a:xfrm>
            <a:off x="800100" y="3596640"/>
            <a:ext cx="14020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证据材料 | 图纸 /</a:t>
            </a:r>
          </a:p>
          <a:p>
            <a: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变更 / 签证</a:t>
            </a:r>
          </a:p>
        </p:txBody>
      </p:sp>
      <p:sp>
        <p:nvSpPr>
          <p:cNvPr id="30" name="输入到处理3 连接线">
            <a:extLst>
              <a:ext uri="{FF2B5EF4-FFF2-40B4-BE49-F238E27FC236}">
                <a16:creationId xmlns:a16="http://schemas.microsoft.com/office/drawing/2014/main" id="{9107A9DF-FA06-45FC-B52F-A14E179D6F6D}"/>
              </a:ext>
            </a:extLst>
          </p:cNvPr>
          <p:cNvSpPr>
            <a:spLocks noGrp="1"/>
          </p:cNvSpPr>
          <p:nvPr/>
        </p:nvSpPr>
        <p:spPr>
          <a:xfrm>
            <a:off x="2354580" y="3779520"/>
            <a:ext cx="350520" cy="762"/>
          </a:xfrm>
          <a:custGeom>
            <a:avLst/>
            <a:gdLst/>
            <a:ahLst/>
            <a:cxnLst/>
            <a:rect l="0" t="0" r="0" b="0"/>
            <a:pathLst>
              <a:path w="350520" h="762">
                <a:moveTo>
                  <a:pt x="0" y="0"/>
                </a:moveTo>
                <a:lnTo>
                  <a:pt x="350520" y="0"/>
                </a:lnTo>
              </a:path>
            </a:pathLst>
          </a:custGeom>
          <a:noFill/>
          <a:ln w="22860">
            <a:solidFill>
              <a:srgbClr val="ABC8EA"/>
            </a:solidFill>
            <a:prstDash val="solid"/>
          </a:ln>
        </p:spPr>
      </p:sp>
      <p:sp>
        <p:nvSpPr>
          <p:cNvPr id="31" name="输入到处理3 箭头">
            <a:extLst>
              <a:ext uri="{FF2B5EF4-FFF2-40B4-BE49-F238E27FC236}">
                <a16:creationId xmlns:a16="http://schemas.microsoft.com/office/drawing/2014/main" id="{A9FEAA3F-4A47-4E82-9579-E5A42C7F5461}"/>
              </a:ext>
            </a:extLst>
          </p:cNvPr>
          <p:cNvSpPr>
            <a:spLocks noGrp="1"/>
          </p:cNvSpPr>
          <p:nvPr/>
        </p:nvSpPr>
        <p:spPr>
          <a:xfrm>
            <a:off x="2613660" y="372465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32" name="输入凭据卡片4">
            <a:extLst>
              <a:ext uri="{FF2B5EF4-FFF2-40B4-BE49-F238E27FC236}">
                <a16:creationId xmlns:a16="http://schemas.microsoft.com/office/drawing/2014/main" id="{D0BB30E5-8F0E-4DCB-BCAA-4C887453C768}"/>
              </a:ext>
            </a:extLst>
          </p:cNvPr>
          <p:cNvSpPr>
            <a:spLocks noGrp="1"/>
          </p:cNvSpPr>
          <p:nvPr/>
        </p:nvSpPr>
        <p:spPr>
          <a:xfrm>
            <a:off x="220980" y="4267200"/>
            <a:ext cx="2034540" cy="556260"/>
          </a:xfrm>
          <a:prstGeom prst="roundRect">
            <a:avLst>
              <a:gd name="adj" fmla="val 10959"/>
            </a:avLst>
          </a:prstGeom>
          <a:solidFill>
            <a:srgbClr val="081A34"/>
          </a:solidFill>
          <a:ln w="7620">
            <a:solidFill>
              <a:srgbClr val="5D81AD"/>
            </a:solidFill>
            <a:prstDash val="solid"/>
          </a:ln>
        </p:spPr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66649235-2DEC-4A23-AC72-8F9229D94F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335280" y="4358640"/>
            <a:ext cx="342900" cy="411480"/>
          </a:xfrm>
          <a:prstGeom prst="rect">
            <a:avLst/>
          </a:prstGeom>
        </p:spPr>
      </p:pic>
      <p:sp>
        <p:nvSpPr>
          <p:cNvPr id="34" name="输入凭据文字4">
            <a:extLst>
              <a:ext uri="{FF2B5EF4-FFF2-40B4-BE49-F238E27FC236}">
                <a16:creationId xmlns:a16="http://schemas.microsoft.com/office/drawing/2014/main" id="{8AEDE3FB-A2AE-4722-ADDA-351ED6178684}"/>
              </a:ext>
            </a:extLst>
          </p:cNvPr>
          <p:cNvSpPr>
            <a:spLocks noGrp="1"/>
          </p:cNvSpPr>
          <p:nvPr/>
        </p:nvSpPr>
        <p:spPr>
          <a:xfrm>
            <a:off x="800100" y="4320540"/>
            <a:ext cx="14020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规则更新 | 标准 /</a:t>
            </a:r>
          </a:p>
          <a:p>
            <a: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政策 / 通知</a:t>
            </a:r>
          </a:p>
        </p:txBody>
      </p:sp>
      <p:sp>
        <p:nvSpPr>
          <p:cNvPr id="35" name="输入到处理4 连接线">
            <a:extLst>
              <a:ext uri="{FF2B5EF4-FFF2-40B4-BE49-F238E27FC236}">
                <a16:creationId xmlns:a16="http://schemas.microsoft.com/office/drawing/2014/main" id="{9AE5C48F-9576-403F-8BD8-C5313CBC9F24}"/>
              </a:ext>
            </a:extLst>
          </p:cNvPr>
          <p:cNvSpPr>
            <a:spLocks noGrp="1"/>
          </p:cNvSpPr>
          <p:nvPr/>
        </p:nvSpPr>
        <p:spPr>
          <a:xfrm>
            <a:off x="2354580" y="4503420"/>
            <a:ext cx="350520" cy="762"/>
          </a:xfrm>
          <a:custGeom>
            <a:avLst/>
            <a:gdLst/>
            <a:ahLst/>
            <a:cxnLst/>
            <a:rect l="0" t="0" r="0" b="0"/>
            <a:pathLst>
              <a:path w="350520" h="762">
                <a:moveTo>
                  <a:pt x="0" y="0"/>
                </a:moveTo>
                <a:lnTo>
                  <a:pt x="350520" y="0"/>
                </a:lnTo>
              </a:path>
            </a:pathLst>
          </a:custGeom>
          <a:noFill/>
          <a:ln w="22860">
            <a:solidFill>
              <a:srgbClr val="ABC8EA"/>
            </a:solidFill>
            <a:prstDash val="solid"/>
          </a:ln>
        </p:spPr>
      </p:sp>
      <p:sp>
        <p:nvSpPr>
          <p:cNvPr id="36" name="输入到处理4 箭头">
            <a:extLst>
              <a:ext uri="{FF2B5EF4-FFF2-40B4-BE49-F238E27FC236}">
                <a16:creationId xmlns:a16="http://schemas.microsoft.com/office/drawing/2014/main" id="{2AA9F320-A00C-42CD-B77B-7F3021C1C236}"/>
              </a:ext>
            </a:extLst>
          </p:cNvPr>
          <p:cNvSpPr>
            <a:spLocks noGrp="1"/>
          </p:cNvSpPr>
          <p:nvPr/>
        </p:nvSpPr>
        <p:spPr>
          <a:xfrm>
            <a:off x="2613660" y="444855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37" name="规则架构总框">
            <a:extLst>
              <a:ext uri="{FF2B5EF4-FFF2-40B4-BE49-F238E27FC236}">
                <a16:creationId xmlns:a16="http://schemas.microsoft.com/office/drawing/2014/main" id="{5C4065F7-0244-4428-80B9-13E0BC7E824E}"/>
              </a:ext>
            </a:extLst>
          </p:cNvPr>
          <p:cNvSpPr>
            <a:spLocks noGrp="1"/>
          </p:cNvSpPr>
          <p:nvPr/>
        </p:nvSpPr>
        <p:spPr>
          <a:xfrm>
            <a:off x="2781300" y="1988820"/>
            <a:ext cx="6233160" cy="3505200"/>
          </a:xfrm>
          <a:prstGeom prst="roundRect">
            <a:avLst>
              <a:gd name="adj" fmla="val 1087"/>
            </a:avLst>
          </a:prstGeom>
          <a:noFill/>
          <a:ln w="9906">
            <a:solidFill>
              <a:srgbClr val="74A6DB"/>
            </a:solidFill>
            <a:prstDash val="solid"/>
          </a:ln>
        </p:spPr>
      </p:sp>
      <p:sp>
        <p:nvSpPr>
          <p:cNvPr id="38" name="规则架构层1">
            <a:extLst>
              <a:ext uri="{FF2B5EF4-FFF2-40B4-BE49-F238E27FC236}">
                <a16:creationId xmlns:a16="http://schemas.microsoft.com/office/drawing/2014/main" id="{AD9E55C4-D63E-492E-A5C3-34D012F99B20}"/>
              </a:ext>
            </a:extLst>
          </p:cNvPr>
          <p:cNvSpPr>
            <a:spLocks noGrp="1"/>
          </p:cNvSpPr>
          <p:nvPr/>
        </p:nvSpPr>
        <p:spPr>
          <a:xfrm>
            <a:off x="2819400" y="2026920"/>
            <a:ext cx="6118860" cy="533400"/>
          </a:xfrm>
          <a:prstGeom prst="roundRect">
            <a:avLst>
              <a:gd name="adj" fmla="val 4286"/>
            </a:avLst>
          </a:prstGeom>
          <a:gradFill>
            <a:gsLst>
              <a:gs pos="0">
                <a:srgbClr val="102F56"/>
              </a:gs>
              <a:gs pos="100000">
                <a:srgbClr val="112C51"/>
              </a:gs>
            </a:gsLst>
            <a:lin ang="0"/>
          </a:gradFill>
          <a:ln w="7620">
            <a:solidFill>
              <a:srgbClr val="4B7DB5"/>
            </a:solidFill>
            <a:prstDash val="solid"/>
          </a:ln>
        </p:spPr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1E16E4DB-FFD5-45D0-BA1D-FB53ACE5E27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2918460" y="2133600"/>
            <a:ext cx="335280" cy="304800"/>
          </a:xfrm>
          <a:prstGeom prst="rect">
            <a:avLst/>
          </a:prstGeom>
        </p:spPr>
      </p:pic>
      <p:sp>
        <p:nvSpPr>
          <p:cNvPr id="40" name="规则架构层名称1">
            <a:extLst>
              <a:ext uri="{FF2B5EF4-FFF2-40B4-BE49-F238E27FC236}">
                <a16:creationId xmlns:a16="http://schemas.microsoft.com/office/drawing/2014/main" id="{04B8FE3C-3097-439C-A9D5-5D75518AD411}"/>
              </a:ext>
            </a:extLst>
          </p:cNvPr>
          <p:cNvSpPr>
            <a:spLocks noGrp="1"/>
          </p:cNvSpPr>
          <p:nvPr/>
        </p:nvSpPr>
        <p:spPr>
          <a:xfrm>
            <a:off x="3329940" y="2095500"/>
            <a:ext cx="1196340" cy="396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1. 业务应用层</a:t>
            </a:r>
          </a:p>
        </p:txBody>
      </p:sp>
      <p:sp>
        <p:nvSpPr>
          <p:cNvPr id="41" name="第1层功能卡1">
            <a:extLst>
              <a:ext uri="{FF2B5EF4-FFF2-40B4-BE49-F238E27FC236}">
                <a16:creationId xmlns:a16="http://schemas.microsoft.com/office/drawing/2014/main" id="{A65EF0EC-3962-4885-843A-2A9B6B164B48}"/>
              </a:ext>
            </a:extLst>
          </p:cNvPr>
          <p:cNvSpPr>
            <a:spLocks noGrp="1"/>
          </p:cNvSpPr>
          <p:nvPr/>
        </p:nvSpPr>
        <p:spPr>
          <a:xfrm>
            <a:off x="4572000" y="2148840"/>
            <a:ext cx="105156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42" name="第1层功能1">
            <a:extLst>
              <a:ext uri="{FF2B5EF4-FFF2-40B4-BE49-F238E27FC236}">
                <a16:creationId xmlns:a16="http://schemas.microsoft.com/office/drawing/2014/main" id="{59092810-ECDA-4F8A-B530-C2D672BEF8A0}"/>
              </a:ext>
            </a:extLst>
          </p:cNvPr>
          <p:cNvSpPr>
            <a:spLocks noGrp="1"/>
          </p:cNvSpPr>
          <p:nvPr/>
        </p:nvSpPr>
        <p:spPr>
          <a:xfrm>
            <a:off x="4602480" y="2171700"/>
            <a:ext cx="99060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限价编制</a:t>
            </a:r>
          </a:p>
        </p:txBody>
      </p:sp>
      <p:sp>
        <p:nvSpPr>
          <p:cNvPr id="43" name="第1层功能卡2">
            <a:extLst>
              <a:ext uri="{FF2B5EF4-FFF2-40B4-BE49-F238E27FC236}">
                <a16:creationId xmlns:a16="http://schemas.microsoft.com/office/drawing/2014/main" id="{C0203CD7-43D1-48CB-8028-7CFF4C42F7BA}"/>
              </a:ext>
            </a:extLst>
          </p:cNvPr>
          <p:cNvSpPr>
            <a:spLocks noGrp="1"/>
          </p:cNvSpPr>
          <p:nvPr/>
        </p:nvSpPr>
        <p:spPr>
          <a:xfrm>
            <a:off x="5661660" y="2148840"/>
            <a:ext cx="103632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44" name="第1层功能2">
            <a:extLst>
              <a:ext uri="{FF2B5EF4-FFF2-40B4-BE49-F238E27FC236}">
                <a16:creationId xmlns:a16="http://schemas.microsoft.com/office/drawing/2014/main" id="{D2A538ED-1514-482A-8465-81F6AEB195BB}"/>
              </a:ext>
            </a:extLst>
          </p:cNvPr>
          <p:cNvSpPr>
            <a:spLocks noGrp="1"/>
          </p:cNvSpPr>
          <p:nvPr/>
        </p:nvSpPr>
        <p:spPr>
          <a:xfrm>
            <a:off x="5692140" y="2171700"/>
            <a:ext cx="9753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复核解释</a:t>
            </a:r>
          </a:p>
        </p:txBody>
      </p:sp>
      <p:sp>
        <p:nvSpPr>
          <p:cNvPr id="45" name="第1层功能卡3">
            <a:extLst>
              <a:ext uri="{FF2B5EF4-FFF2-40B4-BE49-F238E27FC236}">
                <a16:creationId xmlns:a16="http://schemas.microsoft.com/office/drawing/2014/main" id="{25E2C745-E9DF-4796-B892-15D120EDFB08}"/>
              </a:ext>
            </a:extLst>
          </p:cNvPr>
          <p:cNvSpPr>
            <a:spLocks noGrp="1"/>
          </p:cNvSpPr>
          <p:nvPr/>
        </p:nvSpPr>
        <p:spPr>
          <a:xfrm>
            <a:off x="6720840" y="2148840"/>
            <a:ext cx="103632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46" name="第1层功能3">
            <a:extLst>
              <a:ext uri="{FF2B5EF4-FFF2-40B4-BE49-F238E27FC236}">
                <a16:creationId xmlns:a16="http://schemas.microsoft.com/office/drawing/2014/main" id="{504335B2-7A3B-43E6-8E6F-112424F5F880}"/>
              </a:ext>
            </a:extLst>
          </p:cNvPr>
          <p:cNvSpPr>
            <a:spLocks noGrp="1"/>
          </p:cNvSpPr>
          <p:nvPr/>
        </p:nvSpPr>
        <p:spPr>
          <a:xfrm>
            <a:off x="6751320" y="2171700"/>
            <a:ext cx="9753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风险报告</a:t>
            </a:r>
          </a:p>
        </p:txBody>
      </p:sp>
      <p:sp>
        <p:nvSpPr>
          <p:cNvPr id="47" name="第1层功能卡4">
            <a:extLst>
              <a:ext uri="{FF2B5EF4-FFF2-40B4-BE49-F238E27FC236}">
                <a16:creationId xmlns:a16="http://schemas.microsoft.com/office/drawing/2014/main" id="{97832E87-648E-4D9F-A233-68925BBB8417}"/>
              </a:ext>
            </a:extLst>
          </p:cNvPr>
          <p:cNvSpPr>
            <a:spLocks noGrp="1"/>
          </p:cNvSpPr>
          <p:nvPr/>
        </p:nvSpPr>
        <p:spPr>
          <a:xfrm>
            <a:off x="7787640" y="2148840"/>
            <a:ext cx="104394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48" name="第1层功能4">
            <a:extLst>
              <a:ext uri="{FF2B5EF4-FFF2-40B4-BE49-F238E27FC236}">
                <a16:creationId xmlns:a16="http://schemas.microsoft.com/office/drawing/2014/main" id="{3EE6B472-B0C4-48EC-B2B0-E5D66994123B}"/>
              </a:ext>
            </a:extLst>
          </p:cNvPr>
          <p:cNvSpPr>
            <a:spLocks noGrp="1"/>
          </p:cNvSpPr>
          <p:nvPr/>
        </p:nvSpPr>
        <p:spPr>
          <a:xfrm>
            <a:off x="7818120" y="2171700"/>
            <a:ext cx="98298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成果导出</a:t>
            </a:r>
          </a:p>
        </p:txBody>
      </p:sp>
      <p:sp>
        <p:nvSpPr>
          <p:cNvPr id="49" name="规则架构层2">
            <a:extLst>
              <a:ext uri="{FF2B5EF4-FFF2-40B4-BE49-F238E27FC236}">
                <a16:creationId xmlns:a16="http://schemas.microsoft.com/office/drawing/2014/main" id="{4BA7F716-FC54-47E0-94E9-FD59DD2E8F5F}"/>
              </a:ext>
            </a:extLst>
          </p:cNvPr>
          <p:cNvSpPr>
            <a:spLocks noGrp="1"/>
          </p:cNvSpPr>
          <p:nvPr/>
        </p:nvSpPr>
        <p:spPr>
          <a:xfrm>
            <a:off x="2819400" y="2659380"/>
            <a:ext cx="6118860" cy="54864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102F56"/>
              </a:gs>
              <a:gs pos="100000">
                <a:srgbClr val="112C51"/>
              </a:gs>
            </a:gsLst>
            <a:lin ang="0"/>
          </a:gradFill>
          <a:ln w="7620">
            <a:solidFill>
              <a:srgbClr val="4B7DB5"/>
            </a:solidFill>
            <a:prstDash val="solid"/>
          </a:ln>
        </p:spPr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20ABAAF4-AFB7-4B8C-9A88-0A594149BE8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2910840" y="2750820"/>
            <a:ext cx="342900" cy="373380"/>
          </a:xfrm>
          <a:prstGeom prst="rect">
            <a:avLst/>
          </a:prstGeom>
        </p:spPr>
      </p:pic>
      <p:sp>
        <p:nvSpPr>
          <p:cNvPr id="51" name="规则架构层名称2">
            <a:extLst>
              <a:ext uri="{FF2B5EF4-FFF2-40B4-BE49-F238E27FC236}">
                <a16:creationId xmlns:a16="http://schemas.microsoft.com/office/drawing/2014/main" id="{70947F2F-CB99-4B0A-9540-03721F223F61}"/>
              </a:ext>
            </a:extLst>
          </p:cNvPr>
          <p:cNvSpPr>
            <a:spLocks noGrp="1"/>
          </p:cNvSpPr>
          <p:nvPr/>
        </p:nvSpPr>
        <p:spPr>
          <a:xfrm>
            <a:off x="3329940" y="2727960"/>
            <a:ext cx="119634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2. 大模型协同层</a:t>
            </a:r>
          </a:p>
        </p:txBody>
      </p:sp>
      <p:sp>
        <p:nvSpPr>
          <p:cNvPr id="52" name="第2层功能卡1">
            <a:extLst>
              <a:ext uri="{FF2B5EF4-FFF2-40B4-BE49-F238E27FC236}">
                <a16:creationId xmlns:a16="http://schemas.microsoft.com/office/drawing/2014/main" id="{6BAFBFAB-64B9-4071-9AA2-447322F459B0}"/>
              </a:ext>
            </a:extLst>
          </p:cNvPr>
          <p:cNvSpPr>
            <a:spLocks noGrp="1"/>
          </p:cNvSpPr>
          <p:nvPr/>
        </p:nvSpPr>
        <p:spPr>
          <a:xfrm>
            <a:off x="4587240" y="2781300"/>
            <a:ext cx="105156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53" name="第2层功能1">
            <a:extLst>
              <a:ext uri="{FF2B5EF4-FFF2-40B4-BE49-F238E27FC236}">
                <a16:creationId xmlns:a16="http://schemas.microsoft.com/office/drawing/2014/main" id="{BAB65BFB-1279-4856-BF4B-F43F3A299CF5}"/>
              </a:ext>
            </a:extLst>
          </p:cNvPr>
          <p:cNvSpPr>
            <a:spLocks noGrp="1"/>
          </p:cNvSpPr>
          <p:nvPr/>
        </p:nvSpPr>
        <p:spPr>
          <a:xfrm>
            <a:off x="4617720" y="2804160"/>
            <a:ext cx="99060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问答</a:t>
            </a:r>
          </a:p>
        </p:txBody>
      </p:sp>
      <p:sp>
        <p:nvSpPr>
          <p:cNvPr id="54" name="第2层功能卡2">
            <a:extLst>
              <a:ext uri="{FF2B5EF4-FFF2-40B4-BE49-F238E27FC236}">
                <a16:creationId xmlns:a16="http://schemas.microsoft.com/office/drawing/2014/main" id="{42B6DCC8-F1F1-4FBA-A31B-37CF46CA1414}"/>
              </a:ext>
            </a:extLst>
          </p:cNvPr>
          <p:cNvSpPr>
            <a:spLocks noGrp="1"/>
          </p:cNvSpPr>
          <p:nvPr/>
        </p:nvSpPr>
        <p:spPr>
          <a:xfrm>
            <a:off x="5669280" y="2781300"/>
            <a:ext cx="103632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55" name="第2层功能2">
            <a:extLst>
              <a:ext uri="{FF2B5EF4-FFF2-40B4-BE49-F238E27FC236}">
                <a16:creationId xmlns:a16="http://schemas.microsoft.com/office/drawing/2014/main" id="{51CDED0D-9655-4118-B532-496492751A13}"/>
              </a:ext>
            </a:extLst>
          </p:cNvPr>
          <p:cNvSpPr>
            <a:spLocks noGrp="1"/>
          </p:cNvSpPr>
          <p:nvPr/>
        </p:nvSpPr>
        <p:spPr>
          <a:xfrm>
            <a:off x="5699760" y="2804160"/>
            <a:ext cx="9753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</p:txBody>
      </p:sp>
      <p:sp>
        <p:nvSpPr>
          <p:cNvPr id="56" name="第2层功能卡3">
            <a:extLst>
              <a:ext uri="{FF2B5EF4-FFF2-40B4-BE49-F238E27FC236}">
                <a16:creationId xmlns:a16="http://schemas.microsoft.com/office/drawing/2014/main" id="{A1318D5B-F912-4D63-BF9E-AF9EC2976865}"/>
              </a:ext>
            </a:extLst>
          </p:cNvPr>
          <p:cNvSpPr>
            <a:spLocks noGrp="1"/>
          </p:cNvSpPr>
          <p:nvPr/>
        </p:nvSpPr>
        <p:spPr>
          <a:xfrm>
            <a:off x="6720840" y="2781300"/>
            <a:ext cx="103632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57" name="第2层功能3">
            <a:extLst>
              <a:ext uri="{FF2B5EF4-FFF2-40B4-BE49-F238E27FC236}">
                <a16:creationId xmlns:a16="http://schemas.microsoft.com/office/drawing/2014/main" id="{29AA4B1E-D756-4575-8381-F34F03FE9E90}"/>
              </a:ext>
            </a:extLst>
          </p:cNvPr>
          <p:cNvSpPr>
            <a:spLocks noGrp="1"/>
          </p:cNvSpPr>
          <p:nvPr/>
        </p:nvSpPr>
        <p:spPr>
          <a:xfrm>
            <a:off x="6751320" y="2804160"/>
            <a:ext cx="9753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报告</a:t>
            </a:r>
          </a:p>
        </p:txBody>
      </p:sp>
      <p:sp>
        <p:nvSpPr>
          <p:cNvPr id="58" name="第2层功能卡4">
            <a:extLst>
              <a:ext uri="{FF2B5EF4-FFF2-40B4-BE49-F238E27FC236}">
                <a16:creationId xmlns:a16="http://schemas.microsoft.com/office/drawing/2014/main" id="{B2FD6642-28B8-4743-8BAD-23FBB9524BC3}"/>
              </a:ext>
            </a:extLst>
          </p:cNvPr>
          <p:cNvSpPr>
            <a:spLocks noGrp="1"/>
          </p:cNvSpPr>
          <p:nvPr/>
        </p:nvSpPr>
        <p:spPr>
          <a:xfrm>
            <a:off x="7787640" y="2781300"/>
            <a:ext cx="104394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59" name="第2层功能4">
            <a:extLst>
              <a:ext uri="{FF2B5EF4-FFF2-40B4-BE49-F238E27FC236}">
                <a16:creationId xmlns:a16="http://schemas.microsoft.com/office/drawing/2014/main" id="{A46915C8-EA10-4799-BEF9-06C3E5C98944}"/>
              </a:ext>
            </a:extLst>
          </p:cNvPr>
          <p:cNvSpPr>
            <a:spLocks noGrp="1"/>
          </p:cNvSpPr>
          <p:nvPr/>
        </p:nvSpPr>
        <p:spPr>
          <a:xfrm>
            <a:off x="7818120" y="2804160"/>
            <a:ext cx="98298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表达优化</a:t>
            </a:r>
          </a:p>
        </p:txBody>
      </p:sp>
      <p:sp>
        <p:nvSpPr>
          <p:cNvPr id="60" name="规则架构层3">
            <a:extLst>
              <a:ext uri="{FF2B5EF4-FFF2-40B4-BE49-F238E27FC236}">
                <a16:creationId xmlns:a16="http://schemas.microsoft.com/office/drawing/2014/main" id="{2A918109-5551-404E-B2E3-93E1AF2E080A}"/>
              </a:ext>
            </a:extLst>
          </p:cNvPr>
          <p:cNvSpPr>
            <a:spLocks noGrp="1"/>
          </p:cNvSpPr>
          <p:nvPr/>
        </p:nvSpPr>
        <p:spPr>
          <a:xfrm>
            <a:off x="2819400" y="3299460"/>
            <a:ext cx="6118860" cy="891540"/>
          </a:xfrm>
          <a:prstGeom prst="roundRect">
            <a:avLst>
              <a:gd name="adj" fmla="val 2564"/>
            </a:avLst>
          </a:prstGeom>
          <a:gradFill>
            <a:gsLst>
              <a:gs pos="0">
                <a:srgbClr val="102F56"/>
              </a:gs>
              <a:gs pos="100000">
                <a:srgbClr val="112C51"/>
              </a:gs>
            </a:gsLst>
            <a:lin ang="0"/>
          </a:gradFill>
          <a:ln w="7620">
            <a:solidFill>
              <a:srgbClr val="4B7DB5"/>
            </a:solidFill>
            <a:prstDash val="solid"/>
          </a:ln>
        </p:spPr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5B75A2B1-A1F6-4EA6-AD5B-E9A2690128F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2903220" y="3474720"/>
            <a:ext cx="373380" cy="365760"/>
          </a:xfrm>
          <a:prstGeom prst="rect">
            <a:avLst/>
          </a:prstGeom>
        </p:spPr>
      </p:pic>
      <p:sp>
        <p:nvSpPr>
          <p:cNvPr id="62" name="规则架构层名称3">
            <a:extLst>
              <a:ext uri="{FF2B5EF4-FFF2-40B4-BE49-F238E27FC236}">
                <a16:creationId xmlns:a16="http://schemas.microsoft.com/office/drawing/2014/main" id="{468571A9-6F6E-4E90-BA22-81597445751D}"/>
              </a:ext>
            </a:extLst>
          </p:cNvPr>
          <p:cNvSpPr>
            <a:spLocks noGrp="1"/>
          </p:cNvSpPr>
          <p:nvPr/>
        </p:nvSpPr>
        <p:spPr>
          <a:xfrm>
            <a:off x="3329940" y="3474720"/>
            <a:ext cx="1196340" cy="335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3. 规则智能层</a:t>
            </a:r>
          </a:p>
        </p:txBody>
      </p:sp>
      <p:sp>
        <p:nvSpPr>
          <p:cNvPr id="63" name="第3层功能卡1">
            <a:extLst>
              <a:ext uri="{FF2B5EF4-FFF2-40B4-BE49-F238E27FC236}">
                <a16:creationId xmlns:a16="http://schemas.microsoft.com/office/drawing/2014/main" id="{F324DCE8-907E-499F-B916-D90BF4158C23}"/>
              </a:ext>
            </a:extLst>
          </p:cNvPr>
          <p:cNvSpPr>
            <a:spLocks noGrp="1"/>
          </p:cNvSpPr>
          <p:nvPr/>
        </p:nvSpPr>
        <p:spPr>
          <a:xfrm>
            <a:off x="4533900" y="3421380"/>
            <a:ext cx="82296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64" name="第3层功能1">
            <a:extLst>
              <a:ext uri="{FF2B5EF4-FFF2-40B4-BE49-F238E27FC236}">
                <a16:creationId xmlns:a16="http://schemas.microsoft.com/office/drawing/2014/main" id="{6E6AE05E-187F-49D2-814C-A2C64C2F16CB}"/>
              </a:ext>
            </a:extLst>
          </p:cNvPr>
          <p:cNvSpPr>
            <a:spLocks noGrp="1"/>
          </p:cNvSpPr>
          <p:nvPr/>
        </p:nvSpPr>
        <p:spPr>
          <a:xfrm>
            <a:off x="4564380" y="3444240"/>
            <a:ext cx="76200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表格识别</a:t>
            </a:r>
          </a:p>
        </p:txBody>
      </p:sp>
      <p:sp>
        <p:nvSpPr>
          <p:cNvPr id="65" name="第3层功能卡2">
            <a:extLst>
              <a:ext uri="{FF2B5EF4-FFF2-40B4-BE49-F238E27FC236}">
                <a16:creationId xmlns:a16="http://schemas.microsoft.com/office/drawing/2014/main" id="{BD0F492E-E12E-4F47-AB71-9BE72A159913}"/>
              </a:ext>
            </a:extLst>
          </p:cNvPr>
          <p:cNvSpPr>
            <a:spLocks noGrp="1"/>
          </p:cNvSpPr>
          <p:nvPr/>
        </p:nvSpPr>
        <p:spPr>
          <a:xfrm>
            <a:off x="5410200" y="3421380"/>
            <a:ext cx="80772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66" name="第3层功能2">
            <a:extLst>
              <a:ext uri="{FF2B5EF4-FFF2-40B4-BE49-F238E27FC236}">
                <a16:creationId xmlns:a16="http://schemas.microsoft.com/office/drawing/2014/main" id="{FF2E97AB-6DBC-4C89-8B63-B587D2FEB939}"/>
              </a:ext>
            </a:extLst>
          </p:cNvPr>
          <p:cNvSpPr>
            <a:spLocks noGrp="1"/>
          </p:cNvSpPr>
          <p:nvPr/>
        </p:nvSpPr>
        <p:spPr>
          <a:xfrm>
            <a:off x="5440680" y="3444240"/>
            <a:ext cx="7467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价格匹配</a:t>
            </a:r>
          </a:p>
        </p:txBody>
      </p:sp>
      <p:sp>
        <p:nvSpPr>
          <p:cNvPr id="67" name="第3层功能卡3">
            <a:extLst>
              <a:ext uri="{FF2B5EF4-FFF2-40B4-BE49-F238E27FC236}">
                <a16:creationId xmlns:a16="http://schemas.microsoft.com/office/drawing/2014/main" id="{D79CF1FD-A1D7-4F83-A252-D5C32DFD96B2}"/>
              </a:ext>
            </a:extLst>
          </p:cNvPr>
          <p:cNvSpPr>
            <a:spLocks noGrp="1"/>
          </p:cNvSpPr>
          <p:nvPr/>
        </p:nvSpPr>
        <p:spPr>
          <a:xfrm>
            <a:off x="6271260" y="3421380"/>
            <a:ext cx="82296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68" name="第3层功能3">
            <a:extLst>
              <a:ext uri="{FF2B5EF4-FFF2-40B4-BE49-F238E27FC236}">
                <a16:creationId xmlns:a16="http://schemas.microsoft.com/office/drawing/2014/main" id="{8214A7E1-830A-41EF-AA7B-69DA31354815}"/>
              </a:ext>
            </a:extLst>
          </p:cNvPr>
          <p:cNvSpPr>
            <a:spLocks noGrp="1"/>
          </p:cNvSpPr>
          <p:nvPr/>
        </p:nvSpPr>
        <p:spPr>
          <a:xfrm>
            <a:off x="6301740" y="3444240"/>
            <a:ext cx="76200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系数处理</a:t>
            </a:r>
          </a:p>
        </p:txBody>
      </p:sp>
      <p:sp>
        <p:nvSpPr>
          <p:cNvPr id="69" name="第3层功能卡4">
            <a:extLst>
              <a:ext uri="{FF2B5EF4-FFF2-40B4-BE49-F238E27FC236}">
                <a16:creationId xmlns:a16="http://schemas.microsoft.com/office/drawing/2014/main" id="{00276094-698B-4992-B3E3-6933128BC3ED}"/>
              </a:ext>
            </a:extLst>
          </p:cNvPr>
          <p:cNvSpPr>
            <a:spLocks noGrp="1"/>
          </p:cNvSpPr>
          <p:nvPr/>
        </p:nvSpPr>
        <p:spPr>
          <a:xfrm>
            <a:off x="7139940" y="3421380"/>
            <a:ext cx="82296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70" name="第3层功能4">
            <a:extLst>
              <a:ext uri="{FF2B5EF4-FFF2-40B4-BE49-F238E27FC236}">
                <a16:creationId xmlns:a16="http://schemas.microsoft.com/office/drawing/2014/main" id="{DDC522E7-6C13-40D5-BB39-8D8AD982AA91}"/>
              </a:ext>
            </a:extLst>
          </p:cNvPr>
          <p:cNvSpPr>
            <a:spLocks noGrp="1"/>
          </p:cNvSpPr>
          <p:nvPr/>
        </p:nvSpPr>
        <p:spPr>
          <a:xfrm>
            <a:off x="7170420" y="3444240"/>
            <a:ext cx="76200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经验预警</a:t>
            </a:r>
          </a:p>
        </p:txBody>
      </p:sp>
      <p:sp>
        <p:nvSpPr>
          <p:cNvPr id="71" name="第3层功能卡5">
            <a:extLst>
              <a:ext uri="{FF2B5EF4-FFF2-40B4-BE49-F238E27FC236}">
                <a16:creationId xmlns:a16="http://schemas.microsoft.com/office/drawing/2014/main" id="{E0B6587E-F7FD-4AE0-9F18-2FFFE791741B}"/>
              </a:ext>
            </a:extLst>
          </p:cNvPr>
          <p:cNvSpPr>
            <a:spLocks noGrp="1"/>
          </p:cNvSpPr>
          <p:nvPr/>
        </p:nvSpPr>
        <p:spPr>
          <a:xfrm>
            <a:off x="8008620" y="3421380"/>
            <a:ext cx="82296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72" name="第3层功能5">
            <a:extLst>
              <a:ext uri="{FF2B5EF4-FFF2-40B4-BE49-F238E27FC236}">
                <a16:creationId xmlns:a16="http://schemas.microsoft.com/office/drawing/2014/main" id="{F9169312-879C-4B2D-A6F2-C3CCEA034115}"/>
              </a:ext>
            </a:extLst>
          </p:cNvPr>
          <p:cNvSpPr>
            <a:spLocks noGrp="1"/>
          </p:cNvSpPr>
          <p:nvPr/>
        </p:nvSpPr>
        <p:spPr>
          <a:xfrm>
            <a:off x="8039100" y="3444240"/>
            <a:ext cx="76200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行级复核</a:t>
            </a:r>
          </a:p>
        </p:txBody>
      </p:sp>
      <p:sp>
        <p:nvSpPr>
          <p:cNvPr id="73" name="规则智能处理链框">
            <a:extLst>
              <a:ext uri="{FF2B5EF4-FFF2-40B4-BE49-F238E27FC236}">
                <a16:creationId xmlns:a16="http://schemas.microsoft.com/office/drawing/2014/main" id="{108B2336-9AC6-49B0-A686-75B1F24A5E9B}"/>
              </a:ext>
            </a:extLst>
          </p:cNvPr>
          <p:cNvSpPr>
            <a:spLocks noGrp="1"/>
          </p:cNvSpPr>
          <p:nvPr/>
        </p:nvSpPr>
        <p:spPr>
          <a:xfrm>
            <a:off x="4533900" y="3825240"/>
            <a:ext cx="4297680" cy="281940"/>
          </a:xfrm>
          <a:prstGeom prst="roundRect">
            <a:avLst>
              <a:gd name="adj" fmla="val 5405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74" name="规则智能处理链文字">
            <a:extLst>
              <a:ext uri="{FF2B5EF4-FFF2-40B4-BE49-F238E27FC236}">
                <a16:creationId xmlns:a16="http://schemas.microsoft.com/office/drawing/2014/main" id="{22D91FA7-34E1-4A4C-9049-6864D0511F3B}"/>
              </a:ext>
            </a:extLst>
          </p:cNvPr>
          <p:cNvSpPr>
            <a:spLocks noGrp="1"/>
          </p:cNvSpPr>
          <p:nvPr/>
        </p:nvSpPr>
        <p:spPr>
          <a:xfrm>
            <a:off x="4602480" y="3848100"/>
            <a:ext cx="420624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数据识别 → 规则调用 → 计算处理 → 结果校验 → 输出建议</a:t>
            </a:r>
          </a:p>
        </p:txBody>
      </p:sp>
      <p:sp>
        <p:nvSpPr>
          <p:cNvPr id="75" name="规则架构层4">
            <a:extLst>
              <a:ext uri="{FF2B5EF4-FFF2-40B4-BE49-F238E27FC236}">
                <a16:creationId xmlns:a16="http://schemas.microsoft.com/office/drawing/2014/main" id="{1673B2BE-B539-4910-99D2-161B98488B6C}"/>
              </a:ext>
            </a:extLst>
          </p:cNvPr>
          <p:cNvSpPr>
            <a:spLocks noGrp="1"/>
          </p:cNvSpPr>
          <p:nvPr/>
        </p:nvSpPr>
        <p:spPr>
          <a:xfrm>
            <a:off x="2819400" y="4282440"/>
            <a:ext cx="6118860" cy="480060"/>
          </a:xfrm>
          <a:prstGeom prst="roundRect">
            <a:avLst>
              <a:gd name="adj" fmla="val 4762"/>
            </a:avLst>
          </a:prstGeom>
          <a:gradFill>
            <a:gsLst>
              <a:gs pos="0">
                <a:srgbClr val="102F56"/>
              </a:gs>
              <a:gs pos="100000">
                <a:srgbClr val="112C51"/>
              </a:gs>
            </a:gsLst>
            <a:lin ang="0"/>
          </a:gradFill>
          <a:ln w="7620">
            <a:solidFill>
              <a:srgbClr val="4B7DB5"/>
            </a:solidFill>
            <a:prstDash val="solid"/>
          </a:ln>
        </p:spPr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BF434DB6-9FF8-4C29-AAED-46EAB02FDBC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2910840" y="4358640"/>
            <a:ext cx="350520" cy="312420"/>
          </a:xfrm>
          <a:prstGeom prst="rect">
            <a:avLst/>
          </a:prstGeom>
        </p:spPr>
      </p:pic>
      <p:sp>
        <p:nvSpPr>
          <p:cNvPr id="77" name="规则架构层名称4">
            <a:extLst>
              <a:ext uri="{FF2B5EF4-FFF2-40B4-BE49-F238E27FC236}">
                <a16:creationId xmlns:a16="http://schemas.microsoft.com/office/drawing/2014/main" id="{77422586-8C3F-4526-ACD3-9F0BC695E79B}"/>
              </a:ext>
            </a:extLst>
          </p:cNvPr>
          <p:cNvSpPr>
            <a:spLocks noGrp="1"/>
          </p:cNvSpPr>
          <p:nvPr/>
        </p:nvSpPr>
        <p:spPr>
          <a:xfrm>
            <a:off x="3329940" y="4351020"/>
            <a:ext cx="11963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4. 专业知识库层</a:t>
            </a:r>
          </a:p>
        </p:txBody>
      </p:sp>
      <p:sp>
        <p:nvSpPr>
          <p:cNvPr id="78" name="第4层功能卡1">
            <a:extLst>
              <a:ext uri="{FF2B5EF4-FFF2-40B4-BE49-F238E27FC236}">
                <a16:creationId xmlns:a16="http://schemas.microsoft.com/office/drawing/2014/main" id="{3334909C-8450-4813-A6D2-E332248A82F7}"/>
              </a:ext>
            </a:extLst>
          </p:cNvPr>
          <p:cNvSpPr>
            <a:spLocks noGrp="1"/>
          </p:cNvSpPr>
          <p:nvPr/>
        </p:nvSpPr>
        <p:spPr>
          <a:xfrm>
            <a:off x="4572000" y="4404360"/>
            <a:ext cx="1051560" cy="320040"/>
          </a:xfrm>
          <a:prstGeom prst="roundRect">
            <a:avLst>
              <a:gd name="adj" fmla="val 7143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79" name="第4层功能1">
            <a:extLst>
              <a:ext uri="{FF2B5EF4-FFF2-40B4-BE49-F238E27FC236}">
                <a16:creationId xmlns:a16="http://schemas.microsoft.com/office/drawing/2014/main" id="{CA6B648B-B4AE-4566-B184-97ADA433A405}"/>
              </a:ext>
            </a:extLst>
          </p:cNvPr>
          <p:cNvSpPr>
            <a:spLocks noGrp="1"/>
          </p:cNvSpPr>
          <p:nvPr/>
        </p:nvSpPr>
        <p:spPr>
          <a:xfrm>
            <a:off x="4602480" y="4427220"/>
            <a:ext cx="9906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依据条文</a:t>
            </a:r>
          </a:p>
        </p:txBody>
      </p:sp>
      <p:sp>
        <p:nvSpPr>
          <p:cNvPr id="80" name="第4层功能卡2">
            <a:extLst>
              <a:ext uri="{FF2B5EF4-FFF2-40B4-BE49-F238E27FC236}">
                <a16:creationId xmlns:a16="http://schemas.microsoft.com/office/drawing/2014/main" id="{FD244B1C-7E4F-4869-BACB-5112397B33C6}"/>
              </a:ext>
            </a:extLst>
          </p:cNvPr>
          <p:cNvSpPr>
            <a:spLocks noGrp="1"/>
          </p:cNvSpPr>
          <p:nvPr/>
        </p:nvSpPr>
        <p:spPr>
          <a:xfrm>
            <a:off x="5654040" y="4404360"/>
            <a:ext cx="1043940" cy="320040"/>
          </a:xfrm>
          <a:prstGeom prst="roundRect">
            <a:avLst>
              <a:gd name="adj" fmla="val 7143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81" name="第4层功能2">
            <a:extLst>
              <a:ext uri="{FF2B5EF4-FFF2-40B4-BE49-F238E27FC236}">
                <a16:creationId xmlns:a16="http://schemas.microsoft.com/office/drawing/2014/main" id="{74D27E64-4832-4501-8328-0D558F94FC43}"/>
              </a:ext>
            </a:extLst>
          </p:cNvPr>
          <p:cNvSpPr>
            <a:spLocks noGrp="1"/>
          </p:cNvSpPr>
          <p:nvPr/>
        </p:nvSpPr>
        <p:spPr>
          <a:xfrm>
            <a:off x="5684520" y="4427220"/>
            <a:ext cx="98298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规则卡片</a:t>
            </a:r>
          </a:p>
        </p:txBody>
      </p:sp>
      <p:sp>
        <p:nvSpPr>
          <p:cNvPr id="82" name="第4层功能卡3">
            <a:extLst>
              <a:ext uri="{FF2B5EF4-FFF2-40B4-BE49-F238E27FC236}">
                <a16:creationId xmlns:a16="http://schemas.microsoft.com/office/drawing/2014/main" id="{BA593398-88DC-49ED-B1B8-4264F2FA718C}"/>
              </a:ext>
            </a:extLst>
          </p:cNvPr>
          <p:cNvSpPr>
            <a:spLocks noGrp="1"/>
          </p:cNvSpPr>
          <p:nvPr/>
        </p:nvSpPr>
        <p:spPr>
          <a:xfrm>
            <a:off x="6728460" y="4404360"/>
            <a:ext cx="1036320" cy="320040"/>
          </a:xfrm>
          <a:prstGeom prst="roundRect">
            <a:avLst>
              <a:gd name="adj" fmla="val 7143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83" name="第4层功能3">
            <a:extLst>
              <a:ext uri="{FF2B5EF4-FFF2-40B4-BE49-F238E27FC236}">
                <a16:creationId xmlns:a16="http://schemas.microsoft.com/office/drawing/2014/main" id="{3C22514A-70BE-4C9B-ACC9-C7DB46956DF3}"/>
              </a:ext>
            </a:extLst>
          </p:cNvPr>
          <p:cNvSpPr>
            <a:spLocks noGrp="1"/>
          </p:cNvSpPr>
          <p:nvPr/>
        </p:nvSpPr>
        <p:spPr>
          <a:xfrm>
            <a:off x="6758940" y="4427220"/>
            <a:ext cx="9753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问答索引</a:t>
            </a:r>
          </a:p>
        </p:txBody>
      </p:sp>
      <p:sp>
        <p:nvSpPr>
          <p:cNvPr id="84" name="第4层功能卡4">
            <a:extLst>
              <a:ext uri="{FF2B5EF4-FFF2-40B4-BE49-F238E27FC236}">
                <a16:creationId xmlns:a16="http://schemas.microsoft.com/office/drawing/2014/main" id="{9277C40F-BAB4-430C-964E-4EF10BEF1778}"/>
              </a:ext>
            </a:extLst>
          </p:cNvPr>
          <p:cNvSpPr>
            <a:spLocks noGrp="1"/>
          </p:cNvSpPr>
          <p:nvPr/>
        </p:nvSpPr>
        <p:spPr>
          <a:xfrm>
            <a:off x="7787640" y="4404360"/>
            <a:ext cx="1043940" cy="320040"/>
          </a:xfrm>
          <a:prstGeom prst="roundRect">
            <a:avLst>
              <a:gd name="adj" fmla="val 7143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85" name="第4层功能4">
            <a:extLst>
              <a:ext uri="{FF2B5EF4-FFF2-40B4-BE49-F238E27FC236}">
                <a16:creationId xmlns:a16="http://schemas.microsoft.com/office/drawing/2014/main" id="{6C229715-ED4F-43CC-90F3-C72634B98E0F}"/>
              </a:ext>
            </a:extLst>
          </p:cNvPr>
          <p:cNvSpPr>
            <a:spLocks noGrp="1"/>
          </p:cNvSpPr>
          <p:nvPr/>
        </p:nvSpPr>
        <p:spPr>
          <a:xfrm>
            <a:off x="7818120" y="4427220"/>
            <a:ext cx="98298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历史说明</a:t>
            </a:r>
          </a:p>
        </p:txBody>
      </p:sp>
      <p:sp>
        <p:nvSpPr>
          <p:cNvPr id="86" name="规则架构层5">
            <a:extLst>
              <a:ext uri="{FF2B5EF4-FFF2-40B4-BE49-F238E27FC236}">
                <a16:creationId xmlns:a16="http://schemas.microsoft.com/office/drawing/2014/main" id="{432846A2-7A3F-4647-A9C3-437C84A37B75}"/>
              </a:ext>
            </a:extLst>
          </p:cNvPr>
          <p:cNvSpPr>
            <a:spLocks noGrp="1"/>
          </p:cNvSpPr>
          <p:nvPr/>
        </p:nvSpPr>
        <p:spPr>
          <a:xfrm>
            <a:off x="2819400" y="4861560"/>
            <a:ext cx="6118860" cy="5715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102F56"/>
              </a:gs>
              <a:gs pos="100000">
                <a:srgbClr val="112C51"/>
              </a:gs>
            </a:gsLst>
            <a:lin ang="0"/>
          </a:gradFill>
          <a:ln w="7620">
            <a:solidFill>
              <a:srgbClr val="4B7DB5"/>
            </a:solidFill>
            <a:prstDash val="solid"/>
          </a:ln>
        </p:spPr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14FC8EE1-202A-498F-90B7-BA208B853FB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2918460" y="4975860"/>
            <a:ext cx="320040" cy="335280"/>
          </a:xfrm>
          <a:prstGeom prst="rect">
            <a:avLst/>
          </a:prstGeom>
        </p:spPr>
      </p:pic>
      <p:sp>
        <p:nvSpPr>
          <p:cNvPr id="88" name="规则架构层名称5">
            <a:extLst>
              <a:ext uri="{FF2B5EF4-FFF2-40B4-BE49-F238E27FC236}">
                <a16:creationId xmlns:a16="http://schemas.microsoft.com/office/drawing/2014/main" id="{E161AFAD-B0FF-4778-A4E5-642539638ABB}"/>
              </a:ext>
            </a:extLst>
          </p:cNvPr>
          <p:cNvSpPr>
            <a:spLocks noGrp="1"/>
          </p:cNvSpPr>
          <p:nvPr/>
        </p:nvSpPr>
        <p:spPr>
          <a:xfrm>
            <a:off x="3329940" y="4930140"/>
            <a:ext cx="1196340" cy="434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5. 数据资源层</a:t>
            </a:r>
          </a:p>
        </p:txBody>
      </p:sp>
      <p:sp>
        <p:nvSpPr>
          <p:cNvPr id="89" name="第5层功能卡1">
            <a:extLst>
              <a:ext uri="{FF2B5EF4-FFF2-40B4-BE49-F238E27FC236}">
                <a16:creationId xmlns:a16="http://schemas.microsoft.com/office/drawing/2014/main" id="{C966EDC9-CB4A-435A-92C6-6D0A98212B0B}"/>
              </a:ext>
            </a:extLst>
          </p:cNvPr>
          <p:cNvSpPr>
            <a:spLocks noGrp="1"/>
          </p:cNvSpPr>
          <p:nvPr/>
        </p:nvSpPr>
        <p:spPr>
          <a:xfrm>
            <a:off x="4564380" y="4983480"/>
            <a:ext cx="83820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90" name="第5层功能1">
            <a:extLst>
              <a:ext uri="{FF2B5EF4-FFF2-40B4-BE49-F238E27FC236}">
                <a16:creationId xmlns:a16="http://schemas.microsoft.com/office/drawing/2014/main" id="{C1A73F3D-EAF7-4F3E-BEA0-174EF129F2EB}"/>
              </a:ext>
            </a:extLst>
          </p:cNvPr>
          <p:cNvSpPr>
            <a:spLocks noGrp="1"/>
          </p:cNvSpPr>
          <p:nvPr/>
        </p:nvSpPr>
        <p:spPr>
          <a:xfrm>
            <a:off x="4594860" y="5006340"/>
            <a:ext cx="77724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标准资料</a:t>
            </a:r>
          </a:p>
        </p:txBody>
      </p:sp>
      <p:sp>
        <p:nvSpPr>
          <p:cNvPr id="91" name="第5层功能卡2">
            <a:extLst>
              <a:ext uri="{FF2B5EF4-FFF2-40B4-BE49-F238E27FC236}">
                <a16:creationId xmlns:a16="http://schemas.microsoft.com/office/drawing/2014/main" id="{E7FB556E-8F6D-4349-95E9-44D3135A3CF9}"/>
              </a:ext>
            </a:extLst>
          </p:cNvPr>
          <p:cNvSpPr>
            <a:spLocks noGrp="1"/>
          </p:cNvSpPr>
          <p:nvPr/>
        </p:nvSpPr>
        <p:spPr>
          <a:xfrm>
            <a:off x="5440680" y="4983480"/>
            <a:ext cx="96012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92" name="第5层功能2">
            <a:extLst>
              <a:ext uri="{FF2B5EF4-FFF2-40B4-BE49-F238E27FC236}">
                <a16:creationId xmlns:a16="http://schemas.microsoft.com/office/drawing/2014/main" id="{7E672439-CB92-4C86-990C-A63DC4937858}"/>
              </a:ext>
            </a:extLst>
          </p:cNvPr>
          <p:cNvSpPr>
            <a:spLocks noGrp="1"/>
          </p:cNvSpPr>
          <p:nvPr/>
        </p:nvSpPr>
        <p:spPr>
          <a:xfrm>
            <a:off x="5471160" y="5006340"/>
            <a:ext cx="8991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7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结构化计价库</a:t>
            </a:r>
          </a:p>
        </p:txBody>
      </p:sp>
      <p:sp>
        <p:nvSpPr>
          <p:cNvPr id="93" name="第5层功能卡3">
            <a:extLst>
              <a:ext uri="{FF2B5EF4-FFF2-40B4-BE49-F238E27FC236}">
                <a16:creationId xmlns:a16="http://schemas.microsoft.com/office/drawing/2014/main" id="{22CE9718-F72E-4F06-8B83-B2AC5DE44EEB}"/>
              </a:ext>
            </a:extLst>
          </p:cNvPr>
          <p:cNvSpPr>
            <a:spLocks noGrp="1"/>
          </p:cNvSpPr>
          <p:nvPr/>
        </p:nvSpPr>
        <p:spPr>
          <a:xfrm>
            <a:off x="6438900" y="4983480"/>
            <a:ext cx="75438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94" name="第5层功能3">
            <a:extLst>
              <a:ext uri="{FF2B5EF4-FFF2-40B4-BE49-F238E27FC236}">
                <a16:creationId xmlns:a16="http://schemas.microsoft.com/office/drawing/2014/main" id="{AE7320F0-3BF4-40A5-ABF5-C90D87BCB10C}"/>
              </a:ext>
            </a:extLst>
          </p:cNvPr>
          <p:cNvSpPr>
            <a:spLocks noGrp="1"/>
          </p:cNvSpPr>
          <p:nvPr/>
        </p:nvSpPr>
        <p:spPr>
          <a:xfrm>
            <a:off x="6469380" y="5006340"/>
            <a:ext cx="69342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规则表</a:t>
            </a:r>
          </a:p>
        </p:txBody>
      </p:sp>
      <p:sp>
        <p:nvSpPr>
          <p:cNvPr id="95" name="第5层功能卡4">
            <a:extLst>
              <a:ext uri="{FF2B5EF4-FFF2-40B4-BE49-F238E27FC236}">
                <a16:creationId xmlns:a16="http://schemas.microsoft.com/office/drawing/2014/main" id="{866CC566-2204-4402-9DAC-3E50BA31F913}"/>
              </a:ext>
            </a:extLst>
          </p:cNvPr>
          <p:cNvSpPr>
            <a:spLocks noGrp="1"/>
          </p:cNvSpPr>
          <p:nvPr/>
        </p:nvSpPr>
        <p:spPr>
          <a:xfrm>
            <a:off x="7239000" y="4983480"/>
            <a:ext cx="76962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96" name="第5层功能4">
            <a:extLst>
              <a:ext uri="{FF2B5EF4-FFF2-40B4-BE49-F238E27FC236}">
                <a16:creationId xmlns:a16="http://schemas.microsoft.com/office/drawing/2014/main" id="{B46F9AEE-68ED-4EF3-9525-6F80FFB68945}"/>
              </a:ext>
            </a:extLst>
          </p:cNvPr>
          <p:cNvSpPr>
            <a:spLocks noGrp="1"/>
          </p:cNvSpPr>
          <p:nvPr/>
        </p:nvSpPr>
        <p:spPr>
          <a:xfrm>
            <a:off x="7269480" y="5006340"/>
            <a:ext cx="70866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经验池</a:t>
            </a:r>
          </a:p>
        </p:txBody>
      </p:sp>
      <p:sp>
        <p:nvSpPr>
          <p:cNvPr id="97" name="第5层功能卡5">
            <a:extLst>
              <a:ext uri="{FF2B5EF4-FFF2-40B4-BE49-F238E27FC236}">
                <a16:creationId xmlns:a16="http://schemas.microsoft.com/office/drawing/2014/main" id="{30E98C14-4A1D-412C-9058-8E6F0801CF4F}"/>
              </a:ext>
            </a:extLst>
          </p:cNvPr>
          <p:cNvSpPr>
            <a:spLocks noGrp="1"/>
          </p:cNvSpPr>
          <p:nvPr/>
        </p:nvSpPr>
        <p:spPr>
          <a:xfrm>
            <a:off x="8046720" y="4983480"/>
            <a:ext cx="784860" cy="327660"/>
          </a:xfrm>
          <a:prstGeom prst="roundRect">
            <a:avLst>
              <a:gd name="adj" fmla="val 6977"/>
            </a:avLst>
          </a:prstGeom>
          <a:solidFill>
            <a:srgbClr val="06152C"/>
          </a:solidFill>
          <a:ln w="6858">
            <a:solidFill>
              <a:srgbClr val="6E86AC"/>
            </a:solidFill>
            <a:prstDash val="solid"/>
          </a:ln>
        </p:spPr>
      </p:sp>
      <p:sp>
        <p:nvSpPr>
          <p:cNvPr id="98" name="第5层功能5">
            <a:extLst>
              <a:ext uri="{FF2B5EF4-FFF2-40B4-BE49-F238E27FC236}">
                <a16:creationId xmlns:a16="http://schemas.microsoft.com/office/drawing/2014/main" id="{AE466C44-3CA2-436C-A0DD-AA5AEE19FFE2}"/>
              </a:ext>
            </a:extLst>
          </p:cNvPr>
          <p:cNvSpPr>
            <a:spLocks noGrp="1"/>
          </p:cNvSpPr>
          <p:nvPr/>
        </p:nvSpPr>
        <p:spPr>
          <a:xfrm>
            <a:off x="8077200" y="5006340"/>
            <a:ext cx="72390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运行日志</a:t>
            </a:r>
          </a:p>
        </p:txBody>
      </p:sp>
      <p:sp>
        <p:nvSpPr>
          <p:cNvPr id="99" name="架构层双向联动1 连接线">
            <a:extLst>
              <a:ext uri="{FF2B5EF4-FFF2-40B4-BE49-F238E27FC236}">
                <a16:creationId xmlns:a16="http://schemas.microsoft.com/office/drawing/2014/main" id="{8C94D403-0C06-4F76-9CF1-1841F0CB1FF6}"/>
              </a:ext>
            </a:extLst>
          </p:cNvPr>
          <p:cNvSpPr>
            <a:spLocks noGrp="1"/>
          </p:cNvSpPr>
          <p:nvPr/>
        </p:nvSpPr>
        <p:spPr>
          <a:xfrm>
            <a:off x="6210300" y="2514600"/>
            <a:ext cx="762" cy="190500"/>
          </a:xfrm>
          <a:custGeom>
            <a:avLst/>
            <a:gdLst/>
            <a:ahLst/>
            <a:cxnLst/>
            <a:rect l="0" t="0" r="0" b="0"/>
            <a:pathLst>
              <a:path w="762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30480">
            <a:solidFill>
              <a:srgbClr val="C1D9F5"/>
            </a:solidFill>
            <a:prstDash val="solid"/>
          </a:ln>
        </p:spPr>
      </p:sp>
      <p:sp>
        <p:nvSpPr>
          <p:cNvPr id="100" name="架构层双向联动1 箭头">
            <a:extLst>
              <a:ext uri="{FF2B5EF4-FFF2-40B4-BE49-F238E27FC236}">
                <a16:creationId xmlns:a16="http://schemas.microsoft.com/office/drawing/2014/main" id="{C54B5D3F-84D2-446B-93D7-5C20D1AF2F2F}"/>
              </a:ext>
            </a:extLst>
          </p:cNvPr>
          <p:cNvSpPr>
            <a:spLocks noGrp="1"/>
          </p:cNvSpPr>
          <p:nvPr/>
        </p:nvSpPr>
        <p:spPr>
          <a:xfrm>
            <a:off x="6169152" y="2636520"/>
            <a:ext cx="82296" cy="68580"/>
          </a:xfrm>
          <a:custGeom>
            <a:avLst/>
            <a:gdLst/>
            <a:ahLst/>
            <a:cxnLst/>
            <a:rect l="0" t="0" r="0" b="0"/>
            <a:pathLst>
              <a:path w="82296" h="68580">
                <a:moveTo>
                  <a:pt x="41148" y="68580"/>
                </a:moveTo>
                <a:lnTo>
                  <a:pt x="82296" y="0"/>
                </a:lnTo>
                <a:lnTo>
                  <a:pt x="0" y="0"/>
                </a:lnTo>
                <a:close/>
              </a:path>
            </a:pathLst>
          </a:custGeom>
          <a:solidFill>
            <a:srgbClr val="C1D9F5"/>
          </a:solidFill>
          <a:ln w="1524">
            <a:solidFill>
              <a:srgbClr val="C1D9F5"/>
            </a:solidFill>
            <a:prstDash val="solid"/>
          </a:ln>
        </p:spPr>
      </p:sp>
      <p:sp>
        <p:nvSpPr>
          <p:cNvPr id="101" name="架构层双向联动1 反向箭头">
            <a:extLst>
              <a:ext uri="{FF2B5EF4-FFF2-40B4-BE49-F238E27FC236}">
                <a16:creationId xmlns:a16="http://schemas.microsoft.com/office/drawing/2014/main" id="{F9F3191F-E075-404A-B1FC-5C06188068A4}"/>
              </a:ext>
            </a:extLst>
          </p:cNvPr>
          <p:cNvSpPr>
            <a:spLocks noGrp="1"/>
          </p:cNvSpPr>
          <p:nvPr/>
        </p:nvSpPr>
        <p:spPr>
          <a:xfrm>
            <a:off x="6169152" y="2514600"/>
            <a:ext cx="82296" cy="68580"/>
          </a:xfrm>
          <a:custGeom>
            <a:avLst/>
            <a:gdLst/>
            <a:ahLst/>
            <a:cxnLst/>
            <a:rect l="0" t="0" r="0" b="0"/>
            <a:pathLst>
              <a:path w="82296" h="68580">
                <a:moveTo>
                  <a:pt x="41148" y="0"/>
                </a:moveTo>
                <a:lnTo>
                  <a:pt x="0" y="68580"/>
                </a:lnTo>
                <a:lnTo>
                  <a:pt x="82296" y="68580"/>
                </a:lnTo>
                <a:close/>
              </a:path>
            </a:pathLst>
          </a:custGeom>
          <a:solidFill>
            <a:srgbClr val="C1D9F5"/>
          </a:solidFill>
          <a:ln w="1524">
            <a:solidFill>
              <a:srgbClr val="C1D9F5"/>
            </a:solidFill>
            <a:prstDash val="solid"/>
          </a:ln>
        </p:spPr>
      </p:sp>
      <p:sp>
        <p:nvSpPr>
          <p:cNvPr id="102" name="架构层双向联动2 连接线">
            <a:extLst>
              <a:ext uri="{FF2B5EF4-FFF2-40B4-BE49-F238E27FC236}">
                <a16:creationId xmlns:a16="http://schemas.microsoft.com/office/drawing/2014/main" id="{CEEFDEC6-5ACC-4F03-BD91-837EC49AFC42}"/>
              </a:ext>
            </a:extLst>
          </p:cNvPr>
          <p:cNvSpPr>
            <a:spLocks noGrp="1"/>
          </p:cNvSpPr>
          <p:nvPr/>
        </p:nvSpPr>
        <p:spPr>
          <a:xfrm>
            <a:off x="6210300" y="3154680"/>
            <a:ext cx="762" cy="190500"/>
          </a:xfrm>
          <a:custGeom>
            <a:avLst/>
            <a:gdLst/>
            <a:ahLst/>
            <a:cxnLst/>
            <a:rect l="0" t="0" r="0" b="0"/>
            <a:pathLst>
              <a:path w="762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30480">
            <a:solidFill>
              <a:srgbClr val="C1D9F5"/>
            </a:solidFill>
            <a:prstDash val="solid"/>
          </a:ln>
        </p:spPr>
      </p:sp>
      <p:sp>
        <p:nvSpPr>
          <p:cNvPr id="103" name="架构层双向联动2 箭头">
            <a:extLst>
              <a:ext uri="{FF2B5EF4-FFF2-40B4-BE49-F238E27FC236}">
                <a16:creationId xmlns:a16="http://schemas.microsoft.com/office/drawing/2014/main" id="{CBB64B0F-D9EF-463F-BD48-168E2EDF83DB}"/>
              </a:ext>
            </a:extLst>
          </p:cNvPr>
          <p:cNvSpPr>
            <a:spLocks noGrp="1"/>
          </p:cNvSpPr>
          <p:nvPr/>
        </p:nvSpPr>
        <p:spPr>
          <a:xfrm>
            <a:off x="6169152" y="3276600"/>
            <a:ext cx="82296" cy="68580"/>
          </a:xfrm>
          <a:custGeom>
            <a:avLst/>
            <a:gdLst/>
            <a:ahLst/>
            <a:cxnLst/>
            <a:rect l="0" t="0" r="0" b="0"/>
            <a:pathLst>
              <a:path w="82296" h="68580">
                <a:moveTo>
                  <a:pt x="41148" y="68580"/>
                </a:moveTo>
                <a:lnTo>
                  <a:pt x="82296" y="0"/>
                </a:lnTo>
                <a:lnTo>
                  <a:pt x="0" y="0"/>
                </a:lnTo>
                <a:close/>
              </a:path>
            </a:pathLst>
          </a:custGeom>
          <a:solidFill>
            <a:srgbClr val="C1D9F5"/>
          </a:solidFill>
          <a:ln w="1524">
            <a:solidFill>
              <a:srgbClr val="C1D9F5"/>
            </a:solidFill>
            <a:prstDash val="solid"/>
          </a:ln>
        </p:spPr>
      </p:sp>
      <p:sp>
        <p:nvSpPr>
          <p:cNvPr id="104" name="架构层双向联动2 反向箭头">
            <a:extLst>
              <a:ext uri="{FF2B5EF4-FFF2-40B4-BE49-F238E27FC236}">
                <a16:creationId xmlns:a16="http://schemas.microsoft.com/office/drawing/2014/main" id="{5776C7FA-D07B-4DF0-90FA-42E1393AE611}"/>
              </a:ext>
            </a:extLst>
          </p:cNvPr>
          <p:cNvSpPr>
            <a:spLocks noGrp="1"/>
          </p:cNvSpPr>
          <p:nvPr/>
        </p:nvSpPr>
        <p:spPr>
          <a:xfrm>
            <a:off x="6169152" y="3154680"/>
            <a:ext cx="82296" cy="68580"/>
          </a:xfrm>
          <a:custGeom>
            <a:avLst/>
            <a:gdLst/>
            <a:ahLst/>
            <a:cxnLst/>
            <a:rect l="0" t="0" r="0" b="0"/>
            <a:pathLst>
              <a:path w="82296" h="68580">
                <a:moveTo>
                  <a:pt x="41148" y="0"/>
                </a:moveTo>
                <a:lnTo>
                  <a:pt x="0" y="68580"/>
                </a:lnTo>
                <a:lnTo>
                  <a:pt x="82296" y="68580"/>
                </a:lnTo>
                <a:close/>
              </a:path>
            </a:pathLst>
          </a:custGeom>
          <a:solidFill>
            <a:srgbClr val="C1D9F5"/>
          </a:solidFill>
          <a:ln w="1524">
            <a:solidFill>
              <a:srgbClr val="C1D9F5"/>
            </a:solidFill>
            <a:prstDash val="solid"/>
          </a:ln>
        </p:spPr>
      </p:sp>
      <p:sp>
        <p:nvSpPr>
          <p:cNvPr id="105" name="架构层双向联动3 连接线">
            <a:extLst>
              <a:ext uri="{FF2B5EF4-FFF2-40B4-BE49-F238E27FC236}">
                <a16:creationId xmlns:a16="http://schemas.microsoft.com/office/drawing/2014/main" id="{E80E25B0-5009-4244-8CAF-38DCA90FB3E4}"/>
              </a:ext>
            </a:extLst>
          </p:cNvPr>
          <p:cNvSpPr>
            <a:spLocks noGrp="1"/>
          </p:cNvSpPr>
          <p:nvPr/>
        </p:nvSpPr>
        <p:spPr>
          <a:xfrm>
            <a:off x="6210300" y="4716780"/>
            <a:ext cx="762" cy="198120"/>
          </a:xfrm>
          <a:custGeom>
            <a:avLst/>
            <a:gdLst/>
            <a:ahLst/>
            <a:cxnLst/>
            <a:rect l="0" t="0" r="0" b="0"/>
            <a:pathLst>
              <a:path w="762" h="198120">
                <a:moveTo>
                  <a:pt x="0" y="0"/>
                </a:moveTo>
                <a:lnTo>
                  <a:pt x="0" y="198120"/>
                </a:lnTo>
              </a:path>
            </a:pathLst>
          </a:custGeom>
          <a:noFill/>
          <a:ln w="30480">
            <a:solidFill>
              <a:srgbClr val="C1D9F5"/>
            </a:solidFill>
            <a:prstDash val="solid"/>
          </a:ln>
        </p:spPr>
      </p:sp>
      <p:sp>
        <p:nvSpPr>
          <p:cNvPr id="106" name="架构层双向联动3 箭头">
            <a:extLst>
              <a:ext uri="{FF2B5EF4-FFF2-40B4-BE49-F238E27FC236}">
                <a16:creationId xmlns:a16="http://schemas.microsoft.com/office/drawing/2014/main" id="{8698D59C-7455-4BAB-B4BC-A8DE107D6270}"/>
              </a:ext>
            </a:extLst>
          </p:cNvPr>
          <p:cNvSpPr>
            <a:spLocks noGrp="1"/>
          </p:cNvSpPr>
          <p:nvPr/>
        </p:nvSpPr>
        <p:spPr>
          <a:xfrm>
            <a:off x="6169152" y="4846320"/>
            <a:ext cx="82296" cy="68580"/>
          </a:xfrm>
          <a:custGeom>
            <a:avLst/>
            <a:gdLst/>
            <a:ahLst/>
            <a:cxnLst/>
            <a:rect l="0" t="0" r="0" b="0"/>
            <a:pathLst>
              <a:path w="82296" h="68580">
                <a:moveTo>
                  <a:pt x="41148" y="68580"/>
                </a:moveTo>
                <a:lnTo>
                  <a:pt x="82296" y="0"/>
                </a:lnTo>
                <a:lnTo>
                  <a:pt x="0" y="0"/>
                </a:lnTo>
                <a:close/>
              </a:path>
            </a:pathLst>
          </a:custGeom>
          <a:solidFill>
            <a:srgbClr val="C1D9F5"/>
          </a:solidFill>
          <a:ln w="1524">
            <a:solidFill>
              <a:srgbClr val="C1D9F5"/>
            </a:solidFill>
            <a:prstDash val="solid"/>
          </a:ln>
        </p:spPr>
      </p:sp>
      <p:sp>
        <p:nvSpPr>
          <p:cNvPr id="107" name="架构层双向联动3 反向箭头">
            <a:extLst>
              <a:ext uri="{FF2B5EF4-FFF2-40B4-BE49-F238E27FC236}">
                <a16:creationId xmlns:a16="http://schemas.microsoft.com/office/drawing/2014/main" id="{02A885E0-7C5A-4D03-BB7E-0D6FA39782A9}"/>
              </a:ext>
            </a:extLst>
          </p:cNvPr>
          <p:cNvSpPr>
            <a:spLocks noGrp="1"/>
          </p:cNvSpPr>
          <p:nvPr/>
        </p:nvSpPr>
        <p:spPr>
          <a:xfrm>
            <a:off x="6169152" y="4716780"/>
            <a:ext cx="82296" cy="68580"/>
          </a:xfrm>
          <a:custGeom>
            <a:avLst/>
            <a:gdLst/>
            <a:ahLst/>
            <a:cxnLst/>
            <a:rect l="0" t="0" r="0" b="0"/>
            <a:pathLst>
              <a:path w="82296" h="68580">
                <a:moveTo>
                  <a:pt x="41148" y="0"/>
                </a:moveTo>
                <a:lnTo>
                  <a:pt x="0" y="68580"/>
                </a:lnTo>
                <a:lnTo>
                  <a:pt x="82296" y="68580"/>
                </a:lnTo>
                <a:close/>
              </a:path>
            </a:pathLst>
          </a:custGeom>
          <a:solidFill>
            <a:srgbClr val="C1D9F5"/>
          </a:solidFill>
          <a:ln w="1524">
            <a:solidFill>
              <a:srgbClr val="C1D9F5"/>
            </a:solidFill>
            <a:prstDash val="solid"/>
          </a:ln>
        </p:spPr>
      </p:sp>
      <p:sp>
        <p:nvSpPr>
          <p:cNvPr id="108" name="大模型引擎容器">
            <a:extLst>
              <a:ext uri="{FF2B5EF4-FFF2-40B4-BE49-F238E27FC236}">
                <a16:creationId xmlns:a16="http://schemas.microsoft.com/office/drawing/2014/main" id="{1C0585DF-75B9-4930-ADBF-ED97A5163BAA}"/>
              </a:ext>
            </a:extLst>
          </p:cNvPr>
          <p:cNvSpPr>
            <a:spLocks noGrp="1"/>
          </p:cNvSpPr>
          <p:nvPr/>
        </p:nvSpPr>
        <p:spPr>
          <a:xfrm>
            <a:off x="9669780" y="1988820"/>
            <a:ext cx="2400300" cy="3505200"/>
          </a:xfrm>
          <a:prstGeom prst="roundRect">
            <a:avLst>
              <a:gd name="adj" fmla="val 2540"/>
            </a:avLst>
          </a:prstGeom>
          <a:gradFill>
            <a:gsLst>
              <a:gs pos="0">
                <a:srgbClr val="0A2141"/>
              </a:gs>
              <a:gs pos="100000">
                <a:srgbClr val="081B37"/>
              </a:gs>
            </a:gsLst>
            <a:lin ang="5400000"/>
          </a:gradFill>
          <a:ln w="9144">
            <a:solidFill>
              <a:srgbClr val="67A2D8"/>
            </a:solidFill>
            <a:prstDash val="solid"/>
          </a:ln>
        </p:spPr>
      </p:sp>
      <p:pic>
        <p:nvPicPr>
          <p:cNvPr id="109" name="图片 108">
            <a:extLst>
              <a:ext uri="{FF2B5EF4-FFF2-40B4-BE49-F238E27FC236}">
                <a16:creationId xmlns:a16="http://schemas.microsoft.com/office/drawing/2014/main" id="{A232AEF3-534A-42FC-9D6C-8645B6E8094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0043160" y="2141220"/>
            <a:ext cx="487680" cy="472440"/>
          </a:xfrm>
          <a:prstGeom prst="rect">
            <a:avLst/>
          </a:prstGeom>
        </p:spPr>
      </p:pic>
      <p:sp>
        <p:nvSpPr>
          <p:cNvPr id="110" name="大模型引擎标题">
            <a:extLst>
              <a:ext uri="{FF2B5EF4-FFF2-40B4-BE49-F238E27FC236}">
                <a16:creationId xmlns:a16="http://schemas.microsoft.com/office/drawing/2014/main" id="{07427126-1217-4E6B-A6DC-E4F5029BE9BB}"/>
              </a:ext>
            </a:extLst>
          </p:cNvPr>
          <p:cNvSpPr>
            <a:spLocks noGrp="1"/>
          </p:cNvSpPr>
          <p:nvPr/>
        </p:nvSpPr>
        <p:spPr>
          <a:xfrm>
            <a:off x="10660380" y="2194560"/>
            <a:ext cx="13563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大模型引擎</a:t>
            </a:r>
          </a:p>
        </p:txBody>
      </p:sp>
      <p:sp>
        <p:nvSpPr>
          <p:cNvPr id="111" name="大模型能力框1">
            <a:extLst>
              <a:ext uri="{FF2B5EF4-FFF2-40B4-BE49-F238E27FC236}">
                <a16:creationId xmlns:a16="http://schemas.microsoft.com/office/drawing/2014/main" id="{EF378D69-887A-4B82-9A21-6D56748C481C}"/>
              </a:ext>
            </a:extLst>
          </p:cNvPr>
          <p:cNvSpPr>
            <a:spLocks noGrp="1"/>
          </p:cNvSpPr>
          <p:nvPr/>
        </p:nvSpPr>
        <p:spPr>
          <a:xfrm>
            <a:off x="9837420" y="2743200"/>
            <a:ext cx="2087880" cy="518160"/>
          </a:xfrm>
          <a:prstGeom prst="roundRect">
            <a:avLst>
              <a:gd name="adj" fmla="val 7353"/>
            </a:avLst>
          </a:prstGeom>
          <a:solidFill>
            <a:srgbClr val="091B36"/>
          </a:solidFill>
          <a:ln w="6858">
            <a:solidFill>
              <a:srgbClr val="6A8BB3"/>
            </a:solidFill>
            <a:prstDash val="solid"/>
          </a:ln>
        </p:spPr>
      </p:sp>
      <p:pic>
        <p:nvPicPr>
          <p:cNvPr id="112" name="图片 111">
            <a:extLst>
              <a:ext uri="{FF2B5EF4-FFF2-40B4-BE49-F238E27FC236}">
                <a16:creationId xmlns:a16="http://schemas.microsoft.com/office/drawing/2014/main" id="{612BD29D-AD8B-4282-B36F-828B875C974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9966960" y="2827020"/>
            <a:ext cx="342900" cy="350520"/>
          </a:xfrm>
          <a:prstGeom prst="rect">
            <a:avLst/>
          </a:prstGeom>
        </p:spPr>
      </p:pic>
      <p:sp>
        <p:nvSpPr>
          <p:cNvPr id="113" name="大模型能力说明1">
            <a:extLst>
              <a:ext uri="{FF2B5EF4-FFF2-40B4-BE49-F238E27FC236}">
                <a16:creationId xmlns:a16="http://schemas.microsoft.com/office/drawing/2014/main" id="{BEB69FB4-8B47-4B33-9CED-97524AC9139B}"/>
              </a:ext>
            </a:extLst>
          </p:cNvPr>
          <p:cNvSpPr>
            <a:spLocks noGrp="1"/>
          </p:cNvSpPr>
          <p:nvPr/>
        </p:nvSpPr>
        <p:spPr>
          <a:xfrm>
            <a:off x="10393680" y="2827020"/>
            <a:ext cx="1485900" cy="3581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证据检索 RAG</a:t>
            </a:r>
          </a:p>
        </p:txBody>
      </p:sp>
      <p:sp>
        <p:nvSpPr>
          <p:cNvPr id="114" name="大模型能力框2">
            <a:extLst>
              <a:ext uri="{FF2B5EF4-FFF2-40B4-BE49-F238E27FC236}">
                <a16:creationId xmlns:a16="http://schemas.microsoft.com/office/drawing/2014/main" id="{280012EC-10D3-4505-BBB3-58213A42589A}"/>
              </a:ext>
            </a:extLst>
          </p:cNvPr>
          <p:cNvSpPr>
            <a:spLocks noGrp="1"/>
          </p:cNvSpPr>
          <p:nvPr/>
        </p:nvSpPr>
        <p:spPr>
          <a:xfrm>
            <a:off x="9837420" y="3337560"/>
            <a:ext cx="2087880" cy="518160"/>
          </a:xfrm>
          <a:prstGeom prst="roundRect">
            <a:avLst>
              <a:gd name="adj" fmla="val 7353"/>
            </a:avLst>
          </a:prstGeom>
          <a:solidFill>
            <a:srgbClr val="091B36"/>
          </a:solidFill>
          <a:ln w="6858">
            <a:solidFill>
              <a:srgbClr val="6A8BB3"/>
            </a:solidFill>
            <a:prstDash val="solid"/>
          </a:ln>
        </p:spPr>
      </p:sp>
      <p:pic>
        <p:nvPicPr>
          <p:cNvPr id="115" name="图片 114">
            <a:extLst>
              <a:ext uri="{FF2B5EF4-FFF2-40B4-BE49-F238E27FC236}">
                <a16:creationId xmlns:a16="http://schemas.microsoft.com/office/drawing/2014/main" id="{2BCC82ED-8B49-4803-91EC-E4CD9A7D0FC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9966960" y="3413760"/>
            <a:ext cx="342900" cy="358140"/>
          </a:xfrm>
          <a:prstGeom prst="rect">
            <a:avLst/>
          </a:prstGeom>
        </p:spPr>
      </p:pic>
      <p:sp>
        <p:nvSpPr>
          <p:cNvPr id="116" name="大模型能力说明2">
            <a:extLst>
              <a:ext uri="{FF2B5EF4-FFF2-40B4-BE49-F238E27FC236}">
                <a16:creationId xmlns:a16="http://schemas.microsoft.com/office/drawing/2014/main" id="{3C32D4CF-6FFB-4181-8B2A-C1F35919B54E}"/>
              </a:ext>
            </a:extLst>
          </p:cNvPr>
          <p:cNvSpPr>
            <a:spLocks noGrp="1"/>
          </p:cNvSpPr>
          <p:nvPr/>
        </p:nvSpPr>
        <p:spPr>
          <a:xfrm>
            <a:off x="10393680" y="3421380"/>
            <a:ext cx="1485900" cy="3581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工具调用 Tools</a:t>
            </a:r>
          </a:p>
        </p:txBody>
      </p:sp>
      <p:sp>
        <p:nvSpPr>
          <p:cNvPr id="117" name="大模型能力框3">
            <a:extLst>
              <a:ext uri="{FF2B5EF4-FFF2-40B4-BE49-F238E27FC236}">
                <a16:creationId xmlns:a16="http://schemas.microsoft.com/office/drawing/2014/main" id="{88C62C25-0D54-4A85-B3F5-B79F4E6FF00A}"/>
              </a:ext>
            </a:extLst>
          </p:cNvPr>
          <p:cNvSpPr>
            <a:spLocks noGrp="1"/>
          </p:cNvSpPr>
          <p:nvPr/>
        </p:nvSpPr>
        <p:spPr>
          <a:xfrm>
            <a:off x="9837420" y="3939540"/>
            <a:ext cx="2087880" cy="518160"/>
          </a:xfrm>
          <a:prstGeom prst="roundRect">
            <a:avLst>
              <a:gd name="adj" fmla="val 7353"/>
            </a:avLst>
          </a:prstGeom>
          <a:solidFill>
            <a:srgbClr val="091B36"/>
          </a:solidFill>
          <a:ln w="6858">
            <a:solidFill>
              <a:srgbClr val="6A8BB3"/>
            </a:solidFill>
            <a:prstDash val="solid"/>
          </a:ln>
        </p:spPr>
      </p:sp>
      <p:pic>
        <p:nvPicPr>
          <p:cNvPr id="118" name="图片 117">
            <a:extLst>
              <a:ext uri="{FF2B5EF4-FFF2-40B4-BE49-F238E27FC236}">
                <a16:creationId xmlns:a16="http://schemas.microsoft.com/office/drawing/2014/main" id="{F3B70152-A658-49DD-9834-59A5AC04B29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9966960" y="4030980"/>
            <a:ext cx="358140" cy="335280"/>
          </a:xfrm>
          <a:prstGeom prst="rect">
            <a:avLst/>
          </a:prstGeom>
        </p:spPr>
      </p:pic>
      <p:sp>
        <p:nvSpPr>
          <p:cNvPr id="119" name="大模型能力说明3">
            <a:extLst>
              <a:ext uri="{FF2B5EF4-FFF2-40B4-BE49-F238E27FC236}">
                <a16:creationId xmlns:a16="http://schemas.microsoft.com/office/drawing/2014/main" id="{20E0D648-7985-49B0-BE64-32E6E137AE5D}"/>
              </a:ext>
            </a:extLst>
          </p:cNvPr>
          <p:cNvSpPr>
            <a:spLocks noGrp="1"/>
          </p:cNvSpPr>
          <p:nvPr/>
        </p:nvSpPr>
        <p:spPr>
          <a:xfrm>
            <a:off x="10393680" y="4023360"/>
            <a:ext cx="1485900" cy="3581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提示工程 Prompt</a:t>
            </a:r>
          </a:p>
        </p:txBody>
      </p:sp>
      <p:sp>
        <p:nvSpPr>
          <p:cNvPr id="120" name="大模型能力框4">
            <a:extLst>
              <a:ext uri="{FF2B5EF4-FFF2-40B4-BE49-F238E27FC236}">
                <a16:creationId xmlns:a16="http://schemas.microsoft.com/office/drawing/2014/main" id="{24B32E7B-7DEC-4292-898A-9D97F017B002}"/>
              </a:ext>
            </a:extLst>
          </p:cNvPr>
          <p:cNvSpPr>
            <a:spLocks noGrp="1"/>
          </p:cNvSpPr>
          <p:nvPr/>
        </p:nvSpPr>
        <p:spPr>
          <a:xfrm>
            <a:off x="9837420" y="4541520"/>
            <a:ext cx="2087880" cy="518160"/>
          </a:xfrm>
          <a:prstGeom prst="roundRect">
            <a:avLst>
              <a:gd name="adj" fmla="val 7353"/>
            </a:avLst>
          </a:prstGeom>
          <a:solidFill>
            <a:srgbClr val="091B36"/>
          </a:solidFill>
          <a:ln w="6858">
            <a:solidFill>
              <a:srgbClr val="6A8BB3"/>
            </a:solidFill>
            <a:prstDash val="solid"/>
          </a:ln>
        </p:spPr>
      </p:sp>
      <p:pic>
        <p:nvPicPr>
          <p:cNvPr id="121" name="图片 120">
            <a:extLst>
              <a:ext uri="{FF2B5EF4-FFF2-40B4-BE49-F238E27FC236}">
                <a16:creationId xmlns:a16="http://schemas.microsoft.com/office/drawing/2014/main" id="{E79B0110-CF48-440E-B099-EE6B7D04B8E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9966960" y="4625340"/>
            <a:ext cx="327660" cy="327660"/>
          </a:xfrm>
          <a:prstGeom prst="rect">
            <a:avLst/>
          </a:prstGeom>
        </p:spPr>
      </p:pic>
      <p:sp>
        <p:nvSpPr>
          <p:cNvPr id="122" name="大模型能力说明4">
            <a:extLst>
              <a:ext uri="{FF2B5EF4-FFF2-40B4-BE49-F238E27FC236}">
                <a16:creationId xmlns:a16="http://schemas.microsoft.com/office/drawing/2014/main" id="{D068A9E6-57DD-4640-A5F1-09E68B10454E}"/>
              </a:ext>
            </a:extLst>
          </p:cNvPr>
          <p:cNvSpPr>
            <a:spLocks noGrp="1"/>
          </p:cNvSpPr>
          <p:nvPr/>
        </p:nvSpPr>
        <p:spPr>
          <a:xfrm>
            <a:off x="10393680" y="4625340"/>
            <a:ext cx="1485900" cy="3581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安全合规 Guardrails</a:t>
            </a:r>
          </a:p>
        </p:txBody>
      </p:sp>
      <p:sp>
        <p:nvSpPr>
          <p:cNvPr id="123" name="大模型引擎边界">
            <a:extLst>
              <a:ext uri="{FF2B5EF4-FFF2-40B4-BE49-F238E27FC236}">
                <a16:creationId xmlns:a16="http://schemas.microsoft.com/office/drawing/2014/main" id="{C82ED274-77C8-407D-9E0A-5785C3E25934}"/>
              </a:ext>
            </a:extLst>
          </p:cNvPr>
          <p:cNvSpPr>
            <a:spLocks noGrp="1"/>
          </p:cNvSpPr>
          <p:nvPr/>
        </p:nvSpPr>
        <p:spPr>
          <a:xfrm>
            <a:off x="9875520" y="5158740"/>
            <a:ext cx="212598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CCD6E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CCD6E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CCD6E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CCD6E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CCD6E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CCD6E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CCD6E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CCD6E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CCD6E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CCD6E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CCD6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CCD6EB"/>
                </a:solidFill>
                <a:latin typeface="Noto Sans CJK SC"/>
                <a:ea typeface="Noto Sans CJK SC"/>
                <a:cs typeface="Noto Sans CJK SC"/>
              </a:rPr>
              <a:t>只基于证据解释，不直接裁决价格</a:t>
            </a:r>
          </a:p>
        </p:txBody>
      </p:sp>
      <p:sp>
        <p:nvSpPr>
          <p:cNvPr id="124" name="模型与规则层双向连接1 连接线">
            <a:extLst>
              <a:ext uri="{FF2B5EF4-FFF2-40B4-BE49-F238E27FC236}">
                <a16:creationId xmlns:a16="http://schemas.microsoft.com/office/drawing/2014/main" id="{B34497BC-A38B-49FC-A665-BFF54BEB6E30}"/>
              </a:ext>
            </a:extLst>
          </p:cNvPr>
          <p:cNvSpPr>
            <a:spLocks noGrp="1"/>
          </p:cNvSpPr>
          <p:nvPr/>
        </p:nvSpPr>
        <p:spPr>
          <a:xfrm>
            <a:off x="9060180" y="2316480"/>
            <a:ext cx="556260" cy="762"/>
          </a:xfrm>
          <a:custGeom>
            <a:avLst/>
            <a:gdLst/>
            <a:ahLst/>
            <a:cxnLst/>
            <a:rect l="0" t="0" r="0" b="0"/>
            <a:pathLst>
              <a:path w="556260" h="762">
                <a:moveTo>
                  <a:pt x="0" y="0"/>
                </a:moveTo>
                <a:lnTo>
                  <a:pt x="556260" y="0"/>
                </a:lnTo>
              </a:path>
            </a:pathLst>
          </a:custGeom>
          <a:noFill/>
          <a:ln w="11430">
            <a:solidFill>
              <a:srgbClr val="ABC8EA"/>
            </a:solidFill>
            <a:prstDash val="dash"/>
          </a:ln>
        </p:spPr>
      </p:sp>
      <p:sp>
        <p:nvSpPr>
          <p:cNvPr id="125" name="模型与规则层双向连接1 箭头">
            <a:extLst>
              <a:ext uri="{FF2B5EF4-FFF2-40B4-BE49-F238E27FC236}">
                <a16:creationId xmlns:a16="http://schemas.microsoft.com/office/drawing/2014/main" id="{E0752F6F-A444-4BD6-9756-74DD7DC867F7}"/>
              </a:ext>
            </a:extLst>
          </p:cNvPr>
          <p:cNvSpPr>
            <a:spLocks noGrp="1"/>
          </p:cNvSpPr>
          <p:nvPr/>
        </p:nvSpPr>
        <p:spPr>
          <a:xfrm>
            <a:off x="9540240" y="2270760"/>
            <a:ext cx="76200" cy="91440"/>
          </a:xfrm>
          <a:custGeom>
            <a:avLst/>
            <a:gdLst/>
            <a:ahLst/>
            <a:cxnLst/>
            <a:rect l="0" t="0" r="0" b="0"/>
            <a:pathLst>
              <a:path w="76200" h="91440">
                <a:moveTo>
                  <a:pt x="76200" y="45720"/>
                </a:moveTo>
                <a:lnTo>
                  <a:pt x="0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126" name="模型与规则层双向连接1 反向箭头">
            <a:extLst>
              <a:ext uri="{FF2B5EF4-FFF2-40B4-BE49-F238E27FC236}">
                <a16:creationId xmlns:a16="http://schemas.microsoft.com/office/drawing/2014/main" id="{B6CFB964-E916-4493-80B0-3F11CF02168D}"/>
              </a:ext>
            </a:extLst>
          </p:cNvPr>
          <p:cNvSpPr>
            <a:spLocks noGrp="1"/>
          </p:cNvSpPr>
          <p:nvPr/>
        </p:nvSpPr>
        <p:spPr>
          <a:xfrm>
            <a:off x="9060180" y="2270760"/>
            <a:ext cx="76200" cy="91440"/>
          </a:xfrm>
          <a:custGeom>
            <a:avLst/>
            <a:gdLst/>
            <a:ahLst/>
            <a:cxnLst/>
            <a:rect l="0" t="0" r="0" b="0"/>
            <a:pathLst>
              <a:path w="76200" h="91440">
                <a:moveTo>
                  <a:pt x="0" y="45720"/>
                </a:moveTo>
                <a:lnTo>
                  <a:pt x="76200" y="91440"/>
                </a:lnTo>
                <a:lnTo>
                  <a:pt x="76200" y="0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127" name="模型与规则层双向连接2 连接线">
            <a:extLst>
              <a:ext uri="{FF2B5EF4-FFF2-40B4-BE49-F238E27FC236}">
                <a16:creationId xmlns:a16="http://schemas.microsoft.com/office/drawing/2014/main" id="{D383D1A6-1C46-407B-8B85-7013ACF854F6}"/>
              </a:ext>
            </a:extLst>
          </p:cNvPr>
          <p:cNvSpPr>
            <a:spLocks noGrp="1"/>
          </p:cNvSpPr>
          <p:nvPr/>
        </p:nvSpPr>
        <p:spPr>
          <a:xfrm>
            <a:off x="9060180" y="2979420"/>
            <a:ext cx="556260" cy="762"/>
          </a:xfrm>
          <a:custGeom>
            <a:avLst/>
            <a:gdLst/>
            <a:ahLst/>
            <a:cxnLst/>
            <a:rect l="0" t="0" r="0" b="0"/>
            <a:pathLst>
              <a:path w="556260" h="762">
                <a:moveTo>
                  <a:pt x="0" y="0"/>
                </a:moveTo>
                <a:lnTo>
                  <a:pt x="556260" y="0"/>
                </a:lnTo>
              </a:path>
            </a:pathLst>
          </a:custGeom>
          <a:noFill/>
          <a:ln w="11430">
            <a:solidFill>
              <a:srgbClr val="ABC8EA"/>
            </a:solidFill>
            <a:prstDash val="dash"/>
          </a:ln>
        </p:spPr>
      </p:sp>
      <p:sp>
        <p:nvSpPr>
          <p:cNvPr id="128" name="模型与规则层双向连接2 箭头">
            <a:extLst>
              <a:ext uri="{FF2B5EF4-FFF2-40B4-BE49-F238E27FC236}">
                <a16:creationId xmlns:a16="http://schemas.microsoft.com/office/drawing/2014/main" id="{3FD7A699-0B93-4766-8C15-DAAB8324EC69}"/>
              </a:ext>
            </a:extLst>
          </p:cNvPr>
          <p:cNvSpPr>
            <a:spLocks noGrp="1"/>
          </p:cNvSpPr>
          <p:nvPr/>
        </p:nvSpPr>
        <p:spPr>
          <a:xfrm>
            <a:off x="9540240" y="2933700"/>
            <a:ext cx="76200" cy="91440"/>
          </a:xfrm>
          <a:custGeom>
            <a:avLst/>
            <a:gdLst/>
            <a:ahLst/>
            <a:cxnLst/>
            <a:rect l="0" t="0" r="0" b="0"/>
            <a:pathLst>
              <a:path w="76200" h="91440">
                <a:moveTo>
                  <a:pt x="76200" y="45720"/>
                </a:moveTo>
                <a:lnTo>
                  <a:pt x="0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129" name="模型与规则层双向连接2 反向箭头">
            <a:extLst>
              <a:ext uri="{FF2B5EF4-FFF2-40B4-BE49-F238E27FC236}">
                <a16:creationId xmlns:a16="http://schemas.microsoft.com/office/drawing/2014/main" id="{84A41E5B-CF50-4B59-ACAF-D786F71618BD}"/>
              </a:ext>
            </a:extLst>
          </p:cNvPr>
          <p:cNvSpPr>
            <a:spLocks noGrp="1"/>
          </p:cNvSpPr>
          <p:nvPr/>
        </p:nvSpPr>
        <p:spPr>
          <a:xfrm>
            <a:off x="9060180" y="2933700"/>
            <a:ext cx="76200" cy="91440"/>
          </a:xfrm>
          <a:custGeom>
            <a:avLst/>
            <a:gdLst/>
            <a:ahLst/>
            <a:cxnLst/>
            <a:rect l="0" t="0" r="0" b="0"/>
            <a:pathLst>
              <a:path w="76200" h="91440">
                <a:moveTo>
                  <a:pt x="0" y="45720"/>
                </a:moveTo>
                <a:lnTo>
                  <a:pt x="76200" y="91440"/>
                </a:lnTo>
                <a:lnTo>
                  <a:pt x="76200" y="0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130" name="模型与规则层双向连接3 连接线">
            <a:extLst>
              <a:ext uri="{FF2B5EF4-FFF2-40B4-BE49-F238E27FC236}">
                <a16:creationId xmlns:a16="http://schemas.microsoft.com/office/drawing/2014/main" id="{BF12B957-33EA-4687-A87C-5F67BF28CD68}"/>
              </a:ext>
            </a:extLst>
          </p:cNvPr>
          <p:cNvSpPr>
            <a:spLocks noGrp="1"/>
          </p:cNvSpPr>
          <p:nvPr/>
        </p:nvSpPr>
        <p:spPr>
          <a:xfrm>
            <a:off x="9060180" y="3642360"/>
            <a:ext cx="556260" cy="762"/>
          </a:xfrm>
          <a:custGeom>
            <a:avLst/>
            <a:gdLst/>
            <a:ahLst/>
            <a:cxnLst/>
            <a:rect l="0" t="0" r="0" b="0"/>
            <a:pathLst>
              <a:path w="556260" h="762">
                <a:moveTo>
                  <a:pt x="0" y="0"/>
                </a:moveTo>
                <a:lnTo>
                  <a:pt x="556260" y="0"/>
                </a:lnTo>
              </a:path>
            </a:pathLst>
          </a:custGeom>
          <a:noFill/>
          <a:ln w="11430">
            <a:solidFill>
              <a:srgbClr val="ABC8EA"/>
            </a:solidFill>
            <a:prstDash val="dash"/>
          </a:ln>
        </p:spPr>
      </p:sp>
      <p:sp>
        <p:nvSpPr>
          <p:cNvPr id="131" name="模型与规则层双向连接3 箭头">
            <a:extLst>
              <a:ext uri="{FF2B5EF4-FFF2-40B4-BE49-F238E27FC236}">
                <a16:creationId xmlns:a16="http://schemas.microsoft.com/office/drawing/2014/main" id="{F991A785-3D15-46B3-81E3-626A4ABCFF97}"/>
              </a:ext>
            </a:extLst>
          </p:cNvPr>
          <p:cNvSpPr>
            <a:spLocks noGrp="1"/>
          </p:cNvSpPr>
          <p:nvPr/>
        </p:nvSpPr>
        <p:spPr>
          <a:xfrm>
            <a:off x="9540240" y="3596640"/>
            <a:ext cx="76200" cy="91440"/>
          </a:xfrm>
          <a:custGeom>
            <a:avLst/>
            <a:gdLst/>
            <a:ahLst/>
            <a:cxnLst/>
            <a:rect l="0" t="0" r="0" b="0"/>
            <a:pathLst>
              <a:path w="76200" h="91440">
                <a:moveTo>
                  <a:pt x="76200" y="45720"/>
                </a:moveTo>
                <a:lnTo>
                  <a:pt x="0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132" name="模型与规则层双向连接3 反向箭头">
            <a:extLst>
              <a:ext uri="{FF2B5EF4-FFF2-40B4-BE49-F238E27FC236}">
                <a16:creationId xmlns:a16="http://schemas.microsoft.com/office/drawing/2014/main" id="{9C0B7501-16CC-41F7-964A-07A8D3148938}"/>
              </a:ext>
            </a:extLst>
          </p:cNvPr>
          <p:cNvSpPr>
            <a:spLocks noGrp="1"/>
          </p:cNvSpPr>
          <p:nvPr/>
        </p:nvSpPr>
        <p:spPr>
          <a:xfrm>
            <a:off x="9060180" y="3596640"/>
            <a:ext cx="76200" cy="91440"/>
          </a:xfrm>
          <a:custGeom>
            <a:avLst/>
            <a:gdLst/>
            <a:ahLst/>
            <a:cxnLst/>
            <a:rect l="0" t="0" r="0" b="0"/>
            <a:pathLst>
              <a:path w="76200" h="91440">
                <a:moveTo>
                  <a:pt x="0" y="45720"/>
                </a:moveTo>
                <a:lnTo>
                  <a:pt x="76200" y="91440"/>
                </a:lnTo>
                <a:lnTo>
                  <a:pt x="76200" y="0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133" name="模型与规则层双向连接4 连接线">
            <a:extLst>
              <a:ext uri="{FF2B5EF4-FFF2-40B4-BE49-F238E27FC236}">
                <a16:creationId xmlns:a16="http://schemas.microsoft.com/office/drawing/2014/main" id="{4ED41B07-4383-49C7-B162-F310CD8FB613}"/>
              </a:ext>
            </a:extLst>
          </p:cNvPr>
          <p:cNvSpPr>
            <a:spLocks noGrp="1"/>
          </p:cNvSpPr>
          <p:nvPr/>
        </p:nvSpPr>
        <p:spPr>
          <a:xfrm>
            <a:off x="9060180" y="5090160"/>
            <a:ext cx="556260" cy="762"/>
          </a:xfrm>
          <a:custGeom>
            <a:avLst/>
            <a:gdLst/>
            <a:ahLst/>
            <a:cxnLst/>
            <a:rect l="0" t="0" r="0" b="0"/>
            <a:pathLst>
              <a:path w="556260" h="762">
                <a:moveTo>
                  <a:pt x="0" y="0"/>
                </a:moveTo>
                <a:lnTo>
                  <a:pt x="556260" y="0"/>
                </a:lnTo>
              </a:path>
            </a:pathLst>
          </a:custGeom>
          <a:noFill/>
          <a:ln w="11430">
            <a:solidFill>
              <a:srgbClr val="ABC8EA"/>
            </a:solidFill>
            <a:prstDash val="dash"/>
          </a:ln>
        </p:spPr>
      </p:sp>
      <p:sp>
        <p:nvSpPr>
          <p:cNvPr id="134" name="模型与规则层双向连接4 箭头">
            <a:extLst>
              <a:ext uri="{FF2B5EF4-FFF2-40B4-BE49-F238E27FC236}">
                <a16:creationId xmlns:a16="http://schemas.microsoft.com/office/drawing/2014/main" id="{D4AD5D79-0090-49D2-B304-BA3058A0983A}"/>
              </a:ext>
            </a:extLst>
          </p:cNvPr>
          <p:cNvSpPr>
            <a:spLocks noGrp="1"/>
          </p:cNvSpPr>
          <p:nvPr/>
        </p:nvSpPr>
        <p:spPr>
          <a:xfrm>
            <a:off x="9540240" y="5044440"/>
            <a:ext cx="76200" cy="91440"/>
          </a:xfrm>
          <a:custGeom>
            <a:avLst/>
            <a:gdLst/>
            <a:ahLst/>
            <a:cxnLst/>
            <a:rect l="0" t="0" r="0" b="0"/>
            <a:pathLst>
              <a:path w="76200" h="91440">
                <a:moveTo>
                  <a:pt x="76200" y="45720"/>
                </a:moveTo>
                <a:lnTo>
                  <a:pt x="0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135" name="模型与规则层双向连接4 反向箭头">
            <a:extLst>
              <a:ext uri="{FF2B5EF4-FFF2-40B4-BE49-F238E27FC236}">
                <a16:creationId xmlns:a16="http://schemas.microsoft.com/office/drawing/2014/main" id="{9C262786-5439-4F87-A069-101D4FC8313E}"/>
              </a:ext>
            </a:extLst>
          </p:cNvPr>
          <p:cNvSpPr>
            <a:spLocks noGrp="1"/>
          </p:cNvSpPr>
          <p:nvPr/>
        </p:nvSpPr>
        <p:spPr>
          <a:xfrm>
            <a:off x="9060180" y="5044440"/>
            <a:ext cx="76200" cy="91440"/>
          </a:xfrm>
          <a:custGeom>
            <a:avLst/>
            <a:gdLst/>
            <a:ahLst/>
            <a:cxnLst/>
            <a:rect l="0" t="0" r="0" b="0"/>
            <a:pathLst>
              <a:path w="76200" h="91440">
                <a:moveTo>
                  <a:pt x="0" y="45720"/>
                </a:moveTo>
                <a:lnTo>
                  <a:pt x="76200" y="91440"/>
                </a:lnTo>
                <a:lnTo>
                  <a:pt x="76200" y="0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136" name="持续改进闭环外框">
            <a:extLst>
              <a:ext uri="{FF2B5EF4-FFF2-40B4-BE49-F238E27FC236}">
                <a16:creationId xmlns:a16="http://schemas.microsoft.com/office/drawing/2014/main" id="{0F79731C-62B0-4BF9-BFDE-F936825CD7BE}"/>
              </a:ext>
            </a:extLst>
          </p:cNvPr>
          <p:cNvSpPr>
            <a:spLocks noGrp="1"/>
          </p:cNvSpPr>
          <p:nvPr/>
        </p:nvSpPr>
        <p:spPr>
          <a:xfrm>
            <a:off x="1036320" y="5867400"/>
            <a:ext cx="10271760" cy="784860"/>
          </a:xfrm>
          <a:prstGeom prst="roundRect">
            <a:avLst>
              <a:gd name="adj" fmla="val 5825"/>
            </a:avLst>
          </a:prstGeom>
          <a:noFill/>
          <a:ln w="8382">
            <a:solidFill>
              <a:srgbClr val="6A99CE"/>
            </a:solidFill>
            <a:prstDash val="dash"/>
          </a:ln>
        </p:spPr>
      </p:sp>
      <p:sp>
        <p:nvSpPr>
          <p:cNvPr id="137" name="改进闭环模块1">
            <a:extLst>
              <a:ext uri="{FF2B5EF4-FFF2-40B4-BE49-F238E27FC236}">
                <a16:creationId xmlns:a16="http://schemas.microsoft.com/office/drawing/2014/main" id="{0534AA41-66A6-4852-896B-A11CB307A4F0}"/>
              </a:ext>
            </a:extLst>
          </p:cNvPr>
          <p:cNvSpPr>
            <a:spLocks noGrp="1"/>
          </p:cNvSpPr>
          <p:nvPr/>
        </p:nvSpPr>
        <p:spPr>
          <a:xfrm>
            <a:off x="1165860" y="5989320"/>
            <a:ext cx="2529840" cy="541020"/>
          </a:xfrm>
          <a:prstGeom prst="roundRect">
            <a:avLst>
              <a:gd name="adj" fmla="val 9859"/>
            </a:avLst>
          </a:prstGeom>
          <a:solidFill>
            <a:srgbClr val="081B36"/>
          </a:solidFill>
          <a:ln w="7620">
            <a:solidFill>
              <a:srgbClr val="6A8BB3"/>
            </a:solidFill>
            <a:prstDash val="solid"/>
          </a:ln>
        </p:spPr>
      </p:sp>
      <p:pic>
        <p:nvPicPr>
          <p:cNvPr id="138" name="图片 137">
            <a:extLst>
              <a:ext uri="{FF2B5EF4-FFF2-40B4-BE49-F238E27FC236}">
                <a16:creationId xmlns:a16="http://schemas.microsoft.com/office/drawing/2014/main" id="{1C64D632-B334-4C4B-9871-2E0C41B41BC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1341120" y="6096000"/>
            <a:ext cx="289560" cy="342900"/>
          </a:xfrm>
          <a:prstGeom prst="rect">
            <a:avLst/>
          </a:prstGeom>
        </p:spPr>
      </p:pic>
      <p:sp>
        <p:nvSpPr>
          <p:cNvPr id="139" name="改进闭环模块文字1">
            <a:extLst>
              <a:ext uri="{FF2B5EF4-FFF2-40B4-BE49-F238E27FC236}">
                <a16:creationId xmlns:a16="http://schemas.microsoft.com/office/drawing/2014/main" id="{411893B7-1AC5-44C5-947F-FEE5E0922F25}"/>
              </a:ext>
            </a:extLst>
          </p:cNvPr>
          <p:cNvSpPr>
            <a:spLocks noGrp="1"/>
          </p:cNvSpPr>
          <p:nvPr/>
        </p:nvSpPr>
        <p:spPr>
          <a:xfrm>
            <a:off x="1676400" y="6080760"/>
            <a:ext cx="1943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规则维护 | 更新规则与知识库</a:t>
            </a:r>
          </a:p>
        </p:txBody>
      </p:sp>
      <p:sp>
        <p:nvSpPr>
          <p:cNvPr id="140" name="改进闭环模块2">
            <a:extLst>
              <a:ext uri="{FF2B5EF4-FFF2-40B4-BE49-F238E27FC236}">
                <a16:creationId xmlns:a16="http://schemas.microsoft.com/office/drawing/2014/main" id="{D191728A-73A8-4B1E-B452-31D272E22B40}"/>
              </a:ext>
            </a:extLst>
          </p:cNvPr>
          <p:cNvSpPr>
            <a:spLocks noGrp="1"/>
          </p:cNvSpPr>
          <p:nvPr/>
        </p:nvSpPr>
        <p:spPr>
          <a:xfrm>
            <a:off x="4183380" y="5989320"/>
            <a:ext cx="3916680" cy="541020"/>
          </a:xfrm>
          <a:prstGeom prst="roundRect">
            <a:avLst>
              <a:gd name="adj" fmla="val 9859"/>
            </a:avLst>
          </a:prstGeom>
          <a:solidFill>
            <a:srgbClr val="081B36"/>
          </a:solidFill>
          <a:ln w="7620">
            <a:solidFill>
              <a:srgbClr val="6A8BB3"/>
            </a:solidFill>
            <a:prstDash val="solid"/>
          </a:ln>
        </p:spPr>
      </p:sp>
      <p:pic>
        <p:nvPicPr>
          <p:cNvPr id="141" name="图片 140">
            <a:extLst>
              <a:ext uri="{FF2B5EF4-FFF2-40B4-BE49-F238E27FC236}">
                <a16:creationId xmlns:a16="http://schemas.microsoft.com/office/drawing/2014/main" id="{F876BED3-23FF-45DB-9587-E421059FB41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4328160" y="6088380"/>
            <a:ext cx="320040" cy="342900"/>
          </a:xfrm>
          <a:prstGeom prst="rect">
            <a:avLst/>
          </a:prstGeom>
        </p:spPr>
      </p:pic>
      <p:sp>
        <p:nvSpPr>
          <p:cNvPr id="142" name="改进闭环模块文字2">
            <a:extLst>
              <a:ext uri="{FF2B5EF4-FFF2-40B4-BE49-F238E27FC236}">
                <a16:creationId xmlns:a16="http://schemas.microsoft.com/office/drawing/2014/main" id="{4FCB13EB-D289-41C2-AEEC-0CED1E2537B1}"/>
              </a:ext>
            </a:extLst>
          </p:cNvPr>
          <p:cNvSpPr>
            <a:spLocks noGrp="1"/>
          </p:cNvSpPr>
          <p:nvPr/>
        </p:nvSpPr>
        <p:spPr>
          <a:xfrm>
            <a:off x="4732020" y="6080760"/>
            <a:ext cx="32918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6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6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6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6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6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6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6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6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6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6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6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 b="0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证据链 Evidence | 规则命中 Rule Hit | 待复核 Review</a:t>
            </a:r>
          </a:p>
        </p:txBody>
      </p:sp>
      <p:sp>
        <p:nvSpPr>
          <p:cNvPr id="143" name="改进闭环模块3">
            <a:extLst>
              <a:ext uri="{FF2B5EF4-FFF2-40B4-BE49-F238E27FC236}">
                <a16:creationId xmlns:a16="http://schemas.microsoft.com/office/drawing/2014/main" id="{0A4943C5-513E-4984-A1FB-874F63BB389A}"/>
              </a:ext>
            </a:extLst>
          </p:cNvPr>
          <p:cNvSpPr>
            <a:spLocks noGrp="1"/>
          </p:cNvSpPr>
          <p:nvPr/>
        </p:nvSpPr>
        <p:spPr>
          <a:xfrm>
            <a:off x="8564880" y="5989320"/>
            <a:ext cx="2621280" cy="541020"/>
          </a:xfrm>
          <a:prstGeom prst="roundRect">
            <a:avLst>
              <a:gd name="adj" fmla="val 9859"/>
            </a:avLst>
          </a:prstGeom>
          <a:solidFill>
            <a:srgbClr val="081B36"/>
          </a:solidFill>
          <a:ln w="7620">
            <a:solidFill>
              <a:srgbClr val="6A8BB3"/>
            </a:solidFill>
            <a:prstDash val="solid"/>
          </a:ln>
        </p:spPr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EE588087-5A28-4404-AF64-EDEFA218812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8702040" y="6080760"/>
            <a:ext cx="304800" cy="350520"/>
          </a:xfrm>
          <a:prstGeom prst="rect">
            <a:avLst/>
          </a:prstGeom>
        </p:spPr>
      </p:pic>
      <p:sp>
        <p:nvSpPr>
          <p:cNvPr id="145" name="改进闭环模块文字3">
            <a:extLst>
              <a:ext uri="{FF2B5EF4-FFF2-40B4-BE49-F238E27FC236}">
                <a16:creationId xmlns:a16="http://schemas.microsoft.com/office/drawing/2014/main" id="{A1129F76-DB6E-45A3-BE88-39AAC215555C}"/>
              </a:ext>
            </a:extLst>
          </p:cNvPr>
          <p:cNvSpPr>
            <a:spLocks noGrp="1"/>
          </p:cNvSpPr>
          <p:nvPr/>
        </p:nvSpPr>
        <p:spPr>
          <a:xfrm>
            <a:off x="9090660" y="608076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1">
                <a:solidFill>
                  <a:srgbClr val="EEF4FF"/>
                </a:solidFill>
                <a:latin typeface="Noto Sans CJK SC"/>
                <a:ea typeface="Noto Sans CJK SC"/>
                <a:cs typeface="Noto Sans CJK SC"/>
              </a:rPr>
              <a:t>持续迭代 | 复盘反馈、持续优化</a:t>
            </a:r>
          </a:p>
        </p:txBody>
      </p:sp>
      <p:sp>
        <p:nvSpPr>
          <p:cNvPr id="146" name="改进闭环流程1 连接线">
            <a:extLst>
              <a:ext uri="{FF2B5EF4-FFF2-40B4-BE49-F238E27FC236}">
                <a16:creationId xmlns:a16="http://schemas.microsoft.com/office/drawing/2014/main" id="{DD92099E-4F69-4B77-94E4-5E0E95DEC96B}"/>
              </a:ext>
            </a:extLst>
          </p:cNvPr>
          <p:cNvSpPr>
            <a:spLocks noGrp="1"/>
          </p:cNvSpPr>
          <p:nvPr/>
        </p:nvSpPr>
        <p:spPr>
          <a:xfrm>
            <a:off x="3771900" y="6271260"/>
            <a:ext cx="327660" cy="762"/>
          </a:xfrm>
          <a:custGeom>
            <a:avLst/>
            <a:gdLst/>
            <a:ahLst/>
            <a:cxnLst/>
            <a:rect l="0" t="0" r="0" b="0"/>
            <a:pathLst>
              <a:path w="327660" h="762">
                <a:moveTo>
                  <a:pt x="0" y="0"/>
                </a:moveTo>
                <a:lnTo>
                  <a:pt x="327660" y="0"/>
                </a:lnTo>
              </a:path>
            </a:pathLst>
          </a:custGeom>
          <a:noFill/>
          <a:ln w="22860">
            <a:solidFill>
              <a:srgbClr val="ABC8EA"/>
            </a:solidFill>
            <a:prstDash val="solid"/>
          </a:ln>
        </p:spPr>
      </p:sp>
      <p:sp>
        <p:nvSpPr>
          <p:cNvPr id="147" name="改进闭环流程1 箭头">
            <a:extLst>
              <a:ext uri="{FF2B5EF4-FFF2-40B4-BE49-F238E27FC236}">
                <a16:creationId xmlns:a16="http://schemas.microsoft.com/office/drawing/2014/main" id="{DD3460C5-CD40-44F7-8465-93369563E952}"/>
              </a:ext>
            </a:extLst>
          </p:cNvPr>
          <p:cNvSpPr>
            <a:spLocks noGrp="1"/>
          </p:cNvSpPr>
          <p:nvPr/>
        </p:nvSpPr>
        <p:spPr>
          <a:xfrm>
            <a:off x="4008120" y="621639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148" name="改进闭环流程2 连接线">
            <a:extLst>
              <a:ext uri="{FF2B5EF4-FFF2-40B4-BE49-F238E27FC236}">
                <a16:creationId xmlns:a16="http://schemas.microsoft.com/office/drawing/2014/main" id="{D158BB0E-F715-4E15-8CE7-ECE8AAA8CE65}"/>
              </a:ext>
            </a:extLst>
          </p:cNvPr>
          <p:cNvSpPr>
            <a:spLocks noGrp="1"/>
          </p:cNvSpPr>
          <p:nvPr/>
        </p:nvSpPr>
        <p:spPr>
          <a:xfrm>
            <a:off x="8176260" y="6271260"/>
            <a:ext cx="320040" cy="762"/>
          </a:xfrm>
          <a:custGeom>
            <a:avLst/>
            <a:gdLst/>
            <a:ahLst/>
            <a:cxnLst/>
            <a:rect l="0" t="0" r="0" b="0"/>
            <a:pathLst>
              <a:path w="320040" h="762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22860">
            <a:solidFill>
              <a:srgbClr val="ABC8EA"/>
            </a:solidFill>
            <a:prstDash val="solid"/>
          </a:ln>
        </p:spPr>
      </p:sp>
      <p:sp>
        <p:nvSpPr>
          <p:cNvPr id="149" name="改进闭环流程2 箭头">
            <a:extLst>
              <a:ext uri="{FF2B5EF4-FFF2-40B4-BE49-F238E27FC236}">
                <a16:creationId xmlns:a16="http://schemas.microsoft.com/office/drawing/2014/main" id="{4A0444B4-1D24-413B-8556-6E1BB26B603C}"/>
              </a:ext>
            </a:extLst>
          </p:cNvPr>
          <p:cNvSpPr>
            <a:spLocks noGrp="1"/>
          </p:cNvSpPr>
          <p:nvPr/>
        </p:nvSpPr>
        <p:spPr>
          <a:xfrm>
            <a:off x="8404860" y="6216396"/>
            <a:ext cx="91440" cy="109728"/>
          </a:xfrm>
          <a:custGeom>
            <a:avLst/>
            <a:gdLst/>
            <a:ahLst/>
            <a:cxnLst/>
            <a:rect l="0" t="0" r="0" b="0"/>
            <a:pathLst>
              <a:path w="91440" h="109728">
                <a:moveTo>
                  <a:pt x="9144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ABC8EA"/>
          </a:solidFill>
          <a:ln w="1524">
            <a:solidFill>
              <a:srgbClr val="ABC8EA"/>
            </a:solidFill>
            <a:prstDash val="solid"/>
          </a:ln>
        </p:spPr>
      </p:sp>
      <p:sp>
        <p:nvSpPr>
          <p:cNvPr id="150" name="规则更新回路线">
            <a:extLst>
              <a:ext uri="{FF2B5EF4-FFF2-40B4-BE49-F238E27FC236}">
                <a16:creationId xmlns:a16="http://schemas.microsoft.com/office/drawing/2014/main" id="{69B7DB6D-3CBD-415E-85D4-36E77DEC07E8}"/>
              </a:ext>
            </a:extLst>
          </p:cNvPr>
          <p:cNvSpPr>
            <a:spLocks noGrp="1"/>
          </p:cNvSpPr>
          <p:nvPr/>
        </p:nvSpPr>
        <p:spPr>
          <a:xfrm>
            <a:off x="693420" y="5494020"/>
            <a:ext cx="342900" cy="784860"/>
          </a:xfrm>
          <a:custGeom>
            <a:avLst/>
            <a:gdLst/>
            <a:ahLst/>
            <a:cxnLst/>
            <a:rect l="0" t="0" r="0" b="0"/>
            <a:pathLst>
              <a:path w="342900" h="784860">
                <a:moveTo>
                  <a:pt x="342900" y="784860"/>
                </a:moveTo>
                <a:lnTo>
                  <a:pt x="0" y="784860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C5D7F2"/>
            </a:solidFill>
            <a:prstDash val="dash"/>
          </a:ln>
        </p:spPr>
      </p:sp>
      <p:sp>
        <p:nvSpPr>
          <p:cNvPr id="151" name="规则更新回路上箭头 连接线">
            <a:extLst>
              <a:ext uri="{FF2B5EF4-FFF2-40B4-BE49-F238E27FC236}">
                <a16:creationId xmlns:a16="http://schemas.microsoft.com/office/drawing/2014/main" id="{AD9636E3-0718-47A8-8EB3-4A68DDD32547}"/>
              </a:ext>
            </a:extLst>
          </p:cNvPr>
          <p:cNvSpPr>
            <a:spLocks noGrp="1"/>
          </p:cNvSpPr>
          <p:nvPr/>
        </p:nvSpPr>
        <p:spPr>
          <a:xfrm>
            <a:off x="693420" y="5440680"/>
            <a:ext cx="762" cy="198120"/>
          </a:xfrm>
          <a:custGeom>
            <a:avLst/>
            <a:gdLst/>
            <a:ahLst/>
            <a:cxnLst/>
            <a:rect l="0" t="0" r="0" b="0"/>
            <a:pathLst>
              <a:path w="762" h="198120">
                <a:moveTo>
                  <a:pt x="0" y="19812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C5D7F2"/>
            </a:solidFill>
            <a:prstDash val="solid"/>
          </a:ln>
        </p:spPr>
      </p:sp>
      <p:sp>
        <p:nvSpPr>
          <p:cNvPr id="152" name="规则更新回路上箭头 箭头">
            <a:extLst>
              <a:ext uri="{FF2B5EF4-FFF2-40B4-BE49-F238E27FC236}">
                <a16:creationId xmlns:a16="http://schemas.microsoft.com/office/drawing/2014/main" id="{E8B70B86-ADDB-4E13-ACB5-E7EFDD3CF031}"/>
              </a:ext>
            </a:extLst>
          </p:cNvPr>
          <p:cNvSpPr>
            <a:spLocks noGrp="1"/>
          </p:cNvSpPr>
          <p:nvPr/>
        </p:nvSpPr>
        <p:spPr>
          <a:xfrm>
            <a:off x="652272" y="5440680"/>
            <a:ext cx="82296" cy="68580"/>
          </a:xfrm>
          <a:custGeom>
            <a:avLst/>
            <a:gdLst/>
            <a:ahLst/>
            <a:cxnLst/>
            <a:rect l="0" t="0" r="0" b="0"/>
            <a:pathLst>
              <a:path w="82296" h="68580">
                <a:moveTo>
                  <a:pt x="41148" y="0"/>
                </a:moveTo>
                <a:lnTo>
                  <a:pt x="0" y="68580"/>
                </a:lnTo>
                <a:lnTo>
                  <a:pt x="82296" y="68580"/>
                </a:lnTo>
                <a:close/>
              </a:path>
            </a:pathLst>
          </a:custGeom>
          <a:solidFill>
            <a:srgbClr val="C5D7F2"/>
          </a:solidFill>
          <a:ln w="1524">
            <a:solidFill>
              <a:srgbClr val="C5D7F2"/>
            </a:solidFill>
            <a:prstDash val="solid"/>
          </a:ln>
        </p:spPr>
      </p:sp>
      <p:sp>
        <p:nvSpPr>
          <p:cNvPr id="153" name="模型持续优化回路线">
            <a:extLst>
              <a:ext uri="{FF2B5EF4-FFF2-40B4-BE49-F238E27FC236}">
                <a16:creationId xmlns:a16="http://schemas.microsoft.com/office/drawing/2014/main" id="{DC07B6D6-38EC-4804-A80D-F8A32D88F65A}"/>
              </a:ext>
            </a:extLst>
          </p:cNvPr>
          <p:cNvSpPr>
            <a:spLocks noGrp="1"/>
          </p:cNvSpPr>
          <p:nvPr/>
        </p:nvSpPr>
        <p:spPr>
          <a:xfrm>
            <a:off x="11315700" y="5631180"/>
            <a:ext cx="213360" cy="655320"/>
          </a:xfrm>
          <a:custGeom>
            <a:avLst/>
            <a:gdLst/>
            <a:ahLst/>
            <a:cxnLst/>
            <a:rect l="0" t="0" r="0" b="0"/>
            <a:pathLst>
              <a:path w="213360" h="655320">
                <a:moveTo>
                  <a:pt x="0" y="655320"/>
                </a:moveTo>
                <a:lnTo>
                  <a:pt x="213360" y="655320"/>
                </a:lnTo>
                <a:lnTo>
                  <a:pt x="213360" y="0"/>
                </a:lnTo>
              </a:path>
            </a:pathLst>
          </a:custGeom>
          <a:noFill/>
          <a:ln w="11430">
            <a:solidFill>
              <a:srgbClr val="C5D7F2"/>
            </a:solidFill>
            <a:prstDash val="dash"/>
          </a:ln>
        </p:spPr>
      </p:sp>
      <p:sp>
        <p:nvSpPr>
          <p:cNvPr id="154" name="模型持续优化回路上箭头 连接线">
            <a:extLst>
              <a:ext uri="{FF2B5EF4-FFF2-40B4-BE49-F238E27FC236}">
                <a16:creationId xmlns:a16="http://schemas.microsoft.com/office/drawing/2014/main" id="{882370DB-6F94-4E23-94CC-65AFCB94822F}"/>
              </a:ext>
            </a:extLst>
          </p:cNvPr>
          <p:cNvSpPr>
            <a:spLocks noGrp="1"/>
          </p:cNvSpPr>
          <p:nvPr/>
        </p:nvSpPr>
        <p:spPr>
          <a:xfrm>
            <a:off x="11529060" y="5562600"/>
            <a:ext cx="762" cy="175260"/>
          </a:xfrm>
          <a:custGeom>
            <a:avLst/>
            <a:gdLst/>
            <a:ahLst/>
            <a:cxnLst/>
            <a:rect l="0" t="0" r="0" b="0"/>
            <a:pathLst>
              <a:path w="762" h="175260">
                <a:moveTo>
                  <a:pt x="0" y="17526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C5D7F2"/>
            </a:solidFill>
            <a:prstDash val="solid"/>
          </a:ln>
        </p:spPr>
      </p:sp>
      <p:sp>
        <p:nvSpPr>
          <p:cNvPr id="155" name="模型持续优化回路上箭头 箭头">
            <a:extLst>
              <a:ext uri="{FF2B5EF4-FFF2-40B4-BE49-F238E27FC236}">
                <a16:creationId xmlns:a16="http://schemas.microsoft.com/office/drawing/2014/main" id="{C3645FA1-7C89-467E-8048-3EEFCDD44B15}"/>
              </a:ext>
            </a:extLst>
          </p:cNvPr>
          <p:cNvSpPr>
            <a:spLocks noGrp="1"/>
          </p:cNvSpPr>
          <p:nvPr/>
        </p:nvSpPr>
        <p:spPr>
          <a:xfrm>
            <a:off x="11487912" y="5562600"/>
            <a:ext cx="82296" cy="68580"/>
          </a:xfrm>
          <a:custGeom>
            <a:avLst/>
            <a:gdLst/>
            <a:ahLst/>
            <a:cxnLst/>
            <a:rect l="0" t="0" r="0" b="0"/>
            <a:pathLst>
              <a:path w="82296" h="68580">
                <a:moveTo>
                  <a:pt x="41148" y="0"/>
                </a:moveTo>
                <a:lnTo>
                  <a:pt x="0" y="68580"/>
                </a:lnTo>
                <a:lnTo>
                  <a:pt x="82296" y="68580"/>
                </a:lnTo>
                <a:close/>
              </a:path>
            </a:pathLst>
          </a:custGeom>
          <a:solidFill>
            <a:srgbClr val="C5D7F2"/>
          </a:solidFill>
          <a:ln w="1524">
            <a:solidFill>
              <a:srgbClr val="C5D7F2"/>
            </a:solidFill>
            <a:prstDash val="solid"/>
          </a:ln>
        </p:spPr>
      </p:sp>
      <p:sp>
        <p:nvSpPr>
          <p:cNvPr id="156" name="原稿底部讲述提示">
            <a:extLst>
              <a:ext uri="{FF2B5EF4-FFF2-40B4-BE49-F238E27FC236}">
                <a16:creationId xmlns:a16="http://schemas.microsoft.com/office/drawing/2014/main" id="{BDDC76F9-FAB0-4A1A-AD04-6488508C9F90}"/>
              </a:ext>
            </a:extLst>
          </p:cNvPr>
          <p:cNvSpPr>
            <a:spLocks noGrp="1"/>
          </p:cNvSpPr>
          <p:nvPr/>
        </p:nvSpPr>
        <p:spPr>
          <a:xfrm>
            <a:off x="228600" y="6629400"/>
            <a:ext cx="1178814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04040"/>
                </a:solidFill>
                <a:latin typeface="Noto Sans CJK SC"/>
                <a:ea typeface="Noto Sans CJK SC"/>
                <a:cs typeface="Noto Sans CJK SC"/>
              </a:rPr>
              <a:t>那系统凭什么给出数字呢？？我们的技术原则只有一句：**不猜价格，让规则自己跑起来。**</a:t>
            </a:r>
          </a:p>
        </p:txBody>
      </p:sp>
    </p:spTree>
    <p:extLst>
      <p:ext uri="{BB962C8B-B14F-4D97-AF65-F5344CB8AC3E}">
        <p14:creationId xmlns:p14="http://schemas.microsoft.com/office/powerpoint/2010/main" val="1252517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图片 54">
            <a:extLst>
              <a:ext uri="{FF2B5EF4-FFF2-40B4-BE49-F238E27FC236}">
                <a16:creationId xmlns:a16="http://schemas.microsoft.com/office/drawing/2014/main" id="{E5F1AAA5-C569-490D-A8DE-859290631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" y="0"/>
            <a:ext cx="714223" cy="207707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CD76134-8C2E-476B-89CE-A12050E10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5014" y="0"/>
            <a:ext cx="1545054" cy="43727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62173BF-698C-4028-AF9E-E0F5D9121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917542" y="0"/>
            <a:ext cx="2273853" cy="30609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EBDC175-AC73-4B2A-B189-BE2F78D33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78" y="6376993"/>
            <a:ext cx="2550797" cy="48100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9ECA3E-87A0-44C2-B33C-6AE612C27B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625945" y="6376993"/>
            <a:ext cx="2565373" cy="481007"/>
          </a:xfrm>
          <a:prstGeom prst="rect">
            <a:avLst/>
          </a:prstGeom>
        </p:spPr>
      </p:pic>
      <p:sp>
        <p:nvSpPr>
          <p:cNvPr id="6" name="准确率数值背景">
            <a:extLst>
              <a:ext uri="{FF2B5EF4-FFF2-40B4-BE49-F238E27FC236}">
                <a16:creationId xmlns:a16="http://schemas.microsoft.com/office/drawing/2014/main" id="{FF54B66A-766D-47D9-A49F-803EC5B468A0}"/>
              </a:ext>
            </a:extLst>
          </p:cNvPr>
          <p:cNvSpPr>
            <a:spLocks noGrp="1"/>
          </p:cNvSpPr>
          <p:nvPr/>
        </p:nvSpPr>
        <p:spPr>
          <a:xfrm>
            <a:off x="1" y="-628"/>
            <a:ext cx="4267200" cy="2077078"/>
          </a:xfrm>
          <a:prstGeom prst="rect">
            <a:avLst/>
          </a:prstGeom>
          <a:solidFill>
            <a:srgbClr val="000A1E"/>
          </a:solidFill>
          <a:ln w="0">
            <a:noFill/>
            <a:prstDash val="solid"/>
          </a:ln>
        </p:spPr>
      </p:sp>
      <p:sp>
        <p:nvSpPr>
          <p:cNvPr id="7" name="当前正式验收准确率">
            <a:extLst>
              <a:ext uri="{FF2B5EF4-FFF2-40B4-BE49-F238E27FC236}">
                <a16:creationId xmlns:a16="http://schemas.microsoft.com/office/drawing/2014/main" id="{5962AEBB-23BD-4D3E-B61A-C0F985D535F2}"/>
              </a:ext>
            </a:extLst>
          </p:cNvPr>
          <p:cNvSpPr>
            <a:spLocks noGrp="1"/>
          </p:cNvSpPr>
          <p:nvPr/>
        </p:nvSpPr>
        <p:spPr>
          <a:xfrm>
            <a:off x="1084536" y="536248"/>
            <a:ext cx="3182664" cy="1217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99.2 </a:t>
            </a:r>
            <a:r>
              <a:rPr sz="44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%</a:t>
            </a:r>
          </a:p>
        </p:txBody>
      </p:sp>
      <p:sp>
        <p:nvSpPr>
          <p:cNvPr id="8" name="正式验收核心结果准确率">
            <a:extLst>
              <a:ext uri="{FF2B5EF4-FFF2-40B4-BE49-F238E27FC236}">
                <a16:creationId xmlns:a16="http://schemas.microsoft.com/office/drawing/2014/main" id="{D5C4C0DE-8DEE-4A7F-8C73-778501A649CD}"/>
              </a:ext>
            </a:extLst>
          </p:cNvPr>
          <p:cNvSpPr>
            <a:spLocks noGrp="1"/>
          </p:cNvSpPr>
          <p:nvPr/>
        </p:nvSpPr>
        <p:spPr>
          <a:xfrm>
            <a:off x="323850" y="2066925"/>
            <a:ext cx="45148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正式验收样例核心结果准确率</a:t>
            </a:r>
          </a:p>
        </p:txBody>
      </p:sp>
      <p:sp>
        <p:nvSpPr>
          <p:cNvPr id="9" name="结果证据条目1">
            <a:extLst>
              <a:ext uri="{FF2B5EF4-FFF2-40B4-BE49-F238E27FC236}">
                <a16:creationId xmlns:a16="http://schemas.microsoft.com/office/drawing/2014/main" id="{939C7410-61C8-41B8-8E82-550DCCBB131A}"/>
              </a:ext>
            </a:extLst>
          </p:cNvPr>
          <p:cNvSpPr>
            <a:spLocks noGrp="1"/>
          </p:cNvSpPr>
          <p:nvPr/>
        </p:nvSpPr>
        <p:spPr>
          <a:xfrm>
            <a:off x="320040" y="2699385"/>
            <a:ext cx="4451033" cy="521018"/>
          </a:xfrm>
          <a:prstGeom prst="roundRect">
            <a:avLst>
              <a:gd name="adj" fmla="val 14625"/>
            </a:avLst>
          </a:prstGeom>
          <a:gradFill>
            <a:gsLst>
              <a:gs pos="0">
                <a:srgbClr val="011526"/>
              </a:gs>
              <a:gs pos="100000">
                <a:srgbClr val="000B1B"/>
              </a:gs>
            </a:gsLst>
            <a:lin ang="10800000"/>
          </a:gradFill>
          <a:ln w="7620">
            <a:solidFill>
              <a:srgbClr val="2488B1"/>
            </a:solidFill>
            <a:prstDash val="solid"/>
          </a:ln>
        </p:spPr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0D49221-31C0-4013-8319-1EECF4C4F9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59484" y="2805877"/>
            <a:ext cx="364400" cy="357112"/>
          </a:xfrm>
          <a:prstGeom prst="rect">
            <a:avLst/>
          </a:prstGeom>
        </p:spPr>
      </p:pic>
      <p:sp>
        <p:nvSpPr>
          <p:cNvPr id="11" name="结果说明1">
            <a:extLst>
              <a:ext uri="{FF2B5EF4-FFF2-40B4-BE49-F238E27FC236}">
                <a16:creationId xmlns:a16="http://schemas.microsoft.com/office/drawing/2014/main" id="{18B96C9C-D500-4190-BC6C-C160F265DF7E}"/>
              </a:ext>
            </a:extLst>
          </p:cNvPr>
          <p:cNvSpPr>
            <a:spLocks noGrp="1"/>
          </p:cNvSpPr>
          <p:nvPr/>
        </p:nvSpPr>
        <p:spPr>
          <a:xfrm>
            <a:off x="933450" y="2766060"/>
            <a:ext cx="3781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9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9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9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9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9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9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9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9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9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9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9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rPr>
              <a:t>三类关键数字  |  来源与状态  |  公式与样式  |  人工复核标记</a:t>
            </a:r>
          </a:p>
        </p:txBody>
      </p:sp>
      <p:sp>
        <p:nvSpPr>
          <p:cNvPr id="12" name="结果证据条目2">
            <a:extLst>
              <a:ext uri="{FF2B5EF4-FFF2-40B4-BE49-F238E27FC236}">
                <a16:creationId xmlns:a16="http://schemas.microsoft.com/office/drawing/2014/main" id="{79A7CC61-DCD8-45FF-BB2E-ACA83C00F84B}"/>
              </a:ext>
            </a:extLst>
          </p:cNvPr>
          <p:cNvSpPr>
            <a:spLocks noGrp="1"/>
          </p:cNvSpPr>
          <p:nvPr/>
        </p:nvSpPr>
        <p:spPr>
          <a:xfrm>
            <a:off x="320040" y="3260407"/>
            <a:ext cx="4451033" cy="521018"/>
          </a:xfrm>
          <a:prstGeom prst="roundRect">
            <a:avLst>
              <a:gd name="adj" fmla="val 14625"/>
            </a:avLst>
          </a:prstGeom>
          <a:gradFill>
            <a:gsLst>
              <a:gs pos="0">
                <a:srgbClr val="011526"/>
              </a:gs>
              <a:gs pos="100000">
                <a:srgbClr val="000B1B"/>
              </a:gs>
            </a:gsLst>
            <a:lin ang="10800000"/>
          </a:gradFill>
          <a:ln w="7620">
            <a:solidFill>
              <a:srgbClr val="2488B1"/>
            </a:solidFill>
            <a:prstDash val="solid"/>
          </a:ln>
        </p:spPr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28927F3-746B-4663-8AB9-15B8C76B3F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459484" y="3367052"/>
            <a:ext cx="364400" cy="400840"/>
          </a:xfrm>
          <a:prstGeom prst="rect">
            <a:avLst/>
          </a:prstGeom>
        </p:spPr>
      </p:pic>
      <p:sp>
        <p:nvSpPr>
          <p:cNvPr id="14" name="结果说明2">
            <a:extLst>
              <a:ext uri="{FF2B5EF4-FFF2-40B4-BE49-F238E27FC236}">
                <a16:creationId xmlns:a16="http://schemas.microsoft.com/office/drawing/2014/main" id="{5A2E967F-E935-4ADB-8C64-97DD800D1777}"/>
              </a:ext>
            </a:extLst>
          </p:cNvPr>
          <p:cNvSpPr>
            <a:spLocks noGrp="1"/>
          </p:cNvSpPr>
          <p:nvPr/>
        </p:nvSpPr>
        <p:spPr>
          <a:xfrm>
            <a:off x="933450" y="3327082"/>
            <a:ext cx="3781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rPr>
              <a:t>项目说明  |  匹配依据  |  风险摘要  |  结论与复核意见</a:t>
            </a:r>
          </a:p>
        </p:txBody>
      </p:sp>
      <p:sp>
        <p:nvSpPr>
          <p:cNvPr id="15" name="结果证据条目3">
            <a:extLst>
              <a:ext uri="{FF2B5EF4-FFF2-40B4-BE49-F238E27FC236}">
                <a16:creationId xmlns:a16="http://schemas.microsoft.com/office/drawing/2014/main" id="{718339C3-279C-495F-9C73-1EE2972B29F8}"/>
              </a:ext>
            </a:extLst>
          </p:cNvPr>
          <p:cNvSpPr>
            <a:spLocks noGrp="1"/>
          </p:cNvSpPr>
          <p:nvPr/>
        </p:nvSpPr>
        <p:spPr>
          <a:xfrm>
            <a:off x="320040" y="3821430"/>
            <a:ext cx="4451033" cy="521018"/>
          </a:xfrm>
          <a:prstGeom prst="roundRect">
            <a:avLst>
              <a:gd name="adj" fmla="val 14625"/>
            </a:avLst>
          </a:prstGeom>
          <a:gradFill>
            <a:gsLst>
              <a:gs pos="0">
                <a:srgbClr val="011526"/>
              </a:gs>
              <a:gs pos="100000">
                <a:srgbClr val="000B1B"/>
              </a:gs>
            </a:gsLst>
            <a:lin ang="10800000"/>
          </a:gradFill>
          <a:ln w="7620">
            <a:solidFill>
              <a:srgbClr val="2488B1"/>
            </a:solidFill>
            <a:prstDash val="solid"/>
          </a:ln>
        </p:spPr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5A6AAB5-295E-48BE-8E5A-838CD35BD2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459490" y="3913651"/>
            <a:ext cx="386264" cy="393552"/>
          </a:xfrm>
          <a:prstGeom prst="rect">
            <a:avLst/>
          </a:prstGeom>
        </p:spPr>
      </p:pic>
      <p:sp>
        <p:nvSpPr>
          <p:cNvPr id="17" name="结果说明3">
            <a:extLst>
              <a:ext uri="{FF2B5EF4-FFF2-40B4-BE49-F238E27FC236}">
                <a16:creationId xmlns:a16="http://schemas.microsoft.com/office/drawing/2014/main" id="{7D801F29-7896-4D1C-90BC-59D0BD5B743D}"/>
              </a:ext>
            </a:extLst>
          </p:cNvPr>
          <p:cNvSpPr>
            <a:spLocks noGrp="1"/>
          </p:cNvSpPr>
          <p:nvPr/>
        </p:nvSpPr>
        <p:spPr>
          <a:xfrm>
            <a:off x="933450" y="3888105"/>
            <a:ext cx="3781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55" b="0">
                <a:solidFill>
                  <a:srgbClr val="E9EFF7"/>
                </a:solidFill>
                <a:latin typeface="Noto Sans CJK SC"/>
                <a:ea typeface="Noto Sans CJK SC"/>
                <a:cs typeface="Noto Sans CJK SC"/>
              </a:rPr>
              <a:t>数字有依据  |  风险有出口  |  成果能交付  |  过程可追溯</a:t>
            </a:r>
          </a:p>
        </p:txBody>
      </p:sp>
      <p:sp>
        <p:nvSpPr>
          <p:cNvPr id="18" name="结果证据条目4">
            <a:extLst>
              <a:ext uri="{FF2B5EF4-FFF2-40B4-BE49-F238E27FC236}">
                <a16:creationId xmlns:a16="http://schemas.microsoft.com/office/drawing/2014/main" id="{137CDCA7-A214-4D1E-AE75-F5E5D91391A7}"/>
              </a:ext>
            </a:extLst>
          </p:cNvPr>
          <p:cNvSpPr>
            <a:spLocks noGrp="1"/>
          </p:cNvSpPr>
          <p:nvPr/>
        </p:nvSpPr>
        <p:spPr>
          <a:xfrm>
            <a:off x="320040" y="4382453"/>
            <a:ext cx="4451033" cy="521018"/>
          </a:xfrm>
          <a:prstGeom prst="roundRect">
            <a:avLst>
              <a:gd name="adj" fmla="val 14625"/>
            </a:avLst>
          </a:prstGeom>
          <a:gradFill>
            <a:gsLst>
              <a:gs pos="0">
                <a:srgbClr val="011526"/>
              </a:gs>
              <a:gs pos="100000">
                <a:srgbClr val="000B1B"/>
              </a:gs>
            </a:gsLst>
            <a:lin ang="10800000"/>
          </a:gradFill>
          <a:ln w="7620">
            <a:solidFill>
              <a:srgbClr val="2488B1"/>
            </a:solidFill>
            <a:prstDash val="solid"/>
          </a:ln>
        </p:spPr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61A48A8-BECC-475E-ACDC-3376106BC5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444910" y="4467539"/>
            <a:ext cx="400840" cy="393552"/>
          </a:xfrm>
          <a:prstGeom prst="rect">
            <a:avLst/>
          </a:prstGeom>
        </p:spPr>
      </p:pic>
      <p:sp>
        <p:nvSpPr>
          <p:cNvPr id="20" name="结果说明4">
            <a:extLst>
              <a:ext uri="{FF2B5EF4-FFF2-40B4-BE49-F238E27FC236}">
                <a16:creationId xmlns:a16="http://schemas.microsoft.com/office/drawing/2014/main" id="{9DDE2B92-0D59-4699-9710-2EAF1D0C6238}"/>
              </a:ext>
            </a:extLst>
          </p:cNvPr>
          <p:cNvSpPr>
            <a:spLocks noGrp="1"/>
          </p:cNvSpPr>
          <p:nvPr/>
        </p:nvSpPr>
        <p:spPr>
          <a:xfrm>
            <a:off x="933450" y="4449128"/>
            <a:ext cx="3781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05" b="0">
                <a:solidFill>
                  <a:srgbClr val="41D5F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05" b="0">
                <a:solidFill>
                  <a:srgbClr val="41D5F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05" b="0">
                <a:solidFill>
                  <a:srgbClr val="41D5F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05" b="0">
                <a:solidFill>
                  <a:srgbClr val="41D5F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05" b="0">
                <a:solidFill>
                  <a:srgbClr val="41D5F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05" b="0">
                <a:solidFill>
                  <a:srgbClr val="41D5F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05" b="0">
                <a:solidFill>
                  <a:srgbClr val="41D5F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05" b="0">
                <a:solidFill>
                  <a:srgbClr val="41D5F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05" b="0">
                <a:solidFill>
                  <a:srgbClr val="41D5F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05" b="0">
                <a:solidFill>
                  <a:srgbClr val="41D5F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05" b="0">
                <a:solidFill>
                  <a:srgbClr val="41D5F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5" b="0">
                <a:solidFill>
                  <a:srgbClr val="41D5F2"/>
                </a:solidFill>
                <a:latin typeface="Noto Sans CJK SC"/>
                <a:ea typeface="Noto Sans CJK SC"/>
                <a:cs typeface="Noto Sans CJK SC"/>
              </a:rPr>
              <a:t>核心结果准确率基于正式验收样例</a:t>
            </a:r>
          </a:p>
        </p:txBody>
      </p:sp>
      <p:sp>
        <p:nvSpPr>
          <p:cNvPr id="21" name="AI智能填价演示区已去视频">
            <a:extLst>
              <a:ext uri="{FF2B5EF4-FFF2-40B4-BE49-F238E27FC236}">
                <a16:creationId xmlns:a16="http://schemas.microsoft.com/office/drawing/2014/main" id="{8DDB9F20-7354-42E5-90F0-52AE8EFEA1AB}"/>
              </a:ext>
            </a:extLst>
          </p:cNvPr>
          <p:cNvSpPr>
            <a:spLocks noGrp="1"/>
          </p:cNvSpPr>
          <p:nvPr/>
        </p:nvSpPr>
        <p:spPr>
          <a:xfrm>
            <a:off x="4900232" y="299399"/>
            <a:ext cx="6853619" cy="4625026"/>
          </a:xfrm>
          <a:prstGeom prst="roundRect">
            <a:avLst>
              <a:gd name="adj" fmla="val 2115"/>
            </a:avLst>
          </a:prstGeom>
          <a:solidFill>
            <a:srgbClr val="000B1B"/>
          </a:solidFill>
          <a:ln w="6353">
            <a:solidFill>
              <a:srgbClr val="076F8F"/>
            </a:solidFill>
            <a:prstDash val="solid"/>
          </a:ln>
        </p:spPr>
      </p:sp>
      <p:sp>
        <p:nvSpPr>
          <p:cNvPr id="22" name="AI智能填价标签">
            <a:extLst>
              <a:ext uri="{FF2B5EF4-FFF2-40B4-BE49-F238E27FC236}">
                <a16:creationId xmlns:a16="http://schemas.microsoft.com/office/drawing/2014/main" id="{DEBD0159-AADD-46EF-9BC7-C63EC6950627}"/>
              </a:ext>
            </a:extLst>
          </p:cNvPr>
          <p:cNvSpPr>
            <a:spLocks noGrp="1"/>
          </p:cNvSpPr>
          <p:nvPr/>
        </p:nvSpPr>
        <p:spPr>
          <a:xfrm>
            <a:off x="4999911" y="442274"/>
            <a:ext cx="1172289" cy="233324"/>
          </a:xfrm>
          <a:prstGeom prst="roundRect">
            <a:avLst>
              <a:gd name="adj" fmla="val 16329"/>
            </a:avLst>
          </a:prstGeom>
          <a:solidFill>
            <a:srgbClr val="00152B"/>
          </a:solidFill>
          <a:ln w="6353">
            <a:solidFill>
              <a:srgbClr val="076F8F"/>
            </a:solidFill>
            <a:prstDash val="solid"/>
          </a:ln>
        </p:spPr>
      </p:sp>
      <p:sp>
        <p:nvSpPr>
          <p:cNvPr id="23" name="AI智能填价">
            <a:extLst>
              <a:ext uri="{FF2B5EF4-FFF2-40B4-BE49-F238E27FC236}">
                <a16:creationId xmlns:a16="http://schemas.microsoft.com/office/drawing/2014/main" id="{66EFF024-9091-4787-90B9-DE99FA9E831C}"/>
              </a:ext>
            </a:extLst>
          </p:cNvPr>
          <p:cNvSpPr>
            <a:spLocks noGrp="1"/>
          </p:cNvSpPr>
          <p:nvPr/>
        </p:nvSpPr>
        <p:spPr>
          <a:xfrm>
            <a:off x="5051422" y="421948"/>
            <a:ext cx="1025528" cy="2793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AI 智能填价</a:t>
            </a:r>
          </a:p>
        </p:txBody>
      </p:sp>
      <p:sp>
        <p:nvSpPr>
          <p:cNvPr id="24" name="完整业务闭环外框">
            <a:extLst>
              <a:ext uri="{FF2B5EF4-FFF2-40B4-BE49-F238E27FC236}">
                <a16:creationId xmlns:a16="http://schemas.microsoft.com/office/drawing/2014/main" id="{44C1CAD5-A762-421D-89C6-9E54F64005D0}"/>
              </a:ext>
            </a:extLst>
          </p:cNvPr>
          <p:cNvSpPr>
            <a:spLocks noGrp="1"/>
          </p:cNvSpPr>
          <p:nvPr/>
        </p:nvSpPr>
        <p:spPr>
          <a:xfrm>
            <a:off x="320993" y="5109210"/>
            <a:ext cx="11534775" cy="1292543"/>
          </a:xfrm>
          <a:prstGeom prst="roundRect">
            <a:avLst>
              <a:gd name="adj" fmla="val 9580"/>
            </a:avLst>
          </a:prstGeom>
          <a:solidFill>
            <a:srgbClr val="000F22"/>
          </a:solidFill>
          <a:ln w="9525">
            <a:solidFill>
              <a:srgbClr val="16405D"/>
            </a:solidFill>
            <a:prstDash val="solid"/>
          </a:ln>
        </p:spPr>
      </p:sp>
      <p:sp>
        <p:nvSpPr>
          <p:cNvPr id="25" name="完整业务闭环内框">
            <a:extLst>
              <a:ext uri="{FF2B5EF4-FFF2-40B4-BE49-F238E27FC236}">
                <a16:creationId xmlns:a16="http://schemas.microsoft.com/office/drawing/2014/main" id="{70A01D69-F970-4064-A8F4-1B99305EE535}"/>
              </a:ext>
            </a:extLst>
          </p:cNvPr>
          <p:cNvSpPr>
            <a:spLocks noGrp="1"/>
          </p:cNvSpPr>
          <p:nvPr/>
        </p:nvSpPr>
        <p:spPr>
          <a:xfrm>
            <a:off x="439103" y="5233988"/>
            <a:ext cx="11306175" cy="1044893"/>
          </a:xfrm>
          <a:prstGeom prst="roundRect">
            <a:avLst>
              <a:gd name="adj" fmla="val 9116"/>
            </a:avLst>
          </a:prstGeom>
          <a:gradFill>
            <a:gsLst>
              <a:gs pos="0">
                <a:srgbClr val="001427"/>
              </a:gs>
              <a:gs pos="100000">
                <a:srgbClr val="000D22"/>
              </a:gs>
            </a:gsLst>
            <a:lin ang="0"/>
          </a:gradFill>
          <a:ln w="14288">
            <a:solidFill>
              <a:srgbClr val="90CA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AFEEB11C-EA08-45A8-97C4-96E079D166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85554" y="5429554"/>
            <a:ext cx="444567" cy="459143"/>
          </a:xfrm>
          <a:prstGeom prst="rect">
            <a:avLst/>
          </a:prstGeom>
        </p:spPr>
      </p:pic>
      <p:sp>
        <p:nvSpPr>
          <p:cNvPr id="27" name="闭环步骤1">
            <a:extLst>
              <a:ext uri="{FF2B5EF4-FFF2-40B4-BE49-F238E27FC236}">
                <a16:creationId xmlns:a16="http://schemas.microsoft.com/office/drawing/2014/main" id="{2045ECF4-9DE8-4A76-A49B-C327B44F7EAF}"/>
              </a:ext>
            </a:extLst>
          </p:cNvPr>
          <p:cNvSpPr>
            <a:spLocks noGrp="1"/>
          </p:cNvSpPr>
          <p:nvPr/>
        </p:nvSpPr>
        <p:spPr>
          <a:xfrm>
            <a:off x="412537" y="5865495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Task进入</a:t>
            </a:r>
          </a:p>
        </p:txBody>
      </p:sp>
      <p:sp>
        <p:nvSpPr>
          <p:cNvPr id="28" name="闭环箭头1">
            <a:extLst>
              <a:ext uri="{FF2B5EF4-FFF2-40B4-BE49-F238E27FC236}">
                <a16:creationId xmlns:a16="http://schemas.microsoft.com/office/drawing/2014/main" id="{2C654D87-17CF-4327-9835-E5CE64820775}"/>
              </a:ext>
            </a:extLst>
          </p:cNvPr>
          <p:cNvSpPr>
            <a:spLocks noGrp="1"/>
          </p:cNvSpPr>
          <p:nvPr/>
        </p:nvSpPr>
        <p:spPr>
          <a:xfrm>
            <a:off x="1345987" y="5619750"/>
            <a:ext cx="209550" cy="76200"/>
          </a:xfrm>
          <a:prstGeom prst="rightArrow">
            <a:avLst/>
          </a:prstGeom>
          <a:solidFill>
            <a:srgbClr val="6D91B8"/>
          </a:solidFill>
          <a:ln w="0">
            <a:noFill/>
            <a:prstDash val="solid"/>
          </a:ln>
        </p:spPr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E50DC00D-D0C0-45B8-96D2-DF79F23810A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772044" y="5422266"/>
            <a:ext cx="451855" cy="459143"/>
          </a:xfrm>
          <a:prstGeom prst="rect">
            <a:avLst/>
          </a:prstGeom>
        </p:spPr>
      </p:pic>
      <p:sp>
        <p:nvSpPr>
          <p:cNvPr id="30" name="闭环步骤2">
            <a:extLst>
              <a:ext uri="{FF2B5EF4-FFF2-40B4-BE49-F238E27FC236}">
                <a16:creationId xmlns:a16="http://schemas.microsoft.com/office/drawing/2014/main" id="{1B9DAC17-A11F-4161-B289-6FF64D81559C}"/>
              </a:ext>
            </a:extLst>
          </p:cNvPr>
          <p:cNvSpPr>
            <a:spLocks noGrp="1"/>
          </p:cNvSpPr>
          <p:nvPr/>
        </p:nvSpPr>
        <p:spPr>
          <a:xfrm>
            <a:off x="1502671" y="5865495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结构识别</a:t>
            </a:r>
          </a:p>
        </p:txBody>
      </p:sp>
      <p:sp>
        <p:nvSpPr>
          <p:cNvPr id="31" name="闭环箭头2">
            <a:extLst>
              <a:ext uri="{FF2B5EF4-FFF2-40B4-BE49-F238E27FC236}">
                <a16:creationId xmlns:a16="http://schemas.microsoft.com/office/drawing/2014/main" id="{233245E1-4DE0-4E57-9906-32EF41F5286C}"/>
              </a:ext>
            </a:extLst>
          </p:cNvPr>
          <p:cNvSpPr>
            <a:spLocks noGrp="1"/>
          </p:cNvSpPr>
          <p:nvPr/>
        </p:nvSpPr>
        <p:spPr>
          <a:xfrm>
            <a:off x="2436121" y="5619750"/>
            <a:ext cx="209550" cy="76200"/>
          </a:xfrm>
          <a:prstGeom prst="rightArrow">
            <a:avLst/>
          </a:prstGeom>
          <a:solidFill>
            <a:srgbClr val="6D91B8"/>
          </a:solidFill>
          <a:ln w="0">
            <a:noFill/>
            <a:prstDash val="solid"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89240A8-9D7B-4461-9431-41F813C5F62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2887711" y="5422266"/>
            <a:ext cx="495583" cy="466431"/>
          </a:xfrm>
          <a:prstGeom prst="rect">
            <a:avLst/>
          </a:prstGeom>
        </p:spPr>
      </p:pic>
      <p:sp>
        <p:nvSpPr>
          <p:cNvPr id="33" name="闭环步骤3">
            <a:extLst>
              <a:ext uri="{FF2B5EF4-FFF2-40B4-BE49-F238E27FC236}">
                <a16:creationId xmlns:a16="http://schemas.microsoft.com/office/drawing/2014/main" id="{C04CC53B-F957-4BA9-854A-13CBD265BA22}"/>
              </a:ext>
            </a:extLst>
          </p:cNvPr>
          <p:cNvSpPr>
            <a:spLocks noGrp="1"/>
          </p:cNvSpPr>
          <p:nvPr/>
        </p:nvSpPr>
        <p:spPr>
          <a:xfrm>
            <a:off x="2640202" y="5865495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AI填价</a:t>
            </a:r>
          </a:p>
        </p:txBody>
      </p:sp>
      <p:sp>
        <p:nvSpPr>
          <p:cNvPr id="34" name="闭环箭头3">
            <a:extLst>
              <a:ext uri="{FF2B5EF4-FFF2-40B4-BE49-F238E27FC236}">
                <a16:creationId xmlns:a16="http://schemas.microsoft.com/office/drawing/2014/main" id="{85E5BEEC-B7C2-4F32-B890-A1CEB04EB282}"/>
              </a:ext>
            </a:extLst>
          </p:cNvPr>
          <p:cNvSpPr>
            <a:spLocks noGrp="1"/>
          </p:cNvSpPr>
          <p:nvPr/>
        </p:nvSpPr>
        <p:spPr>
          <a:xfrm>
            <a:off x="3573652" y="5619750"/>
            <a:ext cx="209550" cy="76200"/>
          </a:xfrm>
          <a:prstGeom prst="rightArrow">
            <a:avLst/>
          </a:prstGeom>
          <a:solidFill>
            <a:srgbClr val="6D91B8"/>
          </a:solidFill>
          <a:ln w="0">
            <a:noFill/>
            <a:prstDash val="solid"/>
          </a:ln>
        </p:spPr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39298F74-E0DA-41FA-B293-CB200B521ED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4083565" y="5429554"/>
            <a:ext cx="451855" cy="459143"/>
          </a:xfrm>
          <a:prstGeom prst="rect">
            <a:avLst/>
          </a:prstGeom>
        </p:spPr>
      </p:pic>
      <p:sp>
        <p:nvSpPr>
          <p:cNvPr id="36" name="闭环步骤4">
            <a:extLst>
              <a:ext uri="{FF2B5EF4-FFF2-40B4-BE49-F238E27FC236}">
                <a16:creationId xmlns:a16="http://schemas.microsoft.com/office/drawing/2014/main" id="{FA6EAA04-FF50-41F5-896E-52C561554886}"/>
              </a:ext>
            </a:extLst>
          </p:cNvPr>
          <p:cNvSpPr>
            <a:spLocks noGrp="1"/>
          </p:cNvSpPr>
          <p:nvPr/>
        </p:nvSpPr>
        <p:spPr>
          <a:xfrm>
            <a:off x="3814193" y="5865495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批量匹配</a:t>
            </a:r>
          </a:p>
        </p:txBody>
      </p:sp>
      <p:sp>
        <p:nvSpPr>
          <p:cNvPr id="37" name="闭环箭头4">
            <a:extLst>
              <a:ext uri="{FF2B5EF4-FFF2-40B4-BE49-F238E27FC236}">
                <a16:creationId xmlns:a16="http://schemas.microsoft.com/office/drawing/2014/main" id="{ECD6692E-9F7F-461B-AD2D-AA1B706C13CD}"/>
              </a:ext>
            </a:extLst>
          </p:cNvPr>
          <p:cNvSpPr>
            <a:spLocks noGrp="1"/>
          </p:cNvSpPr>
          <p:nvPr/>
        </p:nvSpPr>
        <p:spPr>
          <a:xfrm>
            <a:off x="4747643" y="5619750"/>
            <a:ext cx="209550" cy="76200"/>
          </a:xfrm>
          <a:prstGeom prst="rightArrow">
            <a:avLst/>
          </a:prstGeom>
          <a:solidFill>
            <a:srgbClr val="6D91B8"/>
          </a:solidFill>
          <a:ln w="0">
            <a:noFill/>
            <a:prstDash val="solid"/>
          </a:ln>
        </p:spPr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881695A-9B32-427E-9EA2-1952C78968D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5170067" y="5414978"/>
            <a:ext cx="502871" cy="473719"/>
          </a:xfrm>
          <a:prstGeom prst="rect">
            <a:avLst/>
          </a:prstGeom>
        </p:spPr>
      </p:pic>
      <p:sp>
        <p:nvSpPr>
          <p:cNvPr id="39" name="闭环步骤5">
            <a:extLst>
              <a:ext uri="{FF2B5EF4-FFF2-40B4-BE49-F238E27FC236}">
                <a16:creationId xmlns:a16="http://schemas.microsoft.com/office/drawing/2014/main" id="{1BA42744-8C88-4333-931F-C4ECA54B8B37}"/>
              </a:ext>
            </a:extLst>
          </p:cNvPr>
          <p:cNvSpPr>
            <a:spLocks noGrp="1"/>
          </p:cNvSpPr>
          <p:nvPr/>
        </p:nvSpPr>
        <p:spPr>
          <a:xfrm>
            <a:off x="4926202" y="5865495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风险识别</a:t>
            </a:r>
          </a:p>
        </p:txBody>
      </p:sp>
      <p:sp>
        <p:nvSpPr>
          <p:cNvPr id="40" name="闭环箭头5">
            <a:extLst>
              <a:ext uri="{FF2B5EF4-FFF2-40B4-BE49-F238E27FC236}">
                <a16:creationId xmlns:a16="http://schemas.microsoft.com/office/drawing/2014/main" id="{98207FE9-AE18-4C31-9ACD-B2D69EF74ED9}"/>
              </a:ext>
            </a:extLst>
          </p:cNvPr>
          <p:cNvSpPr>
            <a:spLocks noGrp="1"/>
          </p:cNvSpPr>
          <p:nvPr/>
        </p:nvSpPr>
        <p:spPr>
          <a:xfrm>
            <a:off x="5859652" y="5619750"/>
            <a:ext cx="209550" cy="76200"/>
          </a:xfrm>
          <a:prstGeom prst="rightArrow">
            <a:avLst/>
          </a:prstGeom>
          <a:solidFill>
            <a:srgbClr val="6D91B8"/>
          </a:solidFill>
          <a:ln w="0">
            <a:noFill/>
            <a:prstDash val="solid"/>
          </a:ln>
        </p:spPr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CB7AE51C-9045-472B-AEAF-82E74B18DAC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6307602" y="5429554"/>
            <a:ext cx="517447" cy="459143"/>
          </a:xfrm>
          <a:prstGeom prst="rect">
            <a:avLst/>
          </a:prstGeom>
        </p:spPr>
      </p:pic>
      <p:sp>
        <p:nvSpPr>
          <p:cNvPr id="42" name="闭环步骤6">
            <a:extLst>
              <a:ext uri="{FF2B5EF4-FFF2-40B4-BE49-F238E27FC236}">
                <a16:creationId xmlns:a16="http://schemas.microsoft.com/office/drawing/2014/main" id="{B03F41E7-E64B-48FB-A9D3-56A494015909}"/>
              </a:ext>
            </a:extLst>
          </p:cNvPr>
          <p:cNvSpPr>
            <a:spLocks noGrp="1"/>
          </p:cNvSpPr>
          <p:nvPr/>
        </p:nvSpPr>
        <p:spPr>
          <a:xfrm>
            <a:off x="6071025" y="5865495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问问智算</a:t>
            </a:r>
          </a:p>
        </p:txBody>
      </p:sp>
      <p:sp>
        <p:nvSpPr>
          <p:cNvPr id="43" name="闭环箭头6">
            <a:extLst>
              <a:ext uri="{FF2B5EF4-FFF2-40B4-BE49-F238E27FC236}">
                <a16:creationId xmlns:a16="http://schemas.microsoft.com/office/drawing/2014/main" id="{968A5370-DA04-4A99-A922-3737540AA936}"/>
              </a:ext>
            </a:extLst>
          </p:cNvPr>
          <p:cNvSpPr>
            <a:spLocks noGrp="1"/>
          </p:cNvSpPr>
          <p:nvPr/>
        </p:nvSpPr>
        <p:spPr>
          <a:xfrm>
            <a:off x="7004475" y="5619750"/>
            <a:ext cx="209550" cy="76200"/>
          </a:xfrm>
          <a:prstGeom prst="rightArrow">
            <a:avLst/>
          </a:prstGeom>
          <a:solidFill>
            <a:srgbClr val="6D91B8"/>
          </a:solidFill>
          <a:ln w="0">
            <a:noFill/>
            <a:prstDash val="solid"/>
          </a:ln>
        </p:spPr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15173C0A-62ED-4FC0-985F-261897DB847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7488861" y="5429554"/>
            <a:ext cx="429991" cy="459143"/>
          </a:xfrm>
          <a:prstGeom prst="rect">
            <a:avLst/>
          </a:prstGeom>
        </p:spPr>
      </p:pic>
      <p:sp>
        <p:nvSpPr>
          <p:cNvPr id="45" name="闭环步骤7">
            <a:extLst>
              <a:ext uri="{FF2B5EF4-FFF2-40B4-BE49-F238E27FC236}">
                <a16:creationId xmlns:a16="http://schemas.microsoft.com/office/drawing/2014/main" id="{22A20717-71B1-4FF8-898D-DF3D2568F128}"/>
              </a:ext>
            </a:extLst>
          </p:cNvPr>
          <p:cNvSpPr>
            <a:spLocks noGrp="1"/>
          </p:cNvSpPr>
          <p:nvPr/>
        </p:nvSpPr>
        <p:spPr>
          <a:xfrm>
            <a:off x="7208556" y="5865495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人工确认</a:t>
            </a:r>
          </a:p>
        </p:txBody>
      </p:sp>
      <p:sp>
        <p:nvSpPr>
          <p:cNvPr id="46" name="闭环箭头7">
            <a:extLst>
              <a:ext uri="{FF2B5EF4-FFF2-40B4-BE49-F238E27FC236}">
                <a16:creationId xmlns:a16="http://schemas.microsoft.com/office/drawing/2014/main" id="{2F186379-92D0-47B6-9E2E-B21FC15D20F0}"/>
              </a:ext>
            </a:extLst>
          </p:cNvPr>
          <p:cNvSpPr>
            <a:spLocks noGrp="1"/>
          </p:cNvSpPr>
          <p:nvPr/>
        </p:nvSpPr>
        <p:spPr>
          <a:xfrm>
            <a:off x="8142006" y="5619750"/>
            <a:ext cx="209550" cy="76200"/>
          </a:xfrm>
          <a:prstGeom prst="rightArrow">
            <a:avLst/>
          </a:prstGeom>
          <a:solidFill>
            <a:srgbClr val="6D91B8"/>
          </a:solidFill>
          <a:ln w="0">
            <a:noFill/>
            <a:prstDash val="solid"/>
          </a:ln>
        </p:spPr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BB2851C3-BC64-4198-8FD8-F4C13E23478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8626380" y="5422266"/>
            <a:ext cx="386264" cy="466431"/>
          </a:xfrm>
          <a:prstGeom prst="rect">
            <a:avLst/>
          </a:prstGeom>
        </p:spPr>
      </p:pic>
      <p:sp>
        <p:nvSpPr>
          <p:cNvPr id="48" name="闭环步骤8">
            <a:extLst>
              <a:ext uri="{FF2B5EF4-FFF2-40B4-BE49-F238E27FC236}">
                <a16:creationId xmlns:a16="http://schemas.microsoft.com/office/drawing/2014/main" id="{67508734-B3FB-45E2-8ED1-6C8A6ED82EF4}"/>
              </a:ext>
            </a:extLst>
          </p:cNvPr>
          <p:cNvSpPr>
            <a:spLocks noGrp="1"/>
          </p:cNvSpPr>
          <p:nvPr/>
        </p:nvSpPr>
        <p:spPr>
          <a:xfrm>
            <a:off x="8324212" y="5865495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报告生成</a:t>
            </a:r>
          </a:p>
        </p:txBody>
      </p:sp>
      <p:sp>
        <p:nvSpPr>
          <p:cNvPr id="49" name="闭环箭头8">
            <a:extLst>
              <a:ext uri="{FF2B5EF4-FFF2-40B4-BE49-F238E27FC236}">
                <a16:creationId xmlns:a16="http://schemas.microsoft.com/office/drawing/2014/main" id="{F72F692D-C13D-4A9F-A26B-EF767DBBFB55}"/>
              </a:ext>
            </a:extLst>
          </p:cNvPr>
          <p:cNvSpPr>
            <a:spLocks noGrp="1"/>
          </p:cNvSpPr>
          <p:nvPr/>
        </p:nvSpPr>
        <p:spPr>
          <a:xfrm>
            <a:off x="9257662" y="5619750"/>
            <a:ext cx="209550" cy="76200"/>
          </a:xfrm>
          <a:prstGeom prst="rightArrow">
            <a:avLst/>
          </a:prstGeom>
          <a:solidFill>
            <a:srgbClr val="6D91B8"/>
          </a:solidFill>
          <a:ln w="0">
            <a:noFill/>
            <a:prstDash val="solid"/>
          </a:ln>
        </p:spPr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F4F3E5A2-D150-4293-AC04-C606755E5E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9727481" y="5422266"/>
            <a:ext cx="495583" cy="466431"/>
          </a:xfrm>
          <a:prstGeom prst="rect">
            <a:avLst/>
          </a:prstGeom>
        </p:spPr>
      </p:pic>
      <p:sp>
        <p:nvSpPr>
          <p:cNvPr id="51" name="闭环步骤9">
            <a:extLst>
              <a:ext uri="{FF2B5EF4-FFF2-40B4-BE49-F238E27FC236}">
                <a16:creationId xmlns:a16="http://schemas.microsoft.com/office/drawing/2014/main" id="{C9C10466-3457-4628-83B7-8A9D4AE175D7}"/>
              </a:ext>
            </a:extLst>
          </p:cNvPr>
          <p:cNvSpPr>
            <a:spLocks noGrp="1"/>
          </p:cNvSpPr>
          <p:nvPr/>
        </p:nvSpPr>
        <p:spPr>
          <a:xfrm>
            <a:off x="9479973" y="5865495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协同复核</a:t>
            </a:r>
          </a:p>
        </p:txBody>
      </p:sp>
      <p:sp>
        <p:nvSpPr>
          <p:cNvPr id="52" name="闭环箭头9">
            <a:extLst>
              <a:ext uri="{FF2B5EF4-FFF2-40B4-BE49-F238E27FC236}">
                <a16:creationId xmlns:a16="http://schemas.microsoft.com/office/drawing/2014/main" id="{159EC928-4458-4162-A6EB-7F566BA1ACF9}"/>
              </a:ext>
            </a:extLst>
          </p:cNvPr>
          <p:cNvSpPr>
            <a:spLocks noGrp="1"/>
          </p:cNvSpPr>
          <p:nvPr/>
        </p:nvSpPr>
        <p:spPr>
          <a:xfrm>
            <a:off x="10413423" y="5619750"/>
            <a:ext cx="209550" cy="76200"/>
          </a:xfrm>
          <a:prstGeom prst="rightArrow">
            <a:avLst/>
          </a:prstGeom>
          <a:solidFill>
            <a:srgbClr val="6D91B8"/>
          </a:solidFill>
          <a:ln w="0">
            <a:noFill/>
            <a:prstDash val="solid"/>
          </a:ln>
        </p:spPr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8B251ABF-E887-4B1E-943A-48BD78F3764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0901483" y="5414978"/>
            <a:ext cx="539311" cy="488295"/>
          </a:xfrm>
          <a:prstGeom prst="rect">
            <a:avLst/>
          </a:prstGeom>
        </p:spPr>
      </p:pic>
      <p:sp>
        <p:nvSpPr>
          <p:cNvPr id="54" name="闭环步骤10">
            <a:extLst>
              <a:ext uri="{FF2B5EF4-FFF2-40B4-BE49-F238E27FC236}">
                <a16:creationId xmlns:a16="http://schemas.microsoft.com/office/drawing/2014/main" id="{CB6EE97A-F83F-4CFA-83A6-F5C39D10F780}"/>
              </a:ext>
            </a:extLst>
          </p:cNvPr>
          <p:cNvSpPr>
            <a:spLocks noGrp="1"/>
          </p:cNvSpPr>
          <p:nvPr/>
        </p:nvSpPr>
        <p:spPr>
          <a:xfrm>
            <a:off x="10675839" y="5865495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任务追溯</a:t>
            </a:r>
          </a:p>
        </p:txBody>
      </p:sp>
    </p:spTree>
    <p:extLst>
      <p:ext uri="{BB962C8B-B14F-4D97-AF65-F5344CB8AC3E}">
        <p14:creationId xmlns:p14="http://schemas.microsoft.com/office/powerpoint/2010/main" val="1547983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任务来找人：从派发、领取到多人复核">
            <a:extLst>
              <a:ext uri="{FF2B5EF4-FFF2-40B4-BE49-F238E27FC236}">
                <a16:creationId xmlns:a16="http://schemas.microsoft.com/office/drawing/2014/main" id="{AA0236E4-FE69-4870-8162-B9C92A9A800B}"/>
              </a:ext>
            </a:extLst>
          </p:cNvPr>
          <p:cNvSpPr>
            <a:spLocks noGrp="1"/>
          </p:cNvSpPr>
          <p:nvPr/>
        </p:nvSpPr>
        <p:spPr>
          <a:xfrm>
            <a:off x="2362200" y="60960"/>
            <a:ext cx="7010400" cy="487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1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31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31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31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31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31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31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31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31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31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31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任务来找人：从派发、领取到多人复核</a:t>
            </a:r>
          </a:p>
        </p:txBody>
      </p:sp>
      <p:sp>
        <p:nvSpPr>
          <p:cNvPr id="2" name="真正的分水岭，是这项工作能不能进入组织协同">
            <a:extLst>
              <a:ext uri="{FF2B5EF4-FFF2-40B4-BE49-F238E27FC236}">
                <a16:creationId xmlns:a16="http://schemas.microsoft.com/office/drawing/2014/main" id="{02439B1B-DE4F-45B5-B9BE-C563445FA66E}"/>
              </a:ext>
            </a:extLst>
          </p:cNvPr>
          <p:cNvSpPr>
            <a:spLocks noGrp="1"/>
          </p:cNvSpPr>
          <p:nvPr/>
        </p:nvSpPr>
        <p:spPr>
          <a:xfrm>
            <a:off x="3368040" y="571500"/>
            <a:ext cx="56007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真正的分水岭，是这项工作能不能进入组织协同</a:t>
            </a:r>
          </a:p>
        </p:txBody>
      </p:sp>
      <p:sp>
        <p:nvSpPr>
          <p:cNvPr id="3" name="组织协同任务流程">
            <a:extLst>
              <a:ext uri="{FF2B5EF4-FFF2-40B4-BE49-F238E27FC236}">
                <a16:creationId xmlns:a16="http://schemas.microsoft.com/office/drawing/2014/main" id="{B77A947C-3999-4BCB-B476-4BAFE113EF2B}"/>
              </a:ext>
            </a:extLst>
          </p:cNvPr>
          <p:cNvSpPr>
            <a:spLocks noGrp="1"/>
          </p:cNvSpPr>
          <p:nvPr/>
        </p:nvSpPr>
        <p:spPr>
          <a:xfrm>
            <a:off x="342900" y="830580"/>
            <a:ext cx="11483340" cy="342900"/>
          </a:xfrm>
          <a:prstGeom prst="roundRect">
            <a:avLst>
              <a:gd name="adj" fmla="val 13333"/>
            </a:avLst>
          </a:prstGeom>
          <a:solidFill>
            <a:srgbClr val="001024"/>
          </a:solidFill>
          <a:ln w="6096">
            <a:solidFill>
              <a:srgbClr val="3D7799"/>
            </a:solidFill>
            <a:prstDash val="solid"/>
          </a:ln>
        </p:spPr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451B26-E1BC-45FE-9319-6BBE7D6D7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1960" y="899160"/>
            <a:ext cx="236220" cy="220980"/>
          </a:xfrm>
          <a:prstGeom prst="rect">
            <a:avLst/>
          </a:prstGeom>
        </p:spPr>
      </p:pic>
      <p:sp>
        <p:nvSpPr>
          <p:cNvPr id="5" name="创建 Task">
            <a:extLst>
              <a:ext uri="{FF2B5EF4-FFF2-40B4-BE49-F238E27FC236}">
                <a16:creationId xmlns:a16="http://schemas.microsoft.com/office/drawing/2014/main" id="{F3C35E88-7DEA-4CDD-84A4-2D0A6ADBCCC6}"/>
              </a:ext>
            </a:extLst>
          </p:cNvPr>
          <p:cNvSpPr>
            <a:spLocks noGrp="1"/>
          </p:cNvSpPr>
          <p:nvPr/>
        </p:nvSpPr>
        <p:spPr>
          <a:xfrm>
            <a:off x="746760" y="883920"/>
            <a:ext cx="571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创建 Task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E6E709-A407-482D-8CD3-3F45D927A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97380" y="899160"/>
            <a:ext cx="251460" cy="213360"/>
          </a:xfrm>
          <a:prstGeom prst="rect">
            <a:avLst/>
          </a:prstGeom>
        </p:spPr>
      </p:pic>
      <p:sp>
        <p:nvSpPr>
          <p:cNvPr id="7" name="指定角色">
            <a:extLst>
              <a:ext uri="{FF2B5EF4-FFF2-40B4-BE49-F238E27FC236}">
                <a16:creationId xmlns:a16="http://schemas.microsoft.com/office/drawing/2014/main" id="{C9E850F3-F308-47BD-93C8-82082622CA36}"/>
              </a:ext>
            </a:extLst>
          </p:cNvPr>
          <p:cNvSpPr>
            <a:spLocks noGrp="1"/>
          </p:cNvSpPr>
          <p:nvPr/>
        </p:nvSpPr>
        <p:spPr>
          <a:xfrm>
            <a:off x="2202180" y="883920"/>
            <a:ext cx="61722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指定角色</a:t>
            </a:r>
          </a:p>
        </p:txBody>
      </p:sp>
      <p:sp>
        <p:nvSpPr>
          <p:cNvPr id="8" name="WeAct / 飞书派发">
            <a:extLst>
              <a:ext uri="{FF2B5EF4-FFF2-40B4-BE49-F238E27FC236}">
                <a16:creationId xmlns:a16="http://schemas.microsoft.com/office/drawing/2014/main" id="{C01A5E25-D245-49D1-B0F4-369252A8F784}"/>
              </a:ext>
            </a:extLst>
          </p:cNvPr>
          <p:cNvSpPr>
            <a:spLocks noGrp="1"/>
          </p:cNvSpPr>
          <p:nvPr/>
        </p:nvSpPr>
        <p:spPr>
          <a:xfrm>
            <a:off x="3200400" y="883920"/>
            <a:ext cx="116586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WeAct / 飞书派发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1F88E1C-906D-4C24-953F-A31945F29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701540" y="899160"/>
            <a:ext cx="205740" cy="205740"/>
          </a:xfrm>
          <a:prstGeom prst="rect">
            <a:avLst/>
          </a:prstGeom>
        </p:spPr>
      </p:pic>
      <p:sp>
        <p:nvSpPr>
          <p:cNvPr id="10" name="领取任务">
            <a:extLst>
              <a:ext uri="{FF2B5EF4-FFF2-40B4-BE49-F238E27FC236}">
                <a16:creationId xmlns:a16="http://schemas.microsoft.com/office/drawing/2014/main" id="{9CC0D689-CE53-461A-8227-4D68520E985C}"/>
              </a:ext>
            </a:extLst>
          </p:cNvPr>
          <p:cNvSpPr>
            <a:spLocks noGrp="1"/>
          </p:cNvSpPr>
          <p:nvPr/>
        </p:nvSpPr>
        <p:spPr>
          <a:xfrm>
            <a:off x="4998720" y="883920"/>
            <a:ext cx="571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领取任务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40CFF0A-991A-409B-8C87-0D26BB30A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935980" y="891540"/>
            <a:ext cx="205740" cy="220980"/>
          </a:xfrm>
          <a:prstGeom prst="rect">
            <a:avLst/>
          </a:prstGeom>
        </p:spPr>
      </p:pic>
      <p:sp>
        <p:nvSpPr>
          <p:cNvPr id="12" name="专业处理">
            <a:extLst>
              <a:ext uri="{FF2B5EF4-FFF2-40B4-BE49-F238E27FC236}">
                <a16:creationId xmlns:a16="http://schemas.microsoft.com/office/drawing/2014/main" id="{82890DBB-0448-41F5-B26F-02D42D36466B}"/>
              </a:ext>
            </a:extLst>
          </p:cNvPr>
          <p:cNvSpPr>
            <a:spLocks noGrp="1"/>
          </p:cNvSpPr>
          <p:nvPr/>
        </p:nvSpPr>
        <p:spPr>
          <a:xfrm>
            <a:off x="6240780" y="883920"/>
            <a:ext cx="61722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专业处理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378BC31-2190-4964-AC2D-FC2008573E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185660" y="891540"/>
            <a:ext cx="198120" cy="228600"/>
          </a:xfrm>
          <a:prstGeom prst="rect">
            <a:avLst/>
          </a:prstGeom>
        </p:spPr>
      </p:pic>
      <p:sp>
        <p:nvSpPr>
          <p:cNvPr id="14" name="冻结成果">
            <a:extLst>
              <a:ext uri="{FF2B5EF4-FFF2-40B4-BE49-F238E27FC236}">
                <a16:creationId xmlns:a16="http://schemas.microsoft.com/office/drawing/2014/main" id="{9D18AB0A-6691-4293-9AE0-789D65890F3C}"/>
              </a:ext>
            </a:extLst>
          </p:cNvPr>
          <p:cNvSpPr>
            <a:spLocks noGrp="1"/>
          </p:cNvSpPr>
          <p:nvPr/>
        </p:nvSpPr>
        <p:spPr>
          <a:xfrm>
            <a:off x="7467600" y="883920"/>
            <a:ext cx="6096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冻结成果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93A8FFF-D965-40AF-9F5D-30F39B4C66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60080" y="891540"/>
            <a:ext cx="236220" cy="228600"/>
          </a:xfrm>
          <a:prstGeom prst="rect">
            <a:avLst/>
          </a:prstGeom>
        </p:spPr>
      </p:pic>
      <p:sp>
        <p:nvSpPr>
          <p:cNvPr id="16" name="多人复核">
            <a:extLst>
              <a:ext uri="{FF2B5EF4-FFF2-40B4-BE49-F238E27FC236}">
                <a16:creationId xmlns:a16="http://schemas.microsoft.com/office/drawing/2014/main" id="{E07C88B9-CB5F-4350-AFDD-ADC4CC123BF0}"/>
              </a:ext>
            </a:extLst>
          </p:cNvPr>
          <p:cNvSpPr>
            <a:spLocks noGrp="1"/>
          </p:cNvSpPr>
          <p:nvPr/>
        </p:nvSpPr>
        <p:spPr>
          <a:xfrm>
            <a:off x="8534400" y="883920"/>
            <a:ext cx="62484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多人复核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44F9EE3-6B8E-438F-AD47-A56B189F15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395460" y="891540"/>
            <a:ext cx="182880" cy="228600"/>
          </a:xfrm>
          <a:prstGeom prst="rect">
            <a:avLst/>
          </a:prstGeom>
        </p:spPr>
      </p:pic>
      <p:sp>
        <p:nvSpPr>
          <p:cNvPr id="18" name="评论 / 通过 / 退回">
            <a:extLst>
              <a:ext uri="{FF2B5EF4-FFF2-40B4-BE49-F238E27FC236}">
                <a16:creationId xmlns:a16="http://schemas.microsoft.com/office/drawing/2014/main" id="{87BBAF51-A010-4C2F-AD77-498B3D5431F7}"/>
              </a:ext>
            </a:extLst>
          </p:cNvPr>
          <p:cNvSpPr>
            <a:spLocks noGrp="1"/>
          </p:cNvSpPr>
          <p:nvPr/>
        </p:nvSpPr>
        <p:spPr>
          <a:xfrm>
            <a:off x="9654540" y="883920"/>
            <a:ext cx="108966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评论 / 通过 / 退回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A76548B-3869-48B1-8CEF-A29258A558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010900" y="883920"/>
            <a:ext cx="220980" cy="236220"/>
          </a:xfrm>
          <a:prstGeom prst="rect">
            <a:avLst/>
          </a:prstGeom>
        </p:spPr>
      </p:pic>
      <p:sp>
        <p:nvSpPr>
          <p:cNvPr id="20" name="状态回流">
            <a:extLst>
              <a:ext uri="{FF2B5EF4-FFF2-40B4-BE49-F238E27FC236}">
                <a16:creationId xmlns:a16="http://schemas.microsoft.com/office/drawing/2014/main" id="{5BF074D5-542D-441B-8172-A9B50F3C1EDB}"/>
              </a:ext>
            </a:extLst>
          </p:cNvPr>
          <p:cNvSpPr>
            <a:spLocks noGrp="1"/>
          </p:cNvSpPr>
          <p:nvPr/>
        </p:nvSpPr>
        <p:spPr>
          <a:xfrm>
            <a:off x="11247120" y="883920"/>
            <a:ext cx="51054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状态回流</a:t>
            </a:r>
          </a:p>
        </p:txBody>
      </p:sp>
      <p:sp>
        <p:nvSpPr>
          <p:cNvPr id="21" name="arrow">
            <a:extLst>
              <a:ext uri="{FF2B5EF4-FFF2-40B4-BE49-F238E27FC236}">
                <a16:creationId xmlns:a16="http://schemas.microsoft.com/office/drawing/2014/main" id="{8218FA6F-C877-4E30-A91A-408C551EC217}"/>
              </a:ext>
            </a:extLst>
          </p:cNvPr>
          <p:cNvSpPr>
            <a:spLocks noGrp="1"/>
          </p:cNvSpPr>
          <p:nvPr/>
        </p:nvSpPr>
        <p:spPr>
          <a:xfrm>
            <a:off x="1600200" y="952500"/>
            <a:ext cx="152400" cy="91440"/>
          </a:xfrm>
          <a:prstGeom prst="rightArrow">
            <a:avLst/>
          </a:prstGeom>
          <a:solidFill>
            <a:srgbClr val="45A5D7"/>
          </a:solidFill>
          <a:ln w="0">
            <a:noFill/>
            <a:prstDash val="solid"/>
          </a:ln>
        </p:spPr>
      </p:sp>
      <p:sp>
        <p:nvSpPr>
          <p:cNvPr id="22" name="arrow">
            <a:extLst>
              <a:ext uri="{FF2B5EF4-FFF2-40B4-BE49-F238E27FC236}">
                <a16:creationId xmlns:a16="http://schemas.microsoft.com/office/drawing/2014/main" id="{1A7B00B9-C9F5-4EE9-BF0F-D1D119DC2408}"/>
              </a:ext>
            </a:extLst>
          </p:cNvPr>
          <p:cNvSpPr>
            <a:spLocks noGrp="1"/>
          </p:cNvSpPr>
          <p:nvPr/>
        </p:nvSpPr>
        <p:spPr>
          <a:xfrm>
            <a:off x="2903220" y="952500"/>
            <a:ext cx="152400" cy="91440"/>
          </a:xfrm>
          <a:prstGeom prst="rightArrow">
            <a:avLst/>
          </a:prstGeom>
          <a:solidFill>
            <a:srgbClr val="45A5D7"/>
          </a:solidFill>
          <a:ln w="0">
            <a:noFill/>
            <a:prstDash val="solid"/>
          </a:ln>
        </p:spPr>
      </p:sp>
      <p:sp>
        <p:nvSpPr>
          <p:cNvPr id="23" name="arrow">
            <a:extLst>
              <a:ext uri="{FF2B5EF4-FFF2-40B4-BE49-F238E27FC236}">
                <a16:creationId xmlns:a16="http://schemas.microsoft.com/office/drawing/2014/main" id="{941ED99B-F332-49FE-98D0-14142535186D}"/>
              </a:ext>
            </a:extLst>
          </p:cNvPr>
          <p:cNvSpPr>
            <a:spLocks noGrp="1"/>
          </p:cNvSpPr>
          <p:nvPr/>
        </p:nvSpPr>
        <p:spPr>
          <a:xfrm>
            <a:off x="4366260" y="952500"/>
            <a:ext cx="152400" cy="91440"/>
          </a:xfrm>
          <a:prstGeom prst="rightArrow">
            <a:avLst/>
          </a:prstGeom>
          <a:solidFill>
            <a:srgbClr val="45A5D7"/>
          </a:solidFill>
          <a:ln w="0">
            <a:noFill/>
            <a:prstDash val="solid"/>
          </a:ln>
        </p:spPr>
      </p:sp>
      <p:sp>
        <p:nvSpPr>
          <p:cNvPr id="24" name="arrow">
            <a:extLst>
              <a:ext uri="{FF2B5EF4-FFF2-40B4-BE49-F238E27FC236}">
                <a16:creationId xmlns:a16="http://schemas.microsoft.com/office/drawing/2014/main" id="{6B3F3630-2AB2-4520-8249-CB3D66CE8FDA}"/>
              </a:ext>
            </a:extLst>
          </p:cNvPr>
          <p:cNvSpPr>
            <a:spLocks noGrp="1"/>
          </p:cNvSpPr>
          <p:nvPr/>
        </p:nvSpPr>
        <p:spPr>
          <a:xfrm>
            <a:off x="5669280" y="952500"/>
            <a:ext cx="152400" cy="91440"/>
          </a:xfrm>
          <a:prstGeom prst="rightArrow">
            <a:avLst/>
          </a:prstGeom>
          <a:solidFill>
            <a:srgbClr val="45A5D7"/>
          </a:solidFill>
          <a:ln w="0">
            <a:noFill/>
            <a:prstDash val="solid"/>
          </a:ln>
        </p:spPr>
      </p:sp>
      <p:sp>
        <p:nvSpPr>
          <p:cNvPr id="25" name="arrow">
            <a:extLst>
              <a:ext uri="{FF2B5EF4-FFF2-40B4-BE49-F238E27FC236}">
                <a16:creationId xmlns:a16="http://schemas.microsoft.com/office/drawing/2014/main" id="{EB61CF4B-66FD-47FB-8694-1780B2B506E9}"/>
              </a:ext>
            </a:extLst>
          </p:cNvPr>
          <p:cNvSpPr>
            <a:spLocks noGrp="1"/>
          </p:cNvSpPr>
          <p:nvPr/>
        </p:nvSpPr>
        <p:spPr>
          <a:xfrm>
            <a:off x="6911340" y="952500"/>
            <a:ext cx="152400" cy="91440"/>
          </a:xfrm>
          <a:prstGeom prst="rightArrow">
            <a:avLst/>
          </a:prstGeom>
          <a:solidFill>
            <a:srgbClr val="45A5D7"/>
          </a:solidFill>
          <a:ln w="0">
            <a:noFill/>
            <a:prstDash val="solid"/>
          </a:ln>
        </p:spPr>
      </p:sp>
      <p:sp>
        <p:nvSpPr>
          <p:cNvPr id="26" name="arrow">
            <a:extLst>
              <a:ext uri="{FF2B5EF4-FFF2-40B4-BE49-F238E27FC236}">
                <a16:creationId xmlns:a16="http://schemas.microsoft.com/office/drawing/2014/main" id="{09D1F7AB-E4AD-4597-8BC8-F3319F999C46}"/>
              </a:ext>
            </a:extLst>
          </p:cNvPr>
          <p:cNvSpPr>
            <a:spLocks noGrp="1"/>
          </p:cNvSpPr>
          <p:nvPr/>
        </p:nvSpPr>
        <p:spPr>
          <a:xfrm>
            <a:off x="8061960" y="952500"/>
            <a:ext cx="152400" cy="91440"/>
          </a:xfrm>
          <a:prstGeom prst="rightArrow">
            <a:avLst/>
          </a:prstGeom>
          <a:solidFill>
            <a:srgbClr val="45A5D7"/>
          </a:solidFill>
          <a:ln w="0">
            <a:noFill/>
            <a:prstDash val="solid"/>
          </a:ln>
        </p:spPr>
      </p:sp>
      <p:sp>
        <p:nvSpPr>
          <p:cNvPr id="27" name="arrow">
            <a:extLst>
              <a:ext uri="{FF2B5EF4-FFF2-40B4-BE49-F238E27FC236}">
                <a16:creationId xmlns:a16="http://schemas.microsoft.com/office/drawing/2014/main" id="{AC2D3F4C-77F6-4225-884A-A2FA332CD31A}"/>
              </a:ext>
            </a:extLst>
          </p:cNvPr>
          <p:cNvSpPr>
            <a:spLocks noGrp="1"/>
          </p:cNvSpPr>
          <p:nvPr/>
        </p:nvSpPr>
        <p:spPr>
          <a:xfrm>
            <a:off x="9189720" y="952500"/>
            <a:ext cx="152400" cy="91440"/>
          </a:xfrm>
          <a:prstGeom prst="rightArrow">
            <a:avLst/>
          </a:prstGeom>
          <a:solidFill>
            <a:srgbClr val="45A5D7"/>
          </a:solidFill>
          <a:ln w="0">
            <a:noFill/>
            <a:prstDash val="solid"/>
          </a:ln>
        </p:spPr>
      </p:sp>
      <p:sp>
        <p:nvSpPr>
          <p:cNvPr id="28" name="arrow">
            <a:extLst>
              <a:ext uri="{FF2B5EF4-FFF2-40B4-BE49-F238E27FC236}">
                <a16:creationId xmlns:a16="http://schemas.microsoft.com/office/drawing/2014/main" id="{9911350D-8F05-4494-9B98-CDDB14874B4E}"/>
              </a:ext>
            </a:extLst>
          </p:cNvPr>
          <p:cNvSpPr>
            <a:spLocks noGrp="1"/>
          </p:cNvSpPr>
          <p:nvPr/>
        </p:nvSpPr>
        <p:spPr>
          <a:xfrm>
            <a:off x="10782300" y="952500"/>
            <a:ext cx="152400" cy="91440"/>
          </a:xfrm>
          <a:prstGeom prst="rightArrow">
            <a:avLst/>
          </a:prstGeom>
          <a:solidFill>
            <a:srgbClr val="45A5D7"/>
          </a:solidFill>
          <a:ln w="0">
            <a:noFill/>
            <a:prstDash val="solid"/>
          </a:ln>
        </p:spPr>
      </p:sp>
      <p:sp>
        <p:nvSpPr>
          <p:cNvPr id="29" name="panel">
            <a:extLst>
              <a:ext uri="{FF2B5EF4-FFF2-40B4-BE49-F238E27FC236}">
                <a16:creationId xmlns:a16="http://schemas.microsoft.com/office/drawing/2014/main" id="{CDBB2059-0ECE-4CBA-90D5-C82FACE88857}"/>
              </a:ext>
            </a:extLst>
          </p:cNvPr>
          <p:cNvSpPr>
            <a:spLocks noGrp="1"/>
          </p:cNvSpPr>
          <p:nvPr/>
        </p:nvSpPr>
        <p:spPr>
          <a:xfrm>
            <a:off x="121920" y="1249680"/>
            <a:ext cx="2735580" cy="3627120"/>
          </a:xfrm>
          <a:prstGeom prst="roundRect">
            <a:avLst>
              <a:gd name="adj" fmla="val 3064"/>
            </a:avLst>
          </a:prstGeom>
          <a:solidFill>
            <a:srgbClr val="001222"/>
          </a:solidFill>
          <a:ln w="6096">
            <a:solidFill>
              <a:srgbClr val="2A7292"/>
            </a:solidFill>
            <a:prstDash val="solid"/>
          </a:ln>
        </p:spPr>
      </p:sp>
      <p:sp>
        <p:nvSpPr>
          <p:cNvPr id="30" name="panel">
            <a:extLst>
              <a:ext uri="{FF2B5EF4-FFF2-40B4-BE49-F238E27FC236}">
                <a16:creationId xmlns:a16="http://schemas.microsoft.com/office/drawing/2014/main" id="{51916034-B2B4-4330-8BCB-759199FBE100}"/>
              </a:ext>
            </a:extLst>
          </p:cNvPr>
          <p:cNvSpPr>
            <a:spLocks noGrp="1"/>
          </p:cNvSpPr>
          <p:nvPr/>
        </p:nvSpPr>
        <p:spPr>
          <a:xfrm>
            <a:off x="2910840" y="1249680"/>
            <a:ext cx="3048000" cy="3627120"/>
          </a:xfrm>
          <a:prstGeom prst="roundRect">
            <a:avLst>
              <a:gd name="adj" fmla="val 2750"/>
            </a:avLst>
          </a:prstGeom>
          <a:solidFill>
            <a:srgbClr val="001222"/>
          </a:solidFill>
          <a:ln w="6096">
            <a:solidFill>
              <a:srgbClr val="2A7292"/>
            </a:solidFill>
            <a:prstDash val="solid"/>
          </a:ln>
        </p:spPr>
      </p:sp>
      <p:sp>
        <p:nvSpPr>
          <p:cNvPr id="31" name="panel">
            <a:extLst>
              <a:ext uri="{FF2B5EF4-FFF2-40B4-BE49-F238E27FC236}">
                <a16:creationId xmlns:a16="http://schemas.microsoft.com/office/drawing/2014/main" id="{49EAD07A-78DF-47C1-B8E6-27A596776AEA}"/>
              </a:ext>
            </a:extLst>
          </p:cNvPr>
          <p:cNvSpPr>
            <a:spLocks noGrp="1"/>
          </p:cNvSpPr>
          <p:nvPr/>
        </p:nvSpPr>
        <p:spPr>
          <a:xfrm>
            <a:off x="6012180" y="1249680"/>
            <a:ext cx="2819400" cy="3627120"/>
          </a:xfrm>
          <a:prstGeom prst="roundRect">
            <a:avLst>
              <a:gd name="adj" fmla="val 2973"/>
            </a:avLst>
          </a:prstGeom>
          <a:solidFill>
            <a:srgbClr val="001222"/>
          </a:solidFill>
          <a:ln w="6096">
            <a:solidFill>
              <a:srgbClr val="2A7292"/>
            </a:solidFill>
            <a:prstDash val="solid"/>
          </a:ln>
        </p:spPr>
      </p:sp>
      <p:sp>
        <p:nvSpPr>
          <p:cNvPr id="32" name="panel">
            <a:extLst>
              <a:ext uri="{FF2B5EF4-FFF2-40B4-BE49-F238E27FC236}">
                <a16:creationId xmlns:a16="http://schemas.microsoft.com/office/drawing/2014/main" id="{346892E4-2E1D-49EE-A05B-99CD41AA254E}"/>
              </a:ext>
            </a:extLst>
          </p:cNvPr>
          <p:cNvSpPr>
            <a:spLocks noGrp="1"/>
          </p:cNvSpPr>
          <p:nvPr/>
        </p:nvSpPr>
        <p:spPr>
          <a:xfrm>
            <a:off x="8877300" y="1249680"/>
            <a:ext cx="3177540" cy="3627120"/>
          </a:xfrm>
          <a:prstGeom prst="roundRect">
            <a:avLst>
              <a:gd name="adj" fmla="val 2638"/>
            </a:avLst>
          </a:prstGeom>
          <a:solidFill>
            <a:srgbClr val="001222"/>
          </a:solidFill>
          <a:ln w="6096">
            <a:solidFill>
              <a:srgbClr val="2A7292"/>
            </a:solidFill>
            <a:prstDash val="solid"/>
          </a:ln>
        </p:spPr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83D234DC-48F0-4AF4-81F4-47367BC30A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533400" y="1287780"/>
            <a:ext cx="220980" cy="259080"/>
          </a:xfrm>
          <a:prstGeom prst="rect">
            <a:avLst/>
          </a:prstGeom>
        </p:spPr>
      </p:pic>
      <p:sp>
        <p:nvSpPr>
          <p:cNvPr id="34" name="编制人">
            <a:extLst>
              <a:ext uri="{FF2B5EF4-FFF2-40B4-BE49-F238E27FC236}">
                <a16:creationId xmlns:a16="http://schemas.microsoft.com/office/drawing/2014/main" id="{06C4601A-3DF8-4A2F-9442-BB45300AF750}"/>
              </a:ext>
            </a:extLst>
          </p:cNvPr>
          <p:cNvSpPr>
            <a:spLocks noGrp="1"/>
          </p:cNvSpPr>
          <p:nvPr/>
        </p:nvSpPr>
        <p:spPr>
          <a:xfrm>
            <a:off x="822960" y="1348740"/>
            <a:ext cx="9144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编制人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E5F9E4A7-2284-4108-9453-0AF7D67E7E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3078480" y="1287780"/>
            <a:ext cx="274320" cy="251460"/>
          </a:xfrm>
          <a:prstGeom prst="rect">
            <a:avLst/>
          </a:prstGeom>
        </p:spPr>
      </p:pic>
      <p:sp>
        <p:nvSpPr>
          <p:cNvPr id="36" name="工程造价辅助智能体">
            <a:extLst>
              <a:ext uri="{FF2B5EF4-FFF2-40B4-BE49-F238E27FC236}">
                <a16:creationId xmlns:a16="http://schemas.microsoft.com/office/drawing/2014/main" id="{DE9A39C1-D4F6-45B4-8A32-0821AB11A173}"/>
              </a:ext>
            </a:extLst>
          </p:cNvPr>
          <p:cNvSpPr>
            <a:spLocks noGrp="1"/>
          </p:cNvSpPr>
          <p:nvPr/>
        </p:nvSpPr>
        <p:spPr>
          <a:xfrm>
            <a:off x="3413760" y="1348740"/>
            <a:ext cx="182118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工程造价辅助智能体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2969BC02-B518-4BF3-8DDA-FE0F70A027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6278880" y="1295400"/>
            <a:ext cx="304800" cy="266700"/>
          </a:xfrm>
          <a:prstGeom prst="rect">
            <a:avLst/>
          </a:prstGeom>
        </p:spPr>
      </p:pic>
      <p:sp>
        <p:nvSpPr>
          <p:cNvPr id="38" name="复核人">
            <a:extLst>
              <a:ext uri="{FF2B5EF4-FFF2-40B4-BE49-F238E27FC236}">
                <a16:creationId xmlns:a16="http://schemas.microsoft.com/office/drawing/2014/main" id="{2EE75126-876F-4402-A22A-62EF0AF97177}"/>
              </a:ext>
            </a:extLst>
          </p:cNvPr>
          <p:cNvSpPr>
            <a:spLocks noGrp="1"/>
          </p:cNvSpPr>
          <p:nvPr/>
        </p:nvSpPr>
        <p:spPr>
          <a:xfrm>
            <a:off x="6621780" y="1348740"/>
            <a:ext cx="7620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复核人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A708C788-A0D9-4002-9B0E-66DDC43273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9083040" y="1303020"/>
            <a:ext cx="259080" cy="251460"/>
          </a:xfrm>
          <a:prstGeom prst="rect">
            <a:avLst/>
          </a:prstGeom>
        </p:spPr>
      </p:pic>
      <p:sp>
        <p:nvSpPr>
          <p:cNvPr id="40" name="管理者">
            <a:extLst>
              <a:ext uri="{FF2B5EF4-FFF2-40B4-BE49-F238E27FC236}">
                <a16:creationId xmlns:a16="http://schemas.microsoft.com/office/drawing/2014/main" id="{D7B7ED89-2BF6-4098-82E0-657D045941B5}"/>
              </a:ext>
            </a:extLst>
          </p:cNvPr>
          <p:cNvSpPr>
            <a:spLocks noGrp="1"/>
          </p:cNvSpPr>
          <p:nvPr/>
        </p:nvSpPr>
        <p:spPr>
          <a:xfrm>
            <a:off x="9410700" y="1348740"/>
            <a:ext cx="6858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管理者</a:t>
            </a:r>
          </a:p>
        </p:txBody>
      </p:sp>
      <p:sp>
        <p:nvSpPr>
          <p:cNvPr id="41" name="创建与确认任务">
            <a:extLst>
              <a:ext uri="{FF2B5EF4-FFF2-40B4-BE49-F238E27FC236}">
                <a16:creationId xmlns:a16="http://schemas.microsoft.com/office/drawing/2014/main" id="{7DA1088B-115B-4599-9388-B31E64635930}"/>
              </a:ext>
            </a:extLst>
          </p:cNvPr>
          <p:cNvSpPr>
            <a:spLocks noGrp="1"/>
          </p:cNvSpPr>
          <p:nvPr/>
        </p:nvSpPr>
        <p:spPr>
          <a:xfrm>
            <a:off x="1706880" y="1356360"/>
            <a:ext cx="112776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创建与确认任务</a:t>
            </a:r>
          </a:p>
        </p:txBody>
      </p:sp>
      <p:sp>
        <p:nvSpPr>
          <p:cNvPr id="42" name="│ 调用 Skill 完成专业处理">
            <a:extLst>
              <a:ext uri="{FF2B5EF4-FFF2-40B4-BE49-F238E27FC236}">
                <a16:creationId xmlns:a16="http://schemas.microsoft.com/office/drawing/2014/main" id="{09F21811-C08C-430F-92B0-15D19E3479C5}"/>
              </a:ext>
            </a:extLst>
          </p:cNvPr>
          <p:cNvSpPr>
            <a:spLocks noGrp="1"/>
          </p:cNvSpPr>
          <p:nvPr/>
        </p:nvSpPr>
        <p:spPr>
          <a:xfrm>
            <a:off x="4625340" y="1371600"/>
            <a:ext cx="128778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6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6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6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6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6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6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6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6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6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6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6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│ 调用 Skill 完成专业处理</a:t>
            </a:r>
          </a:p>
        </p:txBody>
      </p:sp>
      <p:sp>
        <p:nvSpPr>
          <p:cNvPr id="43" name="│ 接收、复核、评论、退回">
            <a:extLst>
              <a:ext uri="{FF2B5EF4-FFF2-40B4-BE49-F238E27FC236}">
                <a16:creationId xmlns:a16="http://schemas.microsoft.com/office/drawing/2014/main" id="{395CA165-3812-4ABD-AD2D-2D3B20EFB432}"/>
              </a:ext>
            </a:extLst>
          </p:cNvPr>
          <p:cNvSpPr>
            <a:spLocks noGrp="1"/>
          </p:cNvSpPr>
          <p:nvPr/>
        </p:nvSpPr>
        <p:spPr>
          <a:xfrm>
            <a:off x="7200900" y="1371600"/>
            <a:ext cx="16078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│ 接收、复核、评论、退回</a:t>
            </a:r>
          </a:p>
        </p:txBody>
      </p:sp>
      <p:sp>
        <p:nvSpPr>
          <p:cNvPr id="44" name="查看项目、风险、进度和成果">
            <a:extLst>
              <a:ext uri="{FF2B5EF4-FFF2-40B4-BE49-F238E27FC236}">
                <a16:creationId xmlns:a16="http://schemas.microsoft.com/office/drawing/2014/main" id="{9A788765-57A5-4F8B-81A9-088D83EDD599}"/>
              </a:ext>
            </a:extLst>
          </p:cNvPr>
          <p:cNvSpPr>
            <a:spLocks noGrp="1"/>
          </p:cNvSpPr>
          <p:nvPr/>
        </p:nvSpPr>
        <p:spPr>
          <a:xfrm>
            <a:off x="10088880" y="1371600"/>
            <a:ext cx="192786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2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2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2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2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2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2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2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2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2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2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2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2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查看项目、风险、进度和成果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EACB0E9E-6C10-488E-B48B-55532FE6AE2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90500" y="1615440"/>
            <a:ext cx="2606040" cy="3215640"/>
          </a:xfrm>
          <a:prstGeom prst="rect">
            <a:avLst/>
          </a:prstGeom>
        </p:spPr>
      </p:pic>
      <p:sp>
        <p:nvSpPr>
          <p:cNvPr id="46" name="原稿去掉视频后的专业处理留空区域">
            <a:extLst>
              <a:ext uri="{FF2B5EF4-FFF2-40B4-BE49-F238E27FC236}">
                <a16:creationId xmlns:a16="http://schemas.microsoft.com/office/drawing/2014/main" id="{E6DA8E7D-3049-4860-9CD7-577F51A1EC5F}"/>
              </a:ext>
            </a:extLst>
          </p:cNvPr>
          <p:cNvSpPr>
            <a:spLocks noGrp="1"/>
          </p:cNvSpPr>
          <p:nvPr/>
        </p:nvSpPr>
        <p:spPr>
          <a:xfrm>
            <a:off x="2948940" y="1623060"/>
            <a:ext cx="2964180" cy="3200400"/>
          </a:xfrm>
          <a:prstGeom prst="roundRect">
            <a:avLst>
              <a:gd name="adj" fmla="val 3085"/>
            </a:avLst>
          </a:prstGeom>
          <a:solidFill>
            <a:srgbClr val="000F20"/>
          </a:solidFill>
          <a:ln w="6096">
            <a:solidFill>
              <a:srgbClr val="005773"/>
            </a:solidFill>
            <a:prstDash val="solid"/>
          </a:ln>
        </p:spPr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69850C97-6E60-4052-AFA6-9F976A40EB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6088380" y="1623060"/>
            <a:ext cx="2682240" cy="321564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D1F3D18C-5D31-4B4F-B51F-93743B14D74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8961120" y="1630680"/>
            <a:ext cx="3032760" cy="3192780"/>
          </a:xfrm>
          <a:prstGeom prst="rect">
            <a:avLst/>
          </a:prstGeom>
        </p:spPr>
      </p:pic>
      <p:sp>
        <p:nvSpPr>
          <p:cNvPr id="49" name="panel">
            <a:extLst>
              <a:ext uri="{FF2B5EF4-FFF2-40B4-BE49-F238E27FC236}">
                <a16:creationId xmlns:a16="http://schemas.microsoft.com/office/drawing/2014/main" id="{F0E94B7A-DCC3-4570-943D-461D6A6E3C2D}"/>
              </a:ext>
            </a:extLst>
          </p:cNvPr>
          <p:cNvSpPr>
            <a:spLocks noGrp="1"/>
          </p:cNvSpPr>
          <p:nvPr/>
        </p:nvSpPr>
        <p:spPr>
          <a:xfrm>
            <a:off x="426720" y="4963649"/>
            <a:ext cx="662940" cy="236220"/>
          </a:xfrm>
          <a:prstGeom prst="roundRect">
            <a:avLst>
              <a:gd name="adj" fmla="val 9677"/>
            </a:avLst>
          </a:prstGeom>
          <a:solidFill>
            <a:srgbClr val="001429"/>
          </a:solidFill>
          <a:ln w="6096">
            <a:solidFill>
              <a:srgbClr val="89C7DD"/>
            </a:solidFill>
            <a:prstDash val="solid"/>
          </a:ln>
        </p:spPr>
      </p:sp>
      <p:sp>
        <p:nvSpPr>
          <p:cNvPr id="50" name="派发">
            <a:extLst>
              <a:ext uri="{FF2B5EF4-FFF2-40B4-BE49-F238E27FC236}">
                <a16:creationId xmlns:a16="http://schemas.microsoft.com/office/drawing/2014/main" id="{BCA93C94-D4C0-4E81-B641-1C7A91399976}"/>
              </a:ext>
            </a:extLst>
          </p:cNvPr>
          <p:cNvSpPr>
            <a:spLocks noGrp="1"/>
          </p:cNvSpPr>
          <p:nvPr/>
        </p:nvSpPr>
        <p:spPr>
          <a:xfrm>
            <a:off x="464820" y="4986509"/>
            <a:ext cx="58674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rPr>
              <a:t>派发</a:t>
            </a:r>
          </a:p>
        </p:txBody>
      </p:sp>
      <p:sp>
        <p:nvSpPr>
          <p:cNvPr id="51" name="panel">
            <a:extLst>
              <a:ext uri="{FF2B5EF4-FFF2-40B4-BE49-F238E27FC236}">
                <a16:creationId xmlns:a16="http://schemas.microsoft.com/office/drawing/2014/main" id="{CDBA15DC-3C51-4E01-8C10-BB678D8C6B86}"/>
              </a:ext>
            </a:extLst>
          </p:cNvPr>
          <p:cNvSpPr>
            <a:spLocks noGrp="1"/>
          </p:cNvSpPr>
          <p:nvPr/>
        </p:nvSpPr>
        <p:spPr>
          <a:xfrm>
            <a:off x="2331720" y="4963649"/>
            <a:ext cx="533400" cy="236220"/>
          </a:xfrm>
          <a:prstGeom prst="roundRect">
            <a:avLst>
              <a:gd name="adj" fmla="val 9677"/>
            </a:avLst>
          </a:prstGeom>
          <a:solidFill>
            <a:srgbClr val="001429"/>
          </a:solidFill>
          <a:ln w="6096">
            <a:solidFill>
              <a:srgbClr val="89C7DD"/>
            </a:solidFill>
            <a:prstDash val="solid"/>
          </a:ln>
        </p:spPr>
      </p:sp>
      <p:sp>
        <p:nvSpPr>
          <p:cNvPr id="52" name="领取">
            <a:extLst>
              <a:ext uri="{FF2B5EF4-FFF2-40B4-BE49-F238E27FC236}">
                <a16:creationId xmlns:a16="http://schemas.microsoft.com/office/drawing/2014/main" id="{EEE4EE21-61ED-4AA2-8847-A97E6CE1FEBD}"/>
              </a:ext>
            </a:extLst>
          </p:cNvPr>
          <p:cNvSpPr>
            <a:spLocks noGrp="1"/>
          </p:cNvSpPr>
          <p:nvPr/>
        </p:nvSpPr>
        <p:spPr>
          <a:xfrm>
            <a:off x="2369820" y="4986509"/>
            <a:ext cx="45720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rPr>
              <a:t>领取</a:t>
            </a:r>
          </a:p>
        </p:txBody>
      </p:sp>
      <p:sp>
        <p:nvSpPr>
          <p:cNvPr id="53" name="panel">
            <a:extLst>
              <a:ext uri="{FF2B5EF4-FFF2-40B4-BE49-F238E27FC236}">
                <a16:creationId xmlns:a16="http://schemas.microsoft.com/office/drawing/2014/main" id="{DD15F195-98E5-4A11-A147-17DA9ADA1D70}"/>
              </a:ext>
            </a:extLst>
          </p:cNvPr>
          <p:cNvSpPr>
            <a:spLocks noGrp="1"/>
          </p:cNvSpPr>
          <p:nvPr/>
        </p:nvSpPr>
        <p:spPr>
          <a:xfrm>
            <a:off x="3992880" y="4963649"/>
            <a:ext cx="746760" cy="236220"/>
          </a:xfrm>
          <a:prstGeom prst="roundRect">
            <a:avLst>
              <a:gd name="adj" fmla="val 9677"/>
            </a:avLst>
          </a:prstGeom>
          <a:solidFill>
            <a:srgbClr val="001429"/>
          </a:solidFill>
          <a:ln w="6096">
            <a:solidFill>
              <a:srgbClr val="89C7DD"/>
            </a:solidFill>
            <a:prstDash val="solid"/>
          </a:ln>
        </p:spPr>
      </p:sp>
      <p:sp>
        <p:nvSpPr>
          <p:cNvPr id="54" name="专业处理">
            <a:extLst>
              <a:ext uri="{FF2B5EF4-FFF2-40B4-BE49-F238E27FC236}">
                <a16:creationId xmlns:a16="http://schemas.microsoft.com/office/drawing/2014/main" id="{C499B515-F1AC-40FA-8340-EAE32CA88AC4}"/>
              </a:ext>
            </a:extLst>
          </p:cNvPr>
          <p:cNvSpPr>
            <a:spLocks noGrp="1"/>
          </p:cNvSpPr>
          <p:nvPr/>
        </p:nvSpPr>
        <p:spPr>
          <a:xfrm>
            <a:off x="4030980" y="4986509"/>
            <a:ext cx="67056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rPr>
              <a:t>专业处理</a:t>
            </a:r>
          </a:p>
        </p:txBody>
      </p:sp>
      <p:sp>
        <p:nvSpPr>
          <p:cNvPr id="55" name="panel">
            <a:extLst>
              <a:ext uri="{FF2B5EF4-FFF2-40B4-BE49-F238E27FC236}">
                <a16:creationId xmlns:a16="http://schemas.microsoft.com/office/drawing/2014/main" id="{D1D933CD-7305-42FA-BA18-641CE383B658}"/>
              </a:ext>
            </a:extLst>
          </p:cNvPr>
          <p:cNvSpPr>
            <a:spLocks noGrp="1"/>
          </p:cNvSpPr>
          <p:nvPr/>
        </p:nvSpPr>
        <p:spPr>
          <a:xfrm>
            <a:off x="5615940" y="4963649"/>
            <a:ext cx="739140" cy="236220"/>
          </a:xfrm>
          <a:prstGeom prst="roundRect">
            <a:avLst>
              <a:gd name="adj" fmla="val 9677"/>
            </a:avLst>
          </a:prstGeom>
          <a:solidFill>
            <a:srgbClr val="001429"/>
          </a:solidFill>
          <a:ln w="6096">
            <a:solidFill>
              <a:srgbClr val="97BF6C"/>
            </a:solidFill>
            <a:prstDash val="solid"/>
          </a:ln>
        </p:spPr>
      </p:sp>
      <p:sp>
        <p:nvSpPr>
          <p:cNvPr id="56" name="成果冻结">
            <a:extLst>
              <a:ext uri="{FF2B5EF4-FFF2-40B4-BE49-F238E27FC236}">
                <a16:creationId xmlns:a16="http://schemas.microsoft.com/office/drawing/2014/main" id="{F9AC584E-F038-46CF-87E8-19B5765308F4}"/>
              </a:ext>
            </a:extLst>
          </p:cNvPr>
          <p:cNvSpPr>
            <a:spLocks noGrp="1"/>
          </p:cNvSpPr>
          <p:nvPr/>
        </p:nvSpPr>
        <p:spPr>
          <a:xfrm>
            <a:off x="5654040" y="4986509"/>
            <a:ext cx="66294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rPr>
              <a:t>成果冻结</a:t>
            </a:r>
          </a:p>
        </p:txBody>
      </p:sp>
      <p:sp>
        <p:nvSpPr>
          <p:cNvPr id="57" name="panel">
            <a:extLst>
              <a:ext uri="{FF2B5EF4-FFF2-40B4-BE49-F238E27FC236}">
                <a16:creationId xmlns:a16="http://schemas.microsoft.com/office/drawing/2014/main" id="{7831190F-914C-4233-AA19-D292B2BA687C}"/>
              </a:ext>
            </a:extLst>
          </p:cNvPr>
          <p:cNvSpPr>
            <a:spLocks noGrp="1"/>
          </p:cNvSpPr>
          <p:nvPr/>
        </p:nvSpPr>
        <p:spPr>
          <a:xfrm>
            <a:off x="7452360" y="4963649"/>
            <a:ext cx="594360" cy="236220"/>
          </a:xfrm>
          <a:prstGeom prst="roundRect">
            <a:avLst>
              <a:gd name="adj" fmla="val 9677"/>
            </a:avLst>
          </a:prstGeom>
          <a:solidFill>
            <a:srgbClr val="001429"/>
          </a:solidFill>
          <a:ln w="6096">
            <a:solidFill>
              <a:srgbClr val="97BF6C"/>
            </a:solidFill>
            <a:prstDash val="solid"/>
          </a:ln>
        </p:spPr>
      </p:sp>
      <p:sp>
        <p:nvSpPr>
          <p:cNvPr id="58" name="通过">
            <a:extLst>
              <a:ext uri="{FF2B5EF4-FFF2-40B4-BE49-F238E27FC236}">
                <a16:creationId xmlns:a16="http://schemas.microsoft.com/office/drawing/2014/main" id="{1771322E-DFC6-45EA-9BC6-8FAC115A14AB}"/>
              </a:ext>
            </a:extLst>
          </p:cNvPr>
          <p:cNvSpPr>
            <a:spLocks noGrp="1"/>
          </p:cNvSpPr>
          <p:nvPr/>
        </p:nvSpPr>
        <p:spPr>
          <a:xfrm>
            <a:off x="7490460" y="4986509"/>
            <a:ext cx="51816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97BF6C"/>
                </a:solidFill>
                <a:latin typeface="Noto Sans CJK SC"/>
                <a:ea typeface="Noto Sans CJK SC"/>
                <a:cs typeface="Noto Sans CJK SC"/>
              </a:rPr>
              <a:t>通过</a:t>
            </a:r>
          </a:p>
        </p:txBody>
      </p:sp>
      <p:sp>
        <p:nvSpPr>
          <p:cNvPr id="59" name="panel">
            <a:extLst>
              <a:ext uri="{FF2B5EF4-FFF2-40B4-BE49-F238E27FC236}">
                <a16:creationId xmlns:a16="http://schemas.microsoft.com/office/drawing/2014/main" id="{E121BCAC-CE2E-4255-92CA-CEE51C066811}"/>
              </a:ext>
            </a:extLst>
          </p:cNvPr>
          <p:cNvSpPr>
            <a:spLocks noGrp="1"/>
          </p:cNvSpPr>
          <p:nvPr/>
        </p:nvSpPr>
        <p:spPr>
          <a:xfrm>
            <a:off x="8877300" y="4963649"/>
            <a:ext cx="1173480" cy="236220"/>
          </a:xfrm>
          <a:prstGeom prst="roundRect">
            <a:avLst>
              <a:gd name="adj" fmla="val 9677"/>
            </a:avLst>
          </a:prstGeom>
          <a:solidFill>
            <a:srgbClr val="001429"/>
          </a:solidFill>
          <a:ln w="6096">
            <a:solidFill>
              <a:srgbClr val="E2A43B"/>
            </a:solidFill>
            <a:prstDash val="solid"/>
          </a:ln>
        </p:spPr>
      </p:sp>
      <p:sp>
        <p:nvSpPr>
          <p:cNvPr id="60" name="退回（带意见）">
            <a:extLst>
              <a:ext uri="{FF2B5EF4-FFF2-40B4-BE49-F238E27FC236}">
                <a16:creationId xmlns:a16="http://schemas.microsoft.com/office/drawing/2014/main" id="{9BE13DEB-5030-431F-B5E4-893037A1F3CE}"/>
              </a:ext>
            </a:extLst>
          </p:cNvPr>
          <p:cNvSpPr>
            <a:spLocks noGrp="1"/>
          </p:cNvSpPr>
          <p:nvPr/>
        </p:nvSpPr>
        <p:spPr>
          <a:xfrm>
            <a:off x="8915400" y="4986509"/>
            <a:ext cx="109728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E2A43B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E2A43B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E2A43B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E2A43B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E2A43B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E2A43B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E2A43B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E2A43B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E2A43B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E2A43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E2A4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2A43B"/>
                </a:solidFill>
                <a:latin typeface="Noto Sans CJK SC"/>
                <a:ea typeface="Noto Sans CJK SC"/>
                <a:cs typeface="Noto Sans CJK SC"/>
              </a:rPr>
              <a:t>退回（带意见）</a:t>
            </a:r>
          </a:p>
        </p:txBody>
      </p:sp>
      <p:sp>
        <p:nvSpPr>
          <p:cNvPr id="61" name="panel">
            <a:extLst>
              <a:ext uri="{FF2B5EF4-FFF2-40B4-BE49-F238E27FC236}">
                <a16:creationId xmlns:a16="http://schemas.microsoft.com/office/drawing/2014/main" id="{232D80BF-D4F2-4652-BCC3-F076DC8C9181}"/>
              </a:ext>
            </a:extLst>
          </p:cNvPr>
          <p:cNvSpPr>
            <a:spLocks noGrp="1"/>
          </p:cNvSpPr>
          <p:nvPr/>
        </p:nvSpPr>
        <p:spPr>
          <a:xfrm>
            <a:off x="10904220" y="4963649"/>
            <a:ext cx="784860" cy="236220"/>
          </a:xfrm>
          <a:prstGeom prst="roundRect">
            <a:avLst>
              <a:gd name="adj" fmla="val 9677"/>
            </a:avLst>
          </a:prstGeom>
          <a:solidFill>
            <a:srgbClr val="001429"/>
          </a:solidFill>
          <a:ln w="6096">
            <a:solidFill>
              <a:srgbClr val="89C7DD"/>
            </a:solidFill>
            <a:prstDash val="solid"/>
          </a:ln>
        </p:spPr>
      </p:sp>
      <p:sp>
        <p:nvSpPr>
          <p:cNvPr id="62" name="回流编制">
            <a:extLst>
              <a:ext uri="{FF2B5EF4-FFF2-40B4-BE49-F238E27FC236}">
                <a16:creationId xmlns:a16="http://schemas.microsoft.com/office/drawing/2014/main" id="{9E73AFD4-A65B-4E9A-91A5-8934BB1D5FDD}"/>
              </a:ext>
            </a:extLst>
          </p:cNvPr>
          <p:cNvSpPr>
            <a:spLocks noGrp="1"/>
          </p:cNvSpPr>
          <p:nvPr/>
        </p:nvSpPr>
        <p:spPr>
          <a:xfrm>
            <a:off x="10942320" y="4986509"/>
            <a:ext cx="70866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89C7DD"/>
                </a:solidFill>
                <a:latin typeface="Noto Sans CJK SC"/>
                <a:ea typeface="Noto Sans CJK SC"/>
                <a:cs typeface="Noto Sans CJK SC"/>
              </a:rPr>
              <a:t>回流编制</a:t>
            </a:r>
          </a:p>
        </p:txBody>
      </p:sp>
      <p:sp>
        <p:nvSpPr>
          <p:cNvPr id="63" name="connector">
            <a:extLst>
              <a:ext uri="{FF2B5EF4-FFF2-40B4-BE49-F238E27FC236}">
                <a16:creationId xmlns:a16="http://schemas.microsoft.com/office/drawing/2014/main" id="{7DA5A18F-5624-4E42-9B61-EB94813A58FC}"/>
              </a:ext>
            </a:extLst>
          </p:cNvPr>
          <p:cNvSpPr>
            <a:spLocks noGrp="1"/>
          </p:cNvSpPr>
          <p:nvPr/>
        </p:nvSpPr>
        <p:spPr>
          <a:xfrm>
            <a:off x="1165860" y="5085569"/>
            <a:ext cx="1089660" cy="0"/>
          </a:xfrm>
          <a:prstGeom prst="line">
            <a:avLst/>
          </a:prstGeom>
          <a:noFill/>
          <a:ln w="7620">
            <a:solidFill>
              <a:srgbClr val="569BA9"/>
            </a:solidFill>
            <a:prstDash val="dash"/>
          </a:ln>
        </p:spPr>
      </p:sp>
      <p:sp>
        <p:nvSpPr>
          <p:cNvPr id="64" name="原稿状态流向箭头">
            <a:extLst>
              <a:ext uri="{FF2B5EF4-FFF2-40B4-BE49-F238E27FC236}">
                <a16:creationId xmlns:a16="http://schemas.microsoft.com/office/drawing/2014/main" id="{B3390B7C-E069-4B60-81C1-88061C56DE1F}"/>
              </a:ext>
            </a:extLst>
          </p:cNvPr>
          <p:cNvSpPr>
            <a:spLocks noGrp="1"/>
          </p:cNvSpPr>
          <p:nvPr/>
        </p:nvSpPr>
        <p:spPr>
          <a:xfrm>
            <a:off x="1181100" y="5047469"/>
            <a:ext cx="91440" cy="76200"/>
          </a:xfrm>
          <a:prstGeom prst="leftArrow">
            <a:avLst/>
          </a:prstGeom>
          <a:solidFill>
            <a:srgbClr val="5CA8C1"/>
          </a:solidFill>
          <a:ln w="0">
            <a:noFill/>
            <a:prstDash val="solid"/>
          </a:ln>
        </p:spPr>
      </p:sp>
      <p:sp>
        <p:nvSpPr>
          <p:cNvPr id="65" name="connector">
            <a:extLst>
              <a:ext uri="{FF2B5EF4-FFF2-40B4-BE49-F238E27FC236}">
                <a16:creationId xmlns:a16="http://schemas.microsoft.com/office/drawing/2014/main" id="{5BB4C814-E342-4AFA-B49F-B93F63C80FFB}"/>
              </a:ext>
            </a:extLst>
          </p:cNvPr>
          <p:cNvSpPr>
            <a:spLocks noGrp="1"/>
          </p:cNvSpPr>
          <p:nvPr/>
        </p:nvSpPr>
        <p:spPr>
          <a:xfrm>
            <a:off x="2941320" y="5085569"/>
            <a:ext cx="975360" cy="0"/>
          </a:xfrm>
          <a:prstGeom prst="line">
            <a:avLst/>
          </a:prstGeom>
          <a:noFill/>
          <a:ln w="7620">
            <a:solidFill>
              <a:srgbClr val="569BA9"/>
            </a:solidFill>
            <a:prstDash val="dash"/>
          </a:ln>
        </p:spPr>
      </p:sp>
      <p:sp>
        <p:nvSpPr>
          <p:cNvPr id="66" name="原稿状态流向箭头">
            <a:extLst>
              <a:ext uri="{FF2B5EF4-FFF2-40B4-BE49-F238E27FC236}">
                <a16:creationId xmlns:a16="http://schemas.microsoft.com/office/drawing/2014/main" id="{0E1A6CDF-E2D3-4F2D-B12E-C1C44B895E85}"/>
              </a:ext>
            </a:extLst>
          </p:cNvPr>
          <p:cNvSpPr>
            <a:spLocks noGrp="1"/>
          </p:cNvSpPr>
          <p:nvPr/>
        </p:nvSpPr>
        <p:spPr>
          <a:xfrm>
            <a:off x="2956560" y="5047469"/>
            <a:ext cx="91440" cy="76200"/>
          </a:xfrm>
          <a:prstGeom prst="leftArrow">
            <a:avLst/>
          </a:prstGeom>
          <a:solidFill>
            <a:srgbClr val="5CA8C1"/>
          </a:solidFill>
          <a:ln w="0">
            <a:noFill/>
            <a:prstDash val="solid"/>
          </a:ln>
        </p:spPr>
      </p:sp>
      <p:sp>
        <p:nvSpPr>
          <p:cNvPr id="67" name="connector">
            <a:extLst>
              <a:ext uri="{FF2B5EF4-FFF2-40B4-BE49-F238E27FC236}">
                <a16:creationId xmlns:a16="http://schemas.microsoft.com/office/drawing/2014/main" id="{788FE448-571A-4E6C-8E1D-7A7F3C0FA2D0}"/>
              </a:ext>
            </a:extLst>
          </p:cNvPr>
          <p:cNvSpPr>
            <a:spLocks noGrp="1"/>
          </p:cNvSpPr>
          <p:nvPr/>
        </p:nvSpPr>
        <p:spPr>
          <a:xfrm>
            <a:off x="4815840" y="5085569"/>
            <a:ext cx="723900" cy="0"/>
          </a:xfrm>
          <a:prstGeom prst="line">
            <a:avLst/>
          </a:prstGeom>
          <a:noFill/>
          <a:ln w="7620">
            <a:solidFill>
              <a:srgbClr val="569BA9"/>
            </a:solidFill>
            <a:prstDash val="dash"/>
          </a:ln>
        </p:spPr>
      </p:sp>
      <p:sp>
        <p:nvSpPr>
          <p:cNvPr id="68" name="原稿状态流向箭头">
            <a:extLst>
              <a:ext uri="{FF2B5EF4-FFF2-40B4-BE49-F238E27FC236}">
                <a16:creationId xmlns:a16="http://schemas.microsoft.com/office/drawing/2014/main" id="{3E5CB23C-7A31-4D1B-AEAE-E181D2B1CE92}"/>
              </a:ext>
            </a:extLst>
          </p:cNvPr>
          <p:cNvSpPr>
            <a:spLocks noGrp="1"/>
          </p:cNvSpPr>
          <p:nvPr/>
        </p:nvSpPr>
        <p:spPr>
          <a:xfrm>
            <a:off x="4831080" y="5047469"/>
            <a:ext cx="91440" cy="76200"/>
          </a:xfrm>
          <a:prstGeom prst="leftArrow">
            <a:avLst/>
          </a:prstGeom>
          <a:solidFill>
            <a:srgbClr val="5CA8C1"/>
          </a:solidFill>
          <a:ln w="0">
            <a:noFill/>
            <a:prstDash val="solid"/>
          </a:ln>
        </p:spPr>
      </p:sp>
      <p:sp>
        <p:nvSpPr>
          <p:cNvPr id="69" name="connector">
            <a:extLst>
              <a:ext uri="{FF2B5EF4-FFF2-40B4-BE49-F238E27FC236}">
                <a16:creationId xmlns:a16="http://schemas.microsoft.com/office/drawing/2014/main" id="{98A097C9-BBBC-4303-86BF-FEB1E41DDE99}"/>
              </a:ext>
            </a:extLst>
          </p:cNvPr>
          <p:cNvSpPr>
            <a:spLocks noGrp="1"/>
          </p:cNvSpPr>
          <p:nvPr/>
        </p:nvSpPr>
        <p:spPr>
          <a:xfrm>
            <a:off x="6431280" y="5085569"/>
            <a:ext cx="944880" cy="0"/>
          </a:xfrm>
          <a:prstGeom prst="line">
            <a:avLst/>
          </a:prstGeom>
          <a:noFill/>
          <a:ln w="7620">
            <a:solidFill>
              <a:srgbClr val="569BA9"/>
            </a:solidFill>
            <a:prstDash val="dash"/>
          </a:ln>
        </p:spPr>
      </p:sp>
      <p:sp>
        <p:nvSpPr>
          <p:cNvPr id="70" name="原稿状态流向箭头">
            <a:extLst>
              <a:ext uri="{FF2B5EF4-FFF2-40B4-BE49-F238E27FC236}">
                <a16:creationId xmlns:a16="http://schemas.microsoft.com/office/drawing/2014/main" id="{BB2B230C-A2AC-4CC7-969A-C23AA5A184A5}"/>
              </a:ext>
            </a:extLst>
          </p:cNvPr>
          <p:cNvSpPr>
            <a:spLocks noGrp="1"/>
          </p:cNvSpPr>
          <p:nvPr/>
        </p:nvSpPr>
        <p:spPr>
          <a:xfrm>
            <a:off x="6446520" y="5047469"/>
            <a:ext cx="91440" cy="76200"/>
          </a:xfrm>
          <a:prstGeom prst="leftArrow">
            <a:avLst/>
          </a:prstGeom>
          <a:solidFill>
            <a:srgbClr val="5CA8C1"/>
          </a:solidFill>
          <a:ln w="0">
            <a:noFill/>
            <a:prstDash val="solid"/>
          </a:ln>
        </p:spPr>
      </p:sp>
      <p:sp>
        <p:nvSpPr>
          <p:cNvPr id="71" name="connector">
            <a:extLst>
              <a:ext uri="{FF2B5EF4-FFF2-40B4-BE49-F238E27FC236}">
                <a16:creationId xmlns:a16="http://schemas.microsoft.com/office/drawing/2014/main" id="{C774F4E4-0F2B-445E-9498-2D29F610BE73}"/>
              </a:ext>
            </a:extLst>
          </p:cNvPr>
          <p:cNvSpPr>
            <a:spLocks noGrp="1"/>
          </p:cNvSpPr>
          <p:nvPr/>
        </p:nvSpPr>
        <p:spPr>
          <a:xfrm>
            <a:off x="8122920" y="5085569"/>
            <a:ext cx="678180" cy="0"/>
          </a:xfrm>
          <a:prstGeom prst="line">
            <a:avLst/>
          </a:prstGeom>
          <a:noFill/>
          <a:ln w="7620">
            <a:solidFill>
              <a:srgbClr val="569BA9"/>
            </a:solidFill>
            <a:prstDash val="dash"/>
          </a:ln>
        </p:spPr>
      </p:sp>
      <p:sp>
        <p:nvSpPr>
          <p:cNvPr id="72" name="原稿状态流向箭头">
            <a:extLst>
              <a:ext uri="{FF2B5EF4-FFF2-40B4-BE49-F238E27FC236}">
                <a16:creationId xmlns:a16="http://schemas.microsoft.com/office/drawing/2014/main" id="{CF5E26BE-B380-41CE-B3C5-62BE4F106BA9}"/>
              </a:ext>
            </a:extLst>
          </p:cNvPr>
          <p:cNvSpPr>
            <a:spLocks noGrp="1"/>
          </p:cNvSpPr>
          <p:nvPr/>
        </p:nvSpPr>
        <p:spPr>
          <a:xfrm>
            <a:off x="8138160" y="5047469"/>
            <a:ext cx="91440" cy="76200"/>
          </a:xfrm>
          <a:prstGeom prst="leftArrow">
            <a:avLst/>
          </a:prstGeom>
          <a:solidFill>
            <a:srgbClr val="5CA8C1"/>
          </a:solidFill>
          <a:ln w="0">
            <a:noFill/>
            <a:prstDash val="solid"/>
          </a:ln>
        </p:spPr>
      </p:sp>
      <p:sp>
        <p:nvSpPr>
          <p:cNvPr id="73" name="connector">
            <a:extLst>
              <a:ext uri="{FF2B5EF4-FFF2-40B4-BE49-F238E27FC236}">
                <a16:creationId xmlns:a16="http://schemas.microsoft.com/office/drawing/2014/main" id="{66123ECA-B7CE-47B9-81EC-0AA7CFC91139}"/>
              </a:ext>
            </a:extLst>
          </p:cNvPr>
          <p:cNvSpPr>
            <a:spLocks noGrp="1"/>
          </p:cNvSpPr>
          <p:nvPr/>
        </p:nvSpPr>
        <p:spPr>
          <a:xfrm>
            <a:off x="10126980" y="5085569"/>
            <a:ext cx="701040" cy="0"/>
          </a:xfrm>
          <a:prstGeom prst="line">
            <a:avLst/>
          </a:prstGeom>
          <a:noFill/>
          <a:ln w="7620">
            <a:solidFill>
              <a:srgbClr val="569BA9"/>
            </a:solidFill>
            <a:prstDash val="dash"/>
          </a:ln>
        </p:spPr>
      </p:sp>
      <p:sp>
        <p:nvSpPr>
          <p:cNvPr id="74" name="原稿状态流向箭头">
            <a:extLst>
              <a:ext uri="{FF2B5EF4-FFF2-40B4-BE49-F238E27FC236}">
                <a16:creationId xmlns:a16="http://schemas.microsoft.com/office/drawing/2014/main" id="{F9627A16-9759-4DAE-AF89-57334A558975}"/>
              </a:ext>
            </a:extLst>
          </p:cNvPr>
          <p:cNvSpPr>
            <a:spLocks noGrp="1"/>
          </p:cNvSpPr>
          <p:nvPr/>
        </p:nvSpPr>
        <p:spPr>
          <a:xfrm>
            <a:off x="10767060" y="5047469"/>
            <a:ext cx="91440" cy="76200"/>
          </a:xfrm>
          <a:prstGeom prst="rightArrow">
            <a:avLst/>
          </a:prstGeom>
          <a:solidFill>
            <a:srgbClr val="5CA8C1"/>
          </a:solidFill>
          <a:ln w="0">
            <a:noFill/>
            <a:prstDash val="solid"/>
          </a:ln>
        </p:spPr>
      </p:sp>
      <p:sp>
        <p:nvSpPr>
          <p:cNvPr id="75" name="connector">
            <a:extLst>
              <a:ext uri="{FF2B5EF4-FFF2-40B4-BE49-F238E27FC236}">
                <a16:creationId xmlns:a16="http://schemas.microsoft.com/office/drawing/2014/main" id="{E7FE7009-7955-4374-916B-BD4C90D9E6CD}"/>
              </a:ext>
            </a:extLst>
          </p:cNvPr>
          <p:cNvSpPr>
            <a:spLocks noGrp="1"/>
          </p:cNvSpPr>
          <p:nvPr/>
        </p:nvSpPr>
        <p:spPr>
          <a:xfrm>
            <a:off x="739140" y="5280660"/>
            <a:ext cx="10568940" cy="0"/>
          </a:xfrm>
          <a:prstGeom prst="line">
            <a:avLst/>
          </a:prstGeom>
          <a:noFill/>
          <a:ln w="4572">
            <a:solidFill>
              <a:srgbClr val="657991"/>
            </a:solidFill>
            <a:prstDash val="dash"/>
          </a:ln>
        </p:spPr>
      </p:sp>
      <p:sp>
        <p:nvSpPr>
          <p:cNvPr id="76" name="panel">
            <a:extLst>
              <a:ext uri="{FF2B5EF4-FFF2-40B4-BE49-F238E27FC236}">
                <a16:creationId xmlns:a16="http://schemas.microsoft.com/office/drawing/2014/main" id="{03AF8F5F-BB85-40FE-83CA-BB2BCE5E9DC0}"/>
              </a:ext>
            </a:extLst>
          </p:cNvPr>
          <p:cNvSpPr>
            <a:spLocks noGrp="1"/>
          </p:cNvSpPr>
          <p:nvPr/>
        </p:nvSpPr>
        <p:spPr>
          <a:xfrm>
            <a:off x="114300" y="5379720"/>
            <a:ext cx="5798820" cy="815340"/>
          </a:xfrm>
          <a:prstGeom prst="roundRect">
            <a:avLst>
              <a:gd name="adj" fmla="val 6542"/>
            </a:avLst>
          </a:prstGeom>
          <a:solidFill>
            <a:srgbClr val="001126"/>
          </a:solidFill>
          <a:ln w="6096">
            <a:solidFill>
              <a:srgbClr val="29536E"/>
            </a:solidFill>
            <a:prstDash val="solid"/>
          </a:ln>
        </p:spPr>
      </p:sp>
      <p:sp>
        <p:nvSpPr>
          <p:cNvPr id="77" name="panel">
            <a:extLst>
              <a:ext uri="{FF2B5EF4-FFF2-40B4-BE49-F238E27FC236}">
                <a16:creationId xmlns:a16="http://schemas.microsoft.com/office/drawing/2014/main" id="{A96E3302-CAFF-47B7-915D-54CB26F93CAB}"/>
              </a:ext>
            </a:extLst>
          </p:cNvPr>
          <p:cNvSpPr>
            <a:spLocks noGrp="1"/>
          </p:cNvSpPr>
          <p:nvPr/>
        </p:nvSpPr>
        <p:spPr>
          <a:xfrm>
            <a:off x="5981700" y="5379720"/>
            <a:ext cx="6073140" cy="815340"/>
          </a:xfrm>
          <a:prstGeom prst="roundRect">
            <a:avLst>
              <a:gd name="adj" fmla="val 6542"/>
            </a:avLst>
          </a:prstGeom>
          <a:solidFill>
            <a:srgbClr val="001126"/>
          </a:solidFill>
          <a:ln w="6096">
            <a:solidFill>
              <a:srgbClr val="29536E"/>
            </a:solidFill>
            <a:prstDash val="solid"/>
          </a:ln>
        </p:spPr>
      </p:sp>
      <p:sp>
        <p:nvSpPr>
          <p:cNvPr id="78" name="WeAct / 普通飞书">
            <a:extLst>
              <a:ext uri="{FF2B5EF4-FFF2-40B4-BE49-F238E27FC236}">
                <a16:creationId xmlns:a16="http://schemas.microsoft.com/office/drawing/2014/main" id="{441C5556-FCBE-4561-A39A-2E4EA4D990E2}"/>
              </a:ext>
            </a:extLst>
          </p:cNvPr>
          <p:cNvSpPr>
            <a:spLocks noGrp="1"/>
          </p:cNvSpPr>
          <p:nvPr/>
        </p:nvSpPr>
        <p:spPr>
          <a:xfrm>
            <a:off x="929640" y="5478780"/>
            <a:ext cx="186690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WeAct / 普通飞书</a:t>
            </a:r>
          </a:p>
        </p:txBody>
      </p:sp>
      <p:sp>
        <p:nvSpPr>
          <p:cNvPr id="79" name="接任务、领取、提醒、成果回传和轻量复核">
            <a:extLst>
              <a:ext uri="{FF2B5EF4-FFF2-40B4-BE49-F238E27FC236}">
                <a16:creationId xmlns:a16="http://schemas.microsoft.com/office/drawing/2014/main" id="{E8EC2EE7-637D-44E7-AC04-EF42E70FBC41}"/>
              </a:ext>
            </a:extLst>
          </p:cNvPr>
          <p:cNvSpPr>
            <a:spLocks noGrp="1"/>
          </p:cNvSpPr>
          <p:nvPr/>
        </p:nvSpPr>
        <p:spPr>
          <a:xfrm>
            <a:off x="2857500" y="5509260"/>
            <a:ext cx="2971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接任务、领取、提醒、成果回传和轻量复核</a:t>
            </a:r>
          </a:p>
        </p:txBody>
      </p:sp>
      <p:sp>
        <p:nvSpPr>
          <p:cNvPr id="80" name="造价智算">
            <a:extLst>
              <a:ext uri="{FF2B5EF4-FFF2-40B4-BE49-F238E27FC236}">
                <a16:creationId xmlns:a16="http://schemas.microsoft.com/office/drawing/2014/main" id="{22BD77E6-E8E5-40CB-8DDA-E46F704EEA94}"/>
              </a:ext>
            </a:extLst>
          </p:cNvPr>
          <p:cNvSpPr>
            <a:spLocks noGrp="1"/>
          </p:cNvSpPr>
          <p:nvPr/>
        </p:nvSpPr>
        <p:spPr>
          <a:xfrm>
            <a:off x="6873240" y="5478780"/>
            <a:ext cx="87630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造价智算</a:t>
            </a:r>
          </a:p>
        </p:txBody>
      </p:sp>
      <p:sp>
        <p:nvSpPr>
          <p:cNvPr id="81" name="负责专业处理、成果版本、审核结论和业务状态">
            <a:extLst>
              <a:ext uri="{FF2B5EF4-FFF2-40B4-BE49-F238E27FC236}">
                <a16:creationId xmlns:a16="http://schemas.microsoft.com/office/drawing/2014/main" id="{CFA46C4D-4720-4229-934F-BA345145EB85}"/>
              </a:ext>
            </a:extLst>
          </p:cNvPr>
          <p:cNvSpPr>
            <a:spLocks noGrp="1"/>
          </p:cNvSpPr>
          <p:nvPr/>
        </p:nvSpPr>
        <p:spPr>
          <a:xfrm>
            <a:off x="7940040" y="5509260"/>
            <a:ext cx="399288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负责专业处理、成果版本、审核结论和业务状态</a:t>
            </a:r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B92B7936-8C15-4F4F-894E-21900D8764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251460" y="5821680"/>
            <a:ext cx="297180" cy="251460"/>
          </a:xfrm>
          <a:prstGeom prst="rect">
            <a:avLst/>
          </a:prstGeom>
        </p:spPr>
      </p:pic>
      <p:sp>
        <p:nvSpPr>
          <p:cNvPr id="83" name="任务接收">
            <a:extLst>
              <a:ext uri="{FF2B5EF4-FFF2-40B4-BE49-F238E27FC236}">
                <a16:creationId xmlns:a16="http://schemas.microsoft.com/office/drawing/2014/main" id="{F2C15E83-4C3C-4277-AD88-EC3067605EF7}"/>
              </a:ext>
            </a:extLst>
          </p:cNvPr>
          <p:cNvSpPr>
            <a:spLocks noGrp="1"/>
          </p:cNvSpPr>
          <p:nvPr/>
        </p:nvSpPr>
        <p:spPr>
          <a:xfrm>
            <a:off x="632460" y="5852160"/>
            <a:ext cx="105918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任务接收</a:t>
            </a: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96F93771-7966-42EB-ADE0-36B65291931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1478280" y="5821680"/>
            <a:ext cx="243840" cy="251460"/>
          </a:xfrm>
          <a:prstGeom prst="rect">
            <a:avLst/>
          </a:prstGeom>
        </p:spPr>
      </p:pic>
      <p:sp>
        <p:nvSpPr>
          <p:cNvPr id="85" name="领取处理">
            <a:extLst>
              <a:ext uri="{FF2B5EF4-FFF2-40B4-BE49-F238E27FC236}">
                <a16:creationId xmlns:a16="http://schemas.microsoft.com/office/drawing/2014/main" id="{AEE6178B-EAB5-4998-A16C-21BCCE39A841}"/>
              </a:ext>
            </a:extLst>
          </p:cNvPr>
          <p:cNvSpPr>
            <a:spLocks noGrp="1"/>
          </p:cNvSpPr>
          <p:nvPr/>
        </p:nvSpPr>
        <p:spPr>
          <a:xfrm>
            <a:off x="1775460" y="5852160"/>
            <a:ext cx="109728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领取处理</a:t>
            </a:r>
          </a:p>
        </p:txBody>
      </p:sp>
      <p:pic>
        <p:nvPicPr>
          <p:cNvPr id="86" name="图片 85">
            <a:extLst>
              <a:ext uri="{FF2B5EF4-FFF2-40B4-BE49-F238E27FC236}">
                <a16:creationId xmlns:a16="http://schemas.microsoft.com/office/drawing/2014/main" id="{EA7FE549-6027-4299-B9CE-1C15B4CEF78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2598420" y="5821680"/>
            <a:ext cx="243840" cy="251460"/>
          </a:xfrm>
          <a:prstGeom prst="rect">
            <a:avLst/>
          </a:prstGeom>
        </p:spPr>
      </p:pic>
      <p:sp>
        <p:nvSpPr>
          <p:cNvPr id="87" name="到期提醒">
            <a:extLst>
              <a:ext uri="{FF2B5EF4-FFF2-40B4-BE49-F238E27FC236}">
                <a16:creationId xmlns:a16="http://schemas.microsoft.com/office/drawing/2014/main" id="{E82B18E3-92C4-4588-B7A4-3951A47D70D4}"/>
              </a:ext>
            </a:extLst>
          </p:cNvPr>
          <p:cNvSpPr>
            <a:spLocks noGrp="1"/>
          </p:cNvSpPr>
          <p:nvPr/>
        </p:nvSpPr>
        <p:spPr>
          <a:xfrm>
            <a:off x="2910840" y="5852160"/>
            <a:ext cx="108204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到期提醒</a:t>
            </a:r>
          </a:p>
        </p:txBody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C2C012FA-9C68-42D6-804F-70251675274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3749040" y="5821680"/>
            <a:ext cx="236220" cy="251460"/>
          </a:xfrm>
          <a:prstGeom prst="rect">
            <a:avLst/>
          </a:prstGeom>
        </p:spPr>
      </p:pic>
      <p:sp>
        <p:nvSpPr>
          <p:cNvPr id="89" name="成果回传">
            <a:extLst>
              <a:ext uri="{FF2B5EF4-FFF2-40B4-BE49-F238E27FC236}">
                <a16:creationId xmlns:a16="http://schemas.microsoft.com/office/drawing/2014/main" id="{45E40F7B-5894-4B49-8D61-705A7D317CAF}"/>
              </a:ext>
            </a:extLst>
          </p:cNvPr>
          <p:cNvSpPr>
            <a:spLocks noGrp="1"/>
          </p:cNvSpPr>
          <p:nvPr/>
        </p:nvSpPr>
        <p:spPr>
          <a:xfrm>
            <a:off x="4053840" y="5852160"/>
            <a:ext cx="102870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成果回传</a:t>
            </a:r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9EF2A3A9-7584-4569-B5E0-E66ED223E82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4869180" y="5821680"/>
            <a:ext cx="213360" cy="251460"/>
          </a:xfrm>
          <a:prstGeom prst="rect">
            <a:avLst/>
          </a:prstGeom>
        </p:spPr>
      </p:pic>
      <p:sp>
        <p:nvSpPr>
          <p:cNvPr id="91" name="轻量复核">
            <a:extLst>
              <a:ext uri="{FF2B5EF4-FFF2-40B4-BE49-F238E27FC236}">
                <a16:creationId xmlns:a16="http://schemas.microsoft.com/office/drawing/2014/main" id="{91BA3EA2-832F-4F54-9CBF-B2F557D653ED}"/>
              </a:ext>
            </a:extLst>
          </p:cNvPr>
          <p:cNvSpPr>
            <a:spLocks noGrp="1"/>
          </p:cNvSpPr>
          <p:nvPr/>
        </p:nvSpPr>
        <p:spPr>
          <a:xfrm>
            <a:off x="5189220" y="5852160"/>
            <a:ext cx="63246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轻量复核</a:t>
            </a:r>
          </a:p>
        </p:txBody>
      </p:sp>
      <p:pic>
        <p:nvPicPr>
          <p:cNvPr id="92" name="图片 91">
            <a:extLst>
              <a:ext uri="{FF2B5EF4-FFF2-40B4-BE49-F238E27FC236}">
                <a16:creationId xmlns:a16="http://schemas.microsoft.com/office/drawing/2014/main" id="{50D1EBFA-C348-4F21-9739-951DE1FAA73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6187440" y="5821680"/>
            <a:ext cx="259080" cy="259080"/>
          </a:xfrm>
          <a:prstGeom prst="rect">
            <a:avLst/>
          </a:prstGeom>
        </p:spPr>
      </p:pic>
      <p:sp>
        <p:nvSpPr>
          <p:cNvPr id="93" name="专业处理">
            <a:extLst>
              <a:ext uri="{FF2B5EF4-FFF2-40B4-BE49-F238E27FC236}">
                <a16:creationId xmlns:a16="http://schemas.microsoft.com/office/drawing/2014/main" id="{77835BA3-313B-4628-AFD7-BC4CDA9B6288}"/>
              </a:ext>
            </a:extLst>
          </p:cNvPr>
          <p:cNvSpPr>
            <a:spLocks noGrp="1"/>
          </p:cNvSpPr>
          <p:nvPr/>
        </p:nvSpPr>
        <p:spPr>
          <a:xfrm>
            <a:off x="6515100" y="5852160"/>
            <a:ext cx="67056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专业处理</a:t>
            </a:r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59DF0513-9BBD-42B2-B20C-C84DA070D8F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7414260" y="5821680"/>
            <a:ext cx="228600" cy="259080"/>
          </a:xfrm>
          <a:prstGeom prst="rect">
            <a:avLst/>
          </a:prstGeom>
        </p:spPr>
      </p:pic>
      <p:sp>
        <p:nvSpPr>
          <p:cNvPr id="95" name="版本管理">
            <a:extLst>
              <a:ext uri="{FF2B5EF4-FFF2-40B4-BE49-F238E27FC236}">
                <a16:creationId xmlns:a16="http://schemas.microsoft.com/office/drawing/2014/main" id="{1B855607-73AD-4CDA-ABAB-1386F19C2683}"/>
              </a:ext>
            </a:extLst>
          </p:cNvPr>
          <p:cNvSpPr>
            <a:spLocks noGrp="1"/>
          </p:cNvSpPr>
          <p:nvPr/>
        </p:nvSpPr>
        <p:spPr>
          <a:xfrm>
            <a:off x="7696200" y="5852160"/>
            <a:ext cx="70104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版本管理</a:t>
            </a:r>
          </a:p>
        </p:txBody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E134595D-B7D4-4EEB-855A-0B914FC4F10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8564880" y="5814060"/>
            <a:ext cx="243840" cy="266700"/>
          </a:xfrm>
          <a:prstGeom prst="rect">
            <a:avLst/>
          </a:prstGeom>
        </p:spPr>
      </p:pic>
      <p:sp>
        <p:nvSpPr>
          <p:cNvPr id="97" name="冻结版本">
            <a:extLst>
              <a:ext uri="{FF2B5EF4-FFF2-40B4-BE49-F238E27FC236}">
                <a16:creationId xmlns:a16="http://schemas.microsoft.com/office/drawing/2014/main" id="{933824A8-5ABF-432D-AFFB-7DA57837254C}"/>
              </a:ext>
            </a:extLst>
          </p:cNvPr>
          <p:cNvSpPr>
            <a:spLocks noGrp="1"/>
          </p:cNvSpPr>
          <p:nvPr/>
        </p:nvSpPr>
        <p:spPr>
          <a:xfrm>
            <a:off x="8877300" y="5852160"/>
            <a:ext cx="66294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冻结版本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09EB6B48-87A3-4C31-B6E9-A3D74A1F175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9730740" y="5829300"/>
            <a:ext cx="236220" cy="251460"/>
          </a:xfrm>
          <a:prstGeom prst="rect">
            <a:avLst/>
          </a:prstGeom>
        </p:spPr>
      </p:pic>
      <p:sp>
        <p:nvSpPr>
          <p:cNvPr id="99" name="审核结论">
            <a:extLst>
              <a:ext uri="{FF2B5EF4-FFF2-40B4-BE49-F238E27FC236}">
                <a16:creationId xmlns:a16="http://schemas.microsoft.com/office/drawing/2014/main" id="{376CFC27-C3B1-42A5-BD0D-6AC1FDFBABC1}"/>
              </a:ext>
            </a:extLst>
          </p:cNvPr>
          <p:cNvSpPr>
            <a:spLocks noGrp="1"/>
          </p:cNvSpPr>
          <p:nvPr/>
        </p:nvSpPr>
        <p:spPr>
          <a:xfrm>
            <a:off x="10027920" y="5852160"/>
            <a:ext cx="68580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审核结论</a:t>
            </a:r>
          </a:p>
        </p:txBody>
      </p:sp>
      <p:pic>
        <p:nvPicPr>
          <p:cNvPr id="100" name="图片 99">
            <a:extLst>
              <a:ext uri="{FF2B5EF4-FFF2-40B4-BE49-F238E27FC236}">
                <a16:creationId xmlns:a16="http://schemas.microsoft.com/office/drawing/2014/main" id="{A182CA89-468D-4869-B16B-E86E86AB516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10927080" y="5821680"/>
            <a:ext cx="251460" cy="251460"/>
          </a:xfrm>
          <a:prstGeom prst="rect">
            <a:avLst/>
          </a:prstGeom>
        </p:spPr>
      </p:pic>
      <p:sp>
        <p:nvSpPr>
          <p:cNvPr id="101" name="状态回流">
            <a:extLst>
              <a:ext uri="{FF2B5EF4-FFF2-40B4-BE49-F238E27FC236}">
                <a16:creationId xmlns:a16="http://schemas.microsoft.com/office/drawing/2014/main" id="{9D7BFCC5-3F8D-4FB0-9629-2EEBC3FE2647}"/>
              </a:ext>
            </a:extLst>
          </p:cNvPr>
          <p:cNvSpPr>
            <a:spLocks noGrp="1"/>
          </p:cNvSpPr>
          <p:nvPr/>
        </p:nvSpPr>
        <p:spPr>
          <a:xfrm>
            <a:off x="11254740" y="5852160"/>
            <a:ext cx="67056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状态回流</a:t>
            </a:r>
          </a:p>
        </p:txBody>
      </p:sp>
      <p:sp>
        <p:nvSpPr>
          <p:cNvPr id="102" name="panel">
            <a:extLst>
              <a:ext uri="{FF2B5EF4-FFF2-40B4-BE49-F238E27FC236}">
                <a16:creationId xmlns:a16="http://schemas.microsoft.com/office/drawing/2014/main" id="{D9568A53-74A1-4E89-A781-F0629E35EACF}"/>
              </a:ext>
            </a:extLst>
          </p:cNvPr>
          <p:cNvSpPr>
            <a:spLocks noGrp="1"/>
          </p:cNvSpPr>
          <p:nvPr/>
        </p:nvSpPr>
        <p:spPr>
          <a:xfrm>
            <a:off x="114300" y="6278880"/>
            <a:ext cx="11940540" cy="449580"/>
          </a:xfrm>
          <a:prstGeom prst="roundRect">
            <a:avLst>
              <a:gd name="adj" fmla="val 8475"/>
            </a:avLst>
          </a:prstGeom>
          <a:solidFill>
            <a:srgbClr val="000F24"/>
          </a:solidFill>
          <a:ln w="6096">
            <a:solidFill>
              <a:srgbClr val="234966"/>
            </a:solidFill>
            <a:prstDash val="solid"/>
          </a:ln>
        </p:spPr>
      </p:sp>
      <p:pic>
        <p:nvPicPr>
          <p:cNvPr id="103" name="图片 102">
            <a:extLst>
              <a:ext uri="{FF2B5EF4-FFF2-40B4-BE49-F238E27FC236}">
                <a16:creationId xmlns:a16="http://schemas.microsoft.com/office/drawing/2014/main" id="{BE3D1116-63D7-4B49-8BED-CA14B951407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/>
        </p:blipFill>
        <p:spPr>
          <a:xfrm>
            <a:off x="2354580" y="6339840"/>
            <a:ext cx="381000" cy="350520"/>
          </a:xfrm>
          <a:prstGeom prst="rect">
            <a:avLst/>
          </a:prstGeom>
        </p:spPr>
      </p:pic>
      <p:sp>
        <p:nvSpPr>
          <p:cNvPr id="104" name="全员">
            <a:extLst>
              <a:ext uri="{FF2B5EF4-FFF2-40B4-BE49-F238E27FC236}">
                <a16:creationId xmlns:a16="http://schemas.microsoft.com/office/drawing/2014/main" id="{67CC4AF6-BEE8-4C3B-BFAD-11477E4BA699}"/>
              </a:ext>
            </a:extLst>
          </p:cNvPr>
          <p:cNvSpPr>
            <a:spLocks noGrp="1"/>
          </p:cNvSpPr>
          <p:nvPr/>
        </p:nvSpPr>
        <p:spPr>
          <a:xfrm>
            <a:off x="2918460" y="6370320"/>
            <a:ext cx="51054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全员</a:t>
            </a:r>
          </a:p>
        </p:txBody>
      </p:sp>
      <p:sp>
        <p:nvSpPr>
          <p:cNvPr id="105" name="通过">
            <a:extLst>
              <a:ext uri="{FF2B5EF4-FFF2-40B4-BE49-F238E27FC236}">
                <a16:creationId xmlns:a16="http://schemas.microsoft.com/office/drawing/2014/main" id="{91FFFD81-8307-417D-B6D2-C1C184114646}"/>
              </a:ext>
            </a:extLst>
          </p:cNvPr>
          <p:cNvSpPr>
            <a:spLocks noGrp="1"/>
          </p:cNvSpPr>
          <p:nvPr/>
        </p:nvSpPr>
        <p:spPr>
          <a:xfrm>
            <a:off x="3436620" y="6370320"/>
            <a:ext cx="51816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通过</a:t>
            </a:r>
          </a:p>
        </p:txBody>
      </p:sp>
      <p:sp>
        <p:nvSpPr>
          <p:cNvPr id="106" name="，任务完成；任何一人">
            <a:extLst>
              <a:ext uri="{FF2B5EF4-FFF2-40B4-BE49-F238E27FC236}">
                <a16:creationId xmlns:a16="http://schemas.microsoft.com/office/drawing/2014/main" id="{19CD3951-189F-487E-95ED-F6957E045073}"/>
              </a:ext>
            </a:extLst>
          </p:cNvPr>
          <p:cNvSpPr>
            <a:spLocks noGrp="1"/>
          </p:cNvSpPr>
          <p:nvPr/>
        </p:nvSpPr>
        <p:spPr>
          <a:xfrm>
            <a:off x="3970020" y="6370320"/>
            <a:ext cx="259842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，任务完成；任何一人</a:t>
            </a:r>
          </a:p>
        </p:txBody>
      </p:sp>
      <p:sp>
        <p:nvSpPr>
          <p:cNvPr id="107" name="退回">
            <a:extLst>
              <a:ext uri="{FF2B5EF4-FFF2-40B4-BE49-F238E27FC236}">
                <a16:creationId xmlns:a16="http://schemas.microsoft.com/office/drawing/2014/main" id="{6B96C69D-B4F4-4F90-B0E5-2F556B1C8C10}"/>
              </a:ext>
            </a:extLst>
          </p:cNvPr>
          <p:cNvSpPr>
            <a:spLocks noGrp="1"/>
          </p:cNvSpPr>
          <p:nvPr/>
        </p:nvSpPr>
        <p:spPr>
          <a:xfrm>
            <a:off x="6576060" y="6370320"/>
            <a:ext cx="5334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20" b="1">
                <a:solidFill>
                  <a:srgbClr val="E1AB4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20" b="1">
                <a:solidFill>
                  <a:srgbClr val="E1AB4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20" b="1">
                <a:solidFill>
                  <a:srgbClr val="E1AB4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20" b="1">
                <a:solidFill>
                  <a:srgbClr val="E1AB4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20" b="1">
                <a:solidFill>
                  <a:srgbClr val="E1AB4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20" b="1">
                <a:solidFill>
                  <a:srgbClr val="E1AB4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20" b="1">
                <a:solidFill>
                  <a:srgbClr val="E1AB4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20" b="1">
                <a:solidFill>
                  <a:srgbClr val="E1AB4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20" b="1">
                <a:solidFill>
                  <a:srgbClr val="E1AB4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20" b="1">
                <a:solidFill>
                  <a:srgbClr val="E1AB4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20" b="1">
                <a:solidFill>
                  <a:srgbClr val="E1AB4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20" b="1">
                <a:solidFill>
                  <a:srgbClr val="E1AB48"/>
                </a:solidFill>
                <a:latin typeface="Noto Sans CJK SC"/>
                <a:ea typeface="Noto Sans CJK SC"/>
                <a:cs typeface="Noto Sans CJK SC"/>
              </a:rPr>
              <a:t>退回</a:t>
            </a:r>
          </a:p>
        </p:txBody>
      </p:sp>
      <p:sp>
        <p:nvSpPr>
          <p:cNvPr id="108" name="，带着意见返回编制环节">
            <a:extLst>
              <a:ext uri="{FF2B5EF4-FFF2-40B4-BE49-F238E27FC236}">
                <a16:creationId xmlns:a16="http://schemas.microsoft.com/office/drawing/2014/main" id="{E5CD9BC6-8096-42B5-85F7-69B25C2106BC}"/>
              </a:ext>
            </a:extLst>
          </p:cNvPr>
          <p:cNvSpPr>
            <a:spLocks noGrp="1"/>
          </p:cNvSpPr>
          <p:nvPr/>
        </p:nvSpPr>
        <p:spPr>
          <a:xfrm>
            <a:off x="7117080" y="6370320"/>
            <a:ext cx="299466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，带着意见返回编制环节</a:t>
            </a:r>
          </a:p>
        </p:txBody>
      </p:sp>
    </p:spTree>
    <p:extLst>
      <p:ext uri="{BB962C8B-B14F-4D97-AF65-F5344CB8AC3E}">
        <p14:creationId xmlns:p14="http://schemas.microsoft.com/office/powerpoint/2010/main" val="48868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图片 54">
            <a:extLst>
              <a:ext uri="{FF2B5EF4-FFF2-40B4-BE49-F238E27FC236}">
                <a16:creationId xmlns:a16="http://schemas.microsoft.com/office/drawing/2014/main" id="{C69E8DD7-2CC1-4B38-AD7C-0F1632A42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6000" y="0"/>
            <a:ext cx="2286000" cy="90678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AA394F6-A735-4A27-B7D5-558DFAE91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76560" y="5151120"/>
            <a:ext cx="1615440" cy="170688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E0195E4-A612-44CA-AB1D-A3437BDF9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0" y="5539740"/>
            <a:ext cx="1943100" cy="1318260"/>
          </a:xfrm>
          <a:prstGeom prst="rect">
            <a:avLst/>
          </a:prstGeom>
        </p:spPr>
      </p:pic>
      <p:sp>
        <p:nvSpPr>
          <p:cNvPr id="4" name="问问智算：一个问题，三个工作入口">
            <a:extLst>
              <a:ext uri="{FF2B5EF4-FFF2-40B4-BE49-F238E27FC236}">
                <a16:creationId xmlns:a16="http://schemas.microsoft.com/office/drawing/2014/main" id="{A7FF7EB7-698C-4CC2-8504-7D3DCAEDAD75}"/>
              </a:ext>
            </a:extLst>
          </p:cNvPr>
          <p:cNvSpPr>
            <a:spLocks noGrp="1"/>
          </p:cNvSpPr>
          <p:nvPr/>
        </p:nvSpPr>
        <p:spPr>
          <a:xfrm>
            <a:off x="236220" y="91440"/>
            <a:ext cx="6553200" cy="441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5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问问智算：一个问题，三个工作入口</a:t>
            </a:r>
          </a:p>
        </p:txBody>
      </p:sp>
      <p:sp>
        <p:nvSpPr>
          <p:cNvPr id="5" name="用户在哪工作，就在哪里问依据">
            <a:extLst>
              <a:ext uri="{FF2B5EF4-FFF2-40B4-BE49-F238E27FC236}">
                <a16:creationId xmlns:a16="http://schemas.microsoft.com/office/drawing/2014/main" id="{22FE7D17-6EDA-42E8-9A8B-F16429BDFF87}"/>
              </a:ext>
            </a:extLst>
          </p:cNvPr>
          <p:cNvSpPr>
            <a:spLocks noGrp="1"/>
          </p:cNvSpPr>
          <p:nvPr/>
        </p:nvSpPr>
        <p:spPr>
          <a:xfrm>
            <a:off x="259080" y="563880"/>
            <a:ext cx="53340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用户在哪工作，就在哪里问依据</a:t>
            </a:r>
          </a:p>
        </p:txBody>
      </p:sp>
      <p:sp>
        <p:nvSpPr>
          <p:cNvPr id="6" name="panel">
            <a:extLst>
              <a:ext uri="{FF2B5EF4-FFF2-40B4-BE49-F238E27FC236}">
                <a16:creationId xmlns:a16="http://schemas.microsoft.com/office/drawing/2014/main" id="{D74E9C9D-3D04-4E9E-AAF8-130E5E609ABB}"/>
              </a:ext>
            </a:extLst>
          </p:cNvPr>
          <p:cNvSpPr>
            <a:spLocks noGrp="1"/>
          </p:cNvSpPr>
          <p:nvPr/>
        </p:nvSpPr>
        <p:spPr>
          <a:xfrm>
            <a:off x="6774180" y="297180"/>
            <a:ext cx="4770120" cy="434340"/>
          </a:xfrm>
          <a:prstGeom prst="roundRect">
            <a:avLst>
              <a:gd name="adj" fmla="val 15789"/>
            </a:avLst>
          </a:prstGeom>
          <a:solidFill>
            <a:srgbClr val="02162B"/>
          </a:solidFill>
          <a:ln w="6096">
            <a:solidFill>
              <a:srgbClr val="276582"/>
            </a:solidFill>
            <a:prstDash val="solid"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41D4F57-0535-4CB3-BEF7-1623B8F8A4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41820" y="396240"/>
            <a:ext cx="289560" cy="266700"/>
          </a:xfrm>
          <a:prstGeom prst="rect">
            <a:avLst/>
          </a:prstGeom>
        </p:spPr>
      </p:pic>
      <p:sp>
        <p:nvSpPr>
          <p:cNvPr id="8" name="勘察测量，技术工作费调整系数如何确定？">
            <a:extLst>
              <a:ext uri="{FF2B5EF4-FFF2-40B4-BE49-F238E27FC236}">
                <a16:creationId xmlns:a16="http://schemas.microsoft.com/office/drawing/2014/main" id="{1255A41D-A689-4DC5-9598-96196830FB43}"/>
              </a:ext>
            </a:extLst>
          </p:cNvPr>
          <p:cNvSpPr>
            <a:spLocks noGrp="1"/>
          </p:cNvSpPr>
          <p:nvPr/>
        </p:nvSpPr>
        <p:spPr>
          <a:xfrm>
            <a:off x="7322820" y="373380"/>
            <a:ext cx="4107180" cy="3124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勘察测量，技术工作费调整系数如何确定？</a:t>
            </a:r>
          </a:p>
        </p:txBody>
      </p:sp>
      <p:sp>
        <p:nvSpPr>
          <p:cNvPr id="9" name="panel">
            <a:extLst>
              <a:ext uri="{FF2B5EF4-FFF2-40B4-BE49-F238E27FC236}">
                <a16:creationId xmlns:a16="http://schemas.microsoft.com/office/drawing/2014/main" id="{52D80BE9-E037-462F-A63B-F28ACABBAB3C}"/>
              </a:ext>
            </a:extLst>
          </p:cNvPr>
          <p:cNvSpPr>
            <a:spLocks noGrp="1"/>
          </p:cNvSpPr>
          <p:nvPr/>
        </p:nvSpPr>
        <p:spPr>
          <a:xfrm>
            <a:off x="114300" y="914400"/>
            <a:ext cx="3985260" cy="4579620"/>
          </a:xfrm>
          <a:prstGeom prst="roundRect">
            <a:avLst>
              <a:gd name="adj" fmla="val 2103"/>
            </a:avLst>
          </a:prstGeom>
          <a:solidFill>
            <a:srgbClr val="001124"/>
          </a:solidFill>
          <a:ln w="6096">
            <a:solidFill>
              <a:srgbClr val="2C5C7B"/>
            </a:solidFill>
            <a:prstDash val="solid"/>
          </a:ln>
        </p:spPr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1C37094E-993F-4D69-B4A1-C3F21E670E99}"/>
              </a:ext>
            </a:extLst>
          </p:cNvPr>
          <p:cNvSpPr>
            <a:spLocks noGrp="1"/>
          </p:cNvSpPr>
          <p:nvPr/>
        </p:nvSpPr>
        <p:spPr>
          <a:xfrm>
            <a:off x="4183380" y="914400"/>
            <a:ext cx="3764280" cy="4229100"/>
          </a:xfrm>
          <a:prstGeom prst="roundRect">
            <a:avLst>
              <a:gd name="adj" fmla="val 2227"/>
            </a:avLst>
          </a:prstGeom>
          <a:solidFill>
            <a:srgbClr val="001124"/>
          </a:solidFill>
          <a:ln w="6096">
            <a:solidFill>
              <a:srgbClr val="2C5C7B"/>
            </a:solidFill>
            <a:prstDash val="solid"/>
          </a:ln>
        </p:spPr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BA0C0A50-788A-419A-AF74-7068D8698F0C}"/>
              </a:ext>
            </a:extLst>
          </p:cNvPr>
          <p:cNvSpPr>
            <a:spLocks noGrp="1"/>
          </p:cNvSpPr>
          <p:nvPr/>
        </p:nvSpPr>
        <p:spPr>
          <a:xfrm>
            <a:off x="8023860" y="914400"/>
            <a:ext cx="4046220" cy="4229100"/>
          </a:xfrm>
          <a:prstGeom prst="roundRect">
            <a:avLst>
              <a:gd name="adj" fmla="val 2072"/>
            </a:avLst>
          </a:prstGeom>
          <a:solidFill>
            <a:srgbClr val="001124"/>
          </a:solidFill>
          <a:ln w="6096">
            <a:solidFill>
              <a:srgbClr val="2C5C7B"/>
            </a:solidFill>
            <a:prstDash val="solid"/>
          </a:ln>
        </p:spPr>
      </p:sp>
      <p:sp>
        <p:nvSpPr>
          <p:cNvPr id="12" name="panel">
            <a:extLst>
              <a:ext uri="{FF2B5EF4-FFF2-40B4-BE49-F238E27FC236}">
                <a16:creationId xmlns:a16="http://schemas.microsoft.com/office/drawing/2014/main" id="{D34139AF-F949-40F9-9381-3790CA09BF5E}"/>
              </a:ext>
            </a:extLst>
          </p:cNvPr>
          <p:cNvSpPr>
            <a:spLocks noGrp="1"/>
          </p:cNvSpPr>
          <p:nvPr/>
        </p:nvSpPr>
        <p:spPr>
          <a:xfrm>
            <a:off x="556260" y="769620"/>
            <a:ext cx="2834640" cy="449580"/>
          </a:xfrm>
          <a:prstGeom prst="rect">
            <a:avLst/>
          </a:prstGeom>
          <a:solidFill>
            <a:srgbClr val="001024"/>
          </a:solidFill>
          <a:ln w="0">
            <a:noFill/>
            <a:prstDash val="solid"/>
          </a:ln>
        </p:spPr>
      </p:sp>
      <p:sp>
        <p:nvSpPr>
          <p:cNvPr id="13" name="panel">
            <a:extLst>
              <a:ext uri="{FF2B5EF4-FFF2-40B4-BE49-F238E27FC236}">
                <a16:creationId xmlns:a16="http://schemas.microsoft.com/office/drawing/2014/main" id="{1550F82A-E7DE-4F02-B216-D86851BE3A8B}"/>
              </a:ext>
            </a:extLst>
          </p:cNvPr>
          <p:cNvSpPr>
            <a:spLocks noGrp="1"/>
          </p:cNvSpPr>
          <p:nvPr/>
        </p:nvSpPr>
        <p:spPr>
          <a:xfrm>
            <a:off x="4533900" y="769620"/>
            <a:ext cx="2910840" cy="449580"/>
          </a:xfrm>
          <a:prstGeom prst="rect">
            <a:avLst/>
          </a:prstGeom>
          <a:solidFill>
            <a:srgbClr val="001024"/>
          </a:solidFill>
          <a:ln w="0">
            <a:noFill/>
            <a:prstDash val="solid"/>
          </a:ln>
        </p:spPr>
      </p:sp>
      <p:sp>
        <p:nvSpPr>
          <p:cNvPr id="14" name="panel">
            <a:extLst>
              <a:ext uri="{FF2B5EF4-FFF2-40B4-BE49-F238E27FC236}">
                <a16:creationId xmlns:a16="http://schemas.microsoft.com/office/drawing/2014/main" id="{70B405CF-37AE-4995-BD07-DADC6BD7F3DB}"/>
              </a:ext>
            </a:extLst>
          </p:cNvPr>
          <p:cNvSpPr>
            <a:spLocks noGrp="1"/>
          </p:cNvSpPr>
          <p:nvPr/>
        </p:nvSpPr>
        <p:spPr>
          <a:xfrm>
            <a:off x="8191500" y="769620"/>
            <a:ext cx="3390900" cy="449580"/>
          </a:xfrm>
          <a:prstGeom prst="rect">
            <a:avLst/>
          </a:prstGeom>
          <a:solidFill>
            <a:srgbClr val="001024"/>
          </a:solidFill>
          <a:ln w="0">
            <a:noFill/>
            <a:prstDash val="solid"/>
          </a:ln>
        </p:spPr>
      </p:sp>
      <p:sp>
        <p:nvSpPr>
          <p:cNvPr id="15" name="WEB 网页端  (边看表 边查&#10;询)">
            <a:extLst>
              <a:ext uri="{FF2B5EF4-FFF2-40B4-BE49-F238E27FC236}">
                <a16:creationId xmlns:a16="http://schemas.microsoft.com/office/drawing/2014/main" id="{7488EA32-68D6-470C-A1F5-F82A0A5DF949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3429000" cy="472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WEB 网页端  (边看表 边查询)</a:t>
            </a:r>
          </a:p>
        </p:txBody>
      </p:sp>
      <p:sp>
        <p:nvSpPr>
          <p:cNvPr id="16" name="飞书内提问  (通用组织协&#10;同)">
            <a:extLst>
              <a:ext uri="{FF2B5EF4-FFF2-40B4-BE49-F238E27FC236}">
                <a16:creationId xmlns:a16="http://schemas.microsoft.com/office/drawing/2014/main" id="{26AFFC06-8CD7-4360-8E7D-688A6AB4C53F}"/>
              </a:ext>
            </a:extLst>
          </p:cNvPr>
          <p:cNvSpPr>
            <a:spLocks noGrp="1"/>
          </p:cNvSpPr>
          <p:nvPr/>
        </p:nvSpPr>
        <p:spPr>
          <a:xfrm>
            <a:off x="4785360" y="762000"/>
            <a:ext cx="2705100" cy="472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飞书内提问  (通用组织协同)</a:t>
            </a:r>
          </a:p>
        </p:txBody>
      </p:sp>
      <p:sp>
        <p:nvSpPr>
          <p:cNvPr id="17" name="WeACT 内提问  (深度嵌入管网办&#10;公)">
            <a:extLst>
              <a:ext uri="{FF2B5EF4-FFF2-40B4-BE49-F238E27FC236}">
                <a16:creationId xmlns:a16="http://schemas.microsoft.com/office/drawing/2014/main" id="{FAA01DB7-1C5F-4364-8E5B-745A75597625}"/>
              </a:ext>
            </a:extLst>
          </p:cNvPr>
          <p:cNvSpPr>
            <a:spLocks noGrp="1"/>
          </p:cNvSpPr>
          <p:nvPr/>
        </p:nvSpPr>
        <p:spPr>
          <a:xfrm>
            <a:off x="8290560" y="762000"/>
            <a:ext cx="3436620" cy="472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99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WeACT 内提问  (深度嵌入管网办公)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3591ED4-7935-484A-A58E-79FE1FCDAA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98120" y="1249680"/>
            <a:ext cx="3832860" cy="41529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D6370BB-0BE0-4801-A54F-644A6D2E07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244340" y="1249680"/>
            <a:ext cx="3642360" cy="381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160BBA2-CECC-4FED-A81F-9CC275C331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8100060" y="1249680"/>
            <a:ext cx="3893820" cy="3802380"/>
          </a:xfrm>
          <a:prstGeom prst="rect">
            <a:avLst/>
          </a:prstGeom>
        </p:spPr>
      </p:pic>
      <p:sp>
        <p:nvSpPr>
          <p:cNvPr id="21" name="同一专业问答核心">
            <a:extLst>
              <a:ext uri="{FF2B5EF4-FFF2-40B4-BE49-F238E27FC236}">
                <a16:creationId xmlns:a16="http://schemas.microsoft.com/office/drawing/2014/main" id="{ECFC544F-2A95-4384-92E8-559305DFD3BC}"/>
              </a:ext>
            </a:extLst>
          </p:cNvPr>
          <p:cNvSpPr>
            <a:spLocks noGrp="1"/>
          </p:cNvSpPr>
          <p:nvPr/>
        </p:nvSpPr>
        <p:spPr>
          <a:xfrm>
            <a:off x="3208020" y="5219700"/>
            <a:ext cx="5440680" cy="624840"/>
          </a:xfrm>
          <a:prstGeom prst="roundRect">
            <a:avLst>
              <a:gd name="adj" fmla="val 8537"/>
            </a:avLst>
          </a:prstGeom>
          <a:solidFill>
            <a:srgbClr val="02162A"/>
          </a:solidFill>
          <a:ln w="6096">
            <a:solidFill>
              <a:srgbClr val="275E78"/>
            </a:solidFill>
            <a:prstDash val="solid"/>
          </a:ln>
        </p:spPr>
      </p:sp>
      <p:sp>
        <p:nvSpPr>
          <p:cNvPr id="22" name="同一专业问答核心">
            <a:extLst>
              <a:ext uri="{FF2B5EF4-FFF2-40B4-BE49-F238E27FC236}">
                <a16:creationId xmlns:a16="http://schemas.microsoft.com/office/drawing/2014/main" id="{AB2B89E3-A880-4CAC-90CD-66D29D184EFB}"/>
              </a:ext>
            </a:extLst>
          </p:cNvPr>
          <p:cNvSpPr>
            <a:spLocks noGrp="1"/>
          </p:cNvSpPr>
          <p:nvPr/>
        </p:nvSpPr>
        <p:spPr>
          <a:xfrm>
            <a:off x="5097780" y="5242560"/>
            <a:ext cx="2026920" cy="28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同一专业问答核心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09440B6-F10F-4DE9-BB51-7849A3FDB9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406140" y="5570220"/>
            <a:ext cx="228600" cy="220980"/>
          </a:xfrm>
          <a:prstGeom prst="rect">
            <a:avLst/>
          </a:prstGeom>
        </p:spPr>
      </p:pic>
      <p:sp>
        <p:nvSpPr>
          <p:cNvPr id="24" name="项目正式资料">
            <a:extLst>
              <a:ext uri="{FF2B5EF4-FFF2-40B4-BE49-F238E27FC236}">
                <a16:creationId xmlns:a16="http://schemas.microsoft.com/office/drawing/2014/main" id="{9B2C8B57-7CC8-4004-8324-396C322E5D69}"/>
              </a:ext>
            </a:extLst>
          </p:cNvPr>
          <p:cNvSpPr>
            <a:spLocks noGrp="1"/>
          </p:cNvSpPr>
          <p:nvPr/>
        </p:nvSpPr>
        <p:spPr>
          <a:xfrm>
            <a:off x="3703320" y="5577840"/>
            <a:ext cx="111252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项目正式资料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B8C7BAB-D2CA-4DA7-8EEA-CC7967DFB8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4861560" y="5577840"/>
            <a:ext cx="228600" cy="205740"/>
          </a:xfrm>
          <a:prstGeom prst="rect">
            <a:avLst/>
          </a:prstGeom>
        </p:spPr>
      </p:pic>
      <p:sp>
        <p:nvSpPr>
          <p:cNvPr id="26" name="造价通用知识">
            <a:extLst>
              <a:ext uri="{FF2B5EF4-FFF2-40B4-BE49-F238E27FC236}">
                <a16:creationId xmlns:a16="http://schemas.microsoft.com/office/drawing/2014/main" id="{A8940284-010C-4741-970C-B72A827788DF}"/>
              </a:ext>
            </a:extLst>
          </p:cNvPr>
          <p:cNvSpPr>
            <a:spLocks noGrp="1"/>
          </p:cNvSpPr>
          <p:nvPr/>
        </p:nvSpPr>
        <p:spPr>
          <a:xfrm>
            <a:off x="5158740" y="5577840"/>
            <a:ext cx="112014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造价通用知识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6EB5FDB-8544-457F-9C80-F5D35E05B89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172200" y="5570220"/>
            <a:ext cx="243840" cy="213360"/>
          </a:xfrm>
          <a:prstGeom prst="rect">
            <a:avLst/>
          </a:prstGeom>
        </p:spPr>
      </p:pic>
      <p:sp>
        <p:nvSpPr>
          <p:cNvPr id="28" name="专业规则卡片">
            <a:extLst>
              <a:ext uri="{FF2B5EF4-FFF2-40B4-BE49-F238E27FC236}">
                <a16:creationId xmlns:a16="http://schemas.microsoft.com/office/drawing/2014/main" id="{00B436DD-6745-4058-88FF-CC56A72777EF}"/>
              </a:ext>
            </a:extLst>
          </p:cNvPr>
          <p:cNvSpPr>
            <a:spLocks noGrp="1"/>
          </p:cNvSpPr>
          <p:nvPr/>
        </p:nvSpPr>
        <p:spPr>
          <a:xfrm>
            <a:off x="6454140" y="5577840"/>
            <a:ext cx="11811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专业规则卡片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F6B216A5-0632-46FB-882F-D0A1DD12DE0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7452360" y="5570220"/>
            <a:ext cx="205740" cy="220980"/>
          </a:xfrm>
          <a:prstGeom prst="rect">
            <a:avLst/>
          </a:prstGeom>
        </p:spPr>
      </p:pic>
      <p:sp>
        <p:nvSpPr>
          <p:cNvPr id="30" name="已确认知识记忆">
            <a:extLst>
              <a:ext uri="{FF2B5EF4-FFF2-40B4-BE49-F238E27FC236}">
                <a16:creationId xmlns:a16="http://schemas.microsoft.com/office/drawing/2014/main" id="{5D2A93C3-D088-4499-8782-B7FE89B69CC4}"/>
              </a:ext>
            </a:extLst>
          </p:cNvPr>
          <p:cNvSpPr>
            <a:spLocks noGrp="1"/>
          </p:cNvSpPr>
          <p:nvPr/>
        </p:nvSpPr>
        <p:spPr>
          <a:xfrm>
            <a:off x="7703820" y="5577840"/>
            <a:ext cx="90678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已确认知识记忆</a:t>
            </a:r>
          </a:p>
        </p:txBody>
      </p:sp>
      <p:sp>
        <p:nvSpPr>
          <p:cNvPr id="31" name="panel">
            <a:extLst>
              <a:ext uri="{FF2B5EF4-FFF2-40B4-BE49-F238E27FC236}">
                <a16:creationId xmlns:a16="http://schemas.microsoft.com/office/drawing/2014/main" id="{EF51B482-137C-40E7-B561-777378D383F2}"/>
              </a:ext>
            </a:extLst>
          </p:cNvPr>
          <p:cNvSpPr>
            <a:spLocks noGrp="1"/>
          </p:cNvSpPr>
          <p:nvPr/>
        </p:nvSpPr>
        <p:spPr>
          <a:xfrm>
            <a:off x="1965960" y="5882640"/>
            <a:ext cx="8534400" cy="457200"/>
          </a:xfrm>
          <a:prstGeom prst="roundRect">
            <a:avLst>
              <a:gd name="adj" fmla="val 11667"/>
            </a:avLst>
          </a:prstGeom>
          <a:solidFill>
            <a:srgbClr val="031629"/>
          </a:solidFill>
          <a:ln w="6096">
            <a:solidFill>
              <a:srgbClr val="285D79"/>
            </a:solidFill>
            <a:prstDash val="solid"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4B9F17DA-6275-4567-B6F3-D354BD8147D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2202180" y="5966460"/>
            <a:ext cx="320040" cy="312420"/>
          </a:xfrm>
          <a:prstGeom prst="rect">
            <a:avLst/>
          </a:prstGeom>
        </p:spPr>
      </p:pic>
      <p:sp>
        <p:nvSpPr>
          <p:cNvPr id="33" name="识别问题范围">
            <a:extLst>
              <a:ext uri="{FF2B5EF4-FFF2-40B4-BE49-F238E27FC236}">
                <a16:creationId xmlns:a16="http://schemas.microsoft.com/office/drawing/2014/main" id="{4C50D29F-FB99-441B-9CE6-CFCCFACCE0FC}"/>
              </a:ext>
            </a:extLst>
          </p:cNvPr>
          <p:cNvSpPr>
            <a:spLocks noGrp="1"/>
          </p:cNvSpPr>
          <p:nvPr/>
        </p:nvSpPr>
        <p:spPr>
          <a:xfrm>
            <a:off x="2583180" y="6019800"/>
            <a:ext cx="10134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识别问题范围</a:t>
            </a:r>
          </a:p>
        </p:txBody>
      </p:sp>
      <p:sp>
        <p:nvSpPr>
          <p:cNvPr id="34" name="arrow">
            <a:extLst>
              <a:ext uri="{FF2B5EF4-FFF2-40B4-BE49-F238E27FC236}">
                <a16:creationId xmlns:a16="http://schemas.microsoft.com/office/drawing/2014/main" id="{87D367F0-0005-44CD-9AF3-9453EEDE5A25}"/>
              </a:ext>
            </a:extLst>
          </p:cNvPr>
          <p:cNvSpPr>
            <a:spLocks noGrp="1"/>
          </p:cNvSpPr>
          <p:nvPr/>
        </p:nvSpPr>
        <p:spPr>
          <a:xfrm>
            <a:off x="3543300" y="6080760"/>
            <a:ext cx="137160" cy="76200"/>
          </a:xfrm>
          <a:prstGeom prst="rightArrow">
            <a:avLst/>
          </a:prstGeom>
          <a:solidFill>
            <a:srgbClr val="45A5D7"/>
          </a:solidFill>
          <a:ln w="0">
            <a:noFill/>
            <a:prstDash val="solid"/>
          </a:ln>
        </p:spPr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0677D39D-4EA5-4D3C-BBEF-C48EF1E78DB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3794760" y="5974080"/>
            <a:ext cx="304800" cy="297180"/>
          </a:xfrm>
          <a:prstGeom prst="rect">
            <a:avLst/>
          </a:prstGeom>
        </p:spPr>
      </p:pic>
      <p:sp>
        <p:nvSpPr>
          <p:cNvPr id="36" name="检索正式依据">
            <a:extLst>
              <a:ext uri="{FF2B5EF4-FFF2-40B4-BE49-F238E27FC236}">
                <a16:creationId xmlns:a16="http://schemas.microsoft.com/office/drawing/2014/main" id="{2B3EB96F-1F1E-420A-AB8F-76ABB46D4C68}"/>
              </a:ext>
            </a:extLst>
          </p:cNvPr>
          <p:cNvSpPr>
            <a:spLocks noGrp="1"/>
          </p:cNvSpPr>
          <p:nvPr/>
        </p:nvSpPr>
        <p:spPr>
          <a:xfrm>
            <a:off x="4168140" y="6019800"/>
            <a:ext cx="10515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检索正式依据</a:t>
            </a:r>
          </a:p>
        </p:txBody>
      </p:sp>
      <p:sp>
        <p:nvSpPr>
          <p:cNvPr id="37" name="arrow">
            <a:extLst>
              <a:ext uri="{FF2B5EF4-FFF2-40B4-BE49-F238E27FC236}">
                <a16:creationId xmlns:a16="http://schemas.microsoft.com/office/drawing/2014/main" id="{D84AC7DD-FB5C-46E0-A3A0-D35A903593B3}"/>
              </a:ext>
            </a:extLst>
          </p:cNvPr>
          <p:cNvSpPr>
            <a:spLocks noGrp="1"/>
          </p:cNvSpPr>
          <p:nvPr/>
        </p:nvSpPr>
        <p:spPr>
          <a:xfrm>
            <a:off x="5036820" y="6080760"/>
            <a:ext cx="137160" cy="76200"/>
          </a:xfrm>
          <a:prstGeom prst="rightArrow">
            <a:avLst/>
          </a:prstGeom>
          <a:solidFill>
            <a:srgbClr val="45A5D7"/>
          </a:solidFill>
          <a:ln w="0">
            <a:noFill/>
            <a:prstDash val="solid"/>
          </a:ln>
        </p:spPr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BAB05C69-74A7-4B71-BA0E-EB471F83662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5334000" y="5974080"/>
            <a:ext cx="266700" cy="297180"/>
          </a:xfrm>
          <a:prstGeom prst="rect">
            <a:avLst/>
          </a:prstGeom>
        </p:spPr>
      </p:pic>
      <p:sp>
        <p:nvSpPr>
          <p:cNvPr id="39" name="生成证据内回答">
            <a:extLst>
              <a:ext uri="{FF2B5EF4-FFF2-40B4-BE49-F238E27FC236}">
                <a16:creationId xmlns:a16="http://schemas.microsoft.com/office/drawing/2014/main" id="{F9835670-971F-4380-A664-C42333E4B6AB}"/>
              </a:ext>
            </a:extLst>
          </p:cNvPr>
          <p:cNvSpPr>
            <a:spLocks noGrp="1"/>
          </p:cNvSpPr>
          <p:nvPr/>
        </p:nvSpPr>
        <p:spPr>
          <a:xfrm>
            <a:off x="5654040" y="6019800"/>
            <a:ext cx="11658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生成证据内回答</a:t>
            </a:r>
          </a:p>
        </p:txBody>
      </p:sp>
      <p:sp>
        <p:nvSpPr>
          <p:cNvPr id="40" name="arrow">
            <a:extLst>
              <a:ext uri="{FF2B5EF4-FFF2-40B4-BE49-F238E27FC236}">
                <a16:creationId xmlns:a16="http://schemas.microsoft.com/office/drawing/2014/main" id="{D55C1E41-BA6B-4879-8A61-38FA7AF615EA}"/>
              </a:ext>
            </a:extLst>
          </p:cNvPr>
          <p:cNvSpPr>
            <a:spLocks noGrp="1"/>
          </p:cNvSpPr>
          <p:nvPr/>
        </p:nvSpPr>
        <p:spPr>
          <a:xfrm>
            <a:off x="6774180" y="6080760"/>
            <a:ext cx="137160" cy="76200"/>
          </a:xfrm>
          <a:prstGeom prst="rightArrow">
            <a:avLst/>
          </a:prstGeom>
          <a:solidFill>
            <a:srgbClr val="45A5D7"/>
          </a:solidFill>
          <a:ln w="0">
            <a:noFill/>
            <a:prstDash val="solid"/>
          </a:ln>
        </p:spPr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E52823CB-DD79-4C72-AF3F-43A1028CD8B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7063740" y="5958840"/>
            <a:ext cx="259080" cy="320040"/>
          </a:xfrm>
          <a:prstGeom prst="rect">
            <a:avLst/>
          </a:prstGeom>
        </p:spPr>
      </p:pic>
      <p:sp>
        <p:nvSpPr>
          <p:cNvPr id="42" name="显示来源与边界">
            <a:extLst>
              <a:ext uri="{FF2B5EF4-FFF2-40B4-BE49-F238E27FC236}">
                <a16:creationId xmlns:a16="http://schemas.microsoft.com/office/drawing/2014/main" id="{305FBE0A-C02A-49F7-8BB8-63CD538D43A8}"/>
              </a:ext>
            </a:extLst>
          </p:cNvPr>
          <p:cNvSpPr>
            <a:spLocks noGrp="1"/>
          </p:cNvSpPr>
          <p:nvPr/>
        </p:nvSpPr>
        <p:spPr>
          <a:xfrm>
            <a:off x="7475220" y="6019800"/>
            <a:ext cx="112014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显示来源与边界</a:t>
            </a:r>
          </a:p>
        </p:txBody>
      </p:sp>
      <p:sp>
        <p:nvSpPr>
          <p:cNvPr id="43" name="arrow">
            <a:extLst>
              <a:ext uri="{FF2B5EF4-FFF2-40B4-BE49-F238E27FC236}">
                <a16:creationId xmlns:a16="http://schemas.microsoft.com/office/drawing/2014/main" id="{0D614F71-8F74-454B-86C4-9F8328C1D1CC}"/>
              </a:ext>
            </a:extLst>
          </p:cNvPr>
          <p:cNvSpPr>
            <a:spLocks noGrp="1"/>
          </p:cNvSpPr>
          <p:nvPr/>
        </p:nvSpPr>
        <p:spPr>
          <a:xfrm>
            <a:off x="8526780" y="6080760"/>
            <a:ext cx="137160" cy="76200"/>
          </a:xfrm>
          <a:prstGeom prst="rightArrow">
            <a:avLst/>
          </a:prstGeom>
          <a:solidFill>
            <a:srgbClr val="45A5D7"/>
          </a:solidFill>
          <a:ln w="0">
            <a:noFill/>
            <a:prstDash val="solid"/>
          </a:ln>
        </p:spPr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C25AAAE0-1284-436A-B4CA-65C7BC8D268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8770620" y="5974080"/>
            <a:ext cx="205740" cy="304800"/>
          </a:xfrm>
          <a:prstGeom prst="rect">
            <a:avLst/>
          </a:prstGeom>
        </p:spPr>
      </p:pic>
      <p:sp>
        <p:nvSpPr>
          <p:cNvPr id="45" name="必要时提示人工复核">
            <a:extLst>
              <a:ext uri="{FF2B5EF4-FFF2-40B4-BE49-F238E27FC236}">
                <a16:creationId xmlns:a16="http://schemas.microsoft.com/office/drawing/2014/main" id="{75149406-DC42-4526-985B-9FB6C6ACB85C}"/>
              </a:ext>
            </a:extLst>
          </p:cNvPr>
          <p:cNvSpPr>
            <a:spLocks noGrp="1"/>
          </p:cNvSpPr>
          <p:nvPr/>
        </p:nvSpPr>
        <p:spPr>
          <a:xfrm>
            <a:off x="9052560" y="6019800"/>
            <a:ext cx="137160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必要时提示人工复核</a:t>
            </a:r>
          </a:p>
        </p:txBody>
      </p:sp>
      <p:sp>
        <p:nvSpPr>
          <p:cNvPr id="46" name="panel">
            <a:extLst>
              <a:ext uri="{FF2B5EF4-FFF2-40B4-BE49-F238E27FC236}">
                <a16:creationId xmlns:a16="http://schemas.microsoft.com/office/drawing/2014/main" id="{43347B4B-CF98-4329-99CA-8B8091DAB095}"/>
              </a:ext>
            </a:extLst>
          </p:cNvPr>
          <p:cNvSpPr>
            <a:spLocks noGrp="1"/>
          </p:cNvSpPr>
          <p:nvPr/>
        </p:nvSpPr>
        <p:spPr>
          <a:xfrm>
            <a:off x="2651760" y="6385560"/>
            <a:ext cx="7010400" cy="335280"/>
          </a:xfrm>
          <a:prstGeom prst="roundRect">
            <a:avLst>
              <a:gd name="adj" fmla="val 13636"/>
            </a:avLst>
          </a:prstGeom>
          <a:solidFill>
            <a:srgbClr val="001125"/>
          </a:solidFill>
          <a:ln w="6096">
            <a:solidFill>
              <a:srgbClr val="2B5F78"/>
            </a:solidFill>
            <a:prstDash val="solid"/>
          </a:ln>
        </p:spPr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6552FEAC-2A1B-4582-BC15-991713516BB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2979420" y="6469380"/>
            <a:ext cx="190500" cy="198120"/>
          </a:xfrm>
          <a:prstGeom prst="rect">
            <a:avLst/>
          </a:prstGeom>
        </p:spPr>
      </p:pic>
      <p:sp>
        <p:nvSpPr>
          <p:cNvPr id="48" name="答案保留来源">
            <a:extLst>
              <a:ext uri="{FF2B5EF4-FFF2-40B4-BE49-F238E27FC236}">
                <a16:creationId xmlns:a16="http://schemas.microsoft.com/office/drawing/2014/main" id="{75434A94-D2D0-4DF7-9D69-95B1F0035A38}"/>
              </a:ext>
            </a:extLst>
          </p:cNvPr>
          <p:cNvSpPr>
            <a:spLocks noGrp="1"/>
          </p:cNvSpPr>
          <p:nvPr/>
        </p:nvSpPr>
        <p:spPr>
          <a:xfrm>
            <a:off x="3261360" y="6454140"/>
            <a:ext cx="11049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答案保留来源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F9BBE1AA-B5DD-45CE-BE68-A7A91EE93F3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4511040" y="6469380"/>
            <a:ext cx="190500" cy="198120"/>
          </a:xfrm>
          <a:prstGeom prst="rect">
            <a:avLst/>
          </a:prstGeom>
        </p:spPr>
      </p:pic>
      <p:sp>
        <p:nvSpPr>
          <p:cNvPr id="50" name="无证据不强答">
            <a:extLst>
              <a:ext uri="{FF2B5EF4-FFF2-40B4-BE49-F238E27FC236}">
                <a16:creationId xmlns:a16="http://schemas.microsoft.com/office/drawing/2014/main" id="{5C077751-CC6C-43DF-B4C5-A887365DFE96}"/>
              </a:ext>
            </a:extLst>
          </p:cNvPr>
          <p:cNvSpPr>
            <a:spLocks noGrp="1"/>
          </p:cNvSpPr>
          <p:nvPr/>
        </p:nvSpPr>
        <p:spPr>
          <a:xfrm>
            <a:off x="4808220" y="6454140"/>
            <a:ext cx="11811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无证据不强答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EFA5B6A9-BBC4-45F3-9A71-8BC3B5FD641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6050280" y="6469380"/>
            <a:ext cx="190500" cy="198120"/>
          </a:xfrm>
          <a:prstGeom prst="rect">
            <a:avLst/>
          </a:prstGeom>
        </p:spPr>
      </p:pic>
      <p:sp>
        <p:nvSpPr>
          <p:cNvPr id="52" name="大模型只解释依据">
            <a:extLst>
              <a:ext uri="{FF2B5EF4-FFF2-40B4-BE49-F238E27FC236}">
                <a16:creationId xmlns:a16="http://schemas.microsoft.com/office/drawing/2014/main" id="{56AC1775-93B1-44CD-AA7F-EF2184D26F8D}"/>
              </a:ext>
            </a:extLst>
          </p:cNvPr>
          <p:cNvSpPr>
            <a:spLocks noGrp="1"/>
          </p:cNvSpPr>
          <p:nvPr/>
        </p:nvSpPr>
        <p:spPr>
          <a:xfrm>
            <a:off x="6316980" y="6454140"/>
            <a:ext cx="14478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大模型只解释依据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B7CE7FF-17D8-43DE-80F0-34F3EA57168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7825740" y="6469380"/>
            <a:ext cx="190500" cy="198120"/>
          </a:xfrm>
          <a:prstGeom prst="rect">
            <a:avLst/>
          </a:prstGeom>
        </p:spPr>
      </p:pic>
      <p:sp>
        <p:nvSpPr>
          <p:cNvPr id="54" name="不改变程序填价结果">
            <a:extLst>
              <a:ext uri="{FF2B5EF4-FFF2-40B4-BE49-F238E27FC236}">
                <a16:creationId xmlns:a16="http://schemas.microsoft.com/office/drawing/2014/main" id="{273CCE19-95F9-453E-9C33-2D951B26786F}"/>
              </a:ext>
            </a:extLst>
          </p:cNvPr>
          <p:cNvSpPr>
            <a:spLocks noGrp="1"/>
          </p:cNvSpPr>
          <p:nvPr/>
        </p:nvSpPr>
        <p:spPr>
          <a:xfrm>
            <a:off x="8107680" y="6454140"/>
            <a:ext cx="147066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不改变程序填价结果</a:t>
            </a:r>
          </a:p>
        </p:txBody>
      </p:sp>
    </p:spTree>
    <p:extLst>
      <p:ext uri="{BB962C8B-B14F-4D97-AF65-F5344CB8AC3E}">
        <p14:creationId xmlns:p14="http://schemas.microsoft.com/office/powerpoint/2010/main" val="791852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一条真实业务链，同时回答">
            <a:extLst>
              <a:ext uri="{FF2B5EF4-FFF2-40B4-BE49-F238E27FC236}">
                <a16:creationId xmlns:a16="http://schemas.microsoft.com/office/drawing/2014/main" id="{D42499CC-C8B7-4E8B-9B14-5206C9086151}"/>
              </a:ext>
            </a:extLst>
          </p:cNvPr>
          <p:cNvSpPr>
            <a:spLocks noGrp="1"/>
          </p:cNvSpPr>
          <p:nvPr/>
        </p:nvSpPr>
        <p:spPr>
          <a:xfrm>
            <a:off x="2667000" y="60960"/>
            <a:ext cx="4213860" cy="441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一条真实业务链，同时回答</a:t>
            </a:r>
          </a:p>
        </p:txBody>
      </p:sp>
      <p:sp>
        <p:nvSpPr>
          <p:cNvPr id="2" name="创新性与完整性">
            <a:extLst>
              <a:ext uri="{FF2B5EF4-FFF2-40B4-BE49-F238E27FC236}">
                <a16:creationId xmlns:a16="http://schemas.microsoft.com/office/drawing/2014/main" id="{E416F610-5D94-4E53-96CC-E4A5EE961173}"/>
              </a:ext>
            </a:extLst>
          </p:cNvPr>
          <p:cNvSpPr>
            <a:spLocks noGrp="1"/>
          </p:cNvSpPr>
          <p:nvPr/>
        </p:nvSpPr>
        <p:spPr>
          <a:xfrm>
            <a:off x="6819900" y="60960"/>
            <a:ext cx="3596640" cy="441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创新性与完整性</a:t>
            </a:r>
          </a:p>
        </p:txBody>
      </p:sp>
      <p:sp>
        <p:nvSpPr>
          <p:cNvPr id="3" name="panel">
            <a:extLst>
              <a:ext uri="{FF2B5EF4-FFF2-40B4-BE49-F238E27FC236}">
                <a16:creationId xmlns:a16="http://schemas.microsoft.com/office/drawing/2014/main" id="{12F24541-E104-40D4-820A-A5EE6543A04B}"/>
              </a:ext>
            </a:extLst>
          </p:cNvPr>
          <p:cNvSpPr>
            <a:spLocks noGrp="1"/>
          </p:cNvSpPr>
          <p:nvPr/>
        </p:nvSpPr>
        <p:spPr>
          <a:xfrm>
            <a:off x="114300" y="525780"/>
            <a:ext cx="11963400" cy="5996940"/>
          </a:xfrm>
          <a:prstGeom prst="roundRect">
            <a:avLst>
              <a:gd name="adj" fmla="val 1906"/>
            </a:avLst>
          </a:prstGeom>
          <a:solidFill>
            <a:srgbClr val="000E1E"/>
          </a:solidFill>
          <a:ln w="6096">
            <a:solidFill>
              <a:srgbClr val="153F5A"/>
            </a:solidFill>
            <a:prstDash val="solid"/>
          </a:ln>
        </p:spPr>
      </p:sp>
      <p:sp>
        <p:nvSpPr>
          <p:cNvPr id="4" name="创新性">
            <a:extLst>
              <a:ext uri="{FF2B5EF4-FFF2-40B4-BE49-F238E27FC236}">
                <a16:creationId xmlns:a16="http://schemas.microsoft.com/office/drawing/2014/main" id="{6234E49D-7CB7-46D0-9E14-FF01F894FA39}"/>
              </a:ext>
            </a:extLst>
          </p:cNvPr>
          <p:cNvSpPr>
            <a:spLocks noGrp="1"/>
          </p:cNvSpPr>
          <p:nvPr/>
        </p:nvSpPr>
        <p:spPr>
          <a:xfrm>
            <a:off x="1143000" y="640080"/>
            <a:ext cx="74676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创新性</a:t>
            </a:r>
          </a:p>
        </p:txBody>
      </p:sp>
      <p:sp>
        <p:nvSpPr>
          <p:cNvPr id="5" name="│ 把专业工作重新组织成 Task">
            <a:extLst>
              <a:ext uri="{FF2B5EF4-FFF2-40B4-BE49-F238E27FC236}">
                <a16:creationId xmlns:a16="http://schemas.microsoft.com/office/drawing/2014/main" id="{10AB58E2-DA7D-4AD7-9014-B605A1856C6E}"/>
              </a:ext>
            </a:extLst>
          </p:cNvPr>
          <p:cNvSpPr>
            <a:spLocks noGrp="1"/>
          </p:cNvSpPr>
          <p:nvPr/>
        </p:nvSpPr>
        <p:spPr>
          <a:xfrm>
            <a:off x="1851660" y="640080"/>
            <a:ext cx="34671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│ 把专业工作重新组织成 Task</a:t>
            </a:r>
          </a:p>
        </p:txBody>
      </p:sp>
      <p:sp>
        <p:nvSpPr>
          <p:cNvPr id="6" name="专业 Skill + 确定性规则 + 模型解释 + 人工">
            <a:extLst>
              <a:ext uri="{FF2B5EF4-FFF2-40B4-BE49-F238E27FC236}">
                <a16:creationId xmlns:a16="http://schemas.microsoft.com/office/drawing/2014/main" id="{4B8B453B-D44C-4FF7-827A-D873BA26CBC3}"/>
              </a:ext>
            </a:extLst>
          </p:cNvPr>
          <p:cNvSpPr>
            <a:spLocks noGrp="1"/>
          </p:cNvSpPr>
          <p:nvPr/>
        </p:nvSpPr>
        <p:spPr>
          <a:xfrm>
            <a:off x="708660" y="960120"/>
            <a:ext cx="467106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专业 Skill + 确定性规则 + 模型解释 + 人工闸门 + 组织入口</a:t>
            </a:r>
          </a:p>
        </p:txBody>
      </p:sp>
      <p:sp>
        <p:nvSpPr>
          <p:cNvPr id="7" name="完整性">
            <a:extLst>
              <a:ext uri="{FF2B5EF4-FFF2-40B4-BE49-F238E27FC236}">
                <a16:creationId xmlns:a16="http://schemas.microsoft.com/office/drawing/2014/main" id="{7545BD47-9D30-4044-B697-71E4307851BC}"/>
              </a:ext>
            </a:extLst>
          </p:cNvPr>
          <p:cNvSpPr>
            <a:spLocks noGrp="1"/>
          </p:cNvSpPr>
          <p:nvPr/>
        </p:nvSpPr>
        <p:spPr>
          <a:xfrm>
            <a:off x="7063740" y="640080"/>
            <a:ext cx="7620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完整性</a:t>
            </a:r>
          </a:p>
        </p:txBody>
      </p:sp>
      <p:sp>
        <p:nvSpPr>
          <p:cNvPr id="8" name="│ 让同一项 Task 跑通端到端过程">
            <a:extLst>
              <a:ext uri="{FF2B5EF4-FFF2-40B4-BE49-F238E27FC236}">
                <a16:creationId xmlns:a16="http://schemas.microsoft.com/office/drawing/2014/main" id="{B6326A8E-C01D-4084-9F34-DB9D836ED717}"/>
              </a:ext>
            </a:extLst>
          </p:cNvPr>
          <p:cNvSpPr>
            <a:spLocks noGrp="1"/>
          </p:cNvSpPr>
          <p:nvPr/>
        </p:nvSpPr>
        <p:spPr>
          <a:xfrm>
            <a:off x="7780020" y="640080"/>
            <a:ext cx="401574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│ 让同一项 Task 跑通端到端过程</a:t>
            </a:r>
          </a:p>
        </p:txBody>
      </p:sp>
      <p:sp>
        <p:nvSpPr>
          <p:cNvPr id="9" name="真实输入 → 专业处理 → 风险复核 → 依据问答 → ">
            <a:extLst>
              <a:ext uri="{FF2B5EF4-FFF2-40B4-BE49-F238E27FC236}">
                <a16:creationId xmlns:a16="http://schemas.microsoft.com/office/drawing/2014/main" id="{4CCC48F0-F735-4220-92D2-7BFB11CA095A}"/>
              </a:ext>
            </a:extLst>
          </p:cNvPr>
          <p:cNvSpPr>
            <a:spLocks noGrp="1"/>
          </p:cNvSpPr>
          <p:nvPr/>
        </p:nvSpPr>
        <p:spPr>
          <a:xfrm>
            <a:off x="6248400" y="952500"/>
            <a:ext cx="565404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C0D9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C0D9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C0D9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C0D9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C0D9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C0D9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C0D9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C0D9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C0D9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C0D9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C0D9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C0D9E8"/>
                </a:solidFill>
                <a:latin typeface="Noto Sans CJK SC"/>
                <a:ea typeface="Noto Sans CJK SC"/>
                <a:cs typeface="Noto Sans CJK SC"/>
              </a:rPr>
              <a:t>真实输入 → 专业处理 → 风险复核 → 依据问答 → 正式成果 → 多人协同 → 全程追溯</a:t>
            </a:r>
          </a:p>
        </p:txBody>
      </p:sp>
      <p:sp>
        <p:nvSpPr>
          <p:cNvPr id="10" name="专业 Skill能力模块">
            <a:extLst>
              <a:ext uri="{FF2B5EF4-FFF2-40B4-BE49-F238E27FC236}">
                <a16:creationId xmlns:a16="http://schemas.microsoft.com/office/drawing/2014/main" id="{201251BB-6990-4C71-B3E0-B922C74629DA}"/>
              </a:ext>
            </a:extLst>
          </p:cNvPr>
          <p:cNvSpPr>
            <a:spLocks noGrp="1"/>
          </p:cNvSpPr>
          <p:nvPr/>
        </p:nvSpPr>
        <p:spPr>
          <a:xfrm>
            <a:off x="205740" y="1287780"/>
            <a:ext cx="3025140" cy="952500"/>
          </a:xfrm>
          <a:prstGeom prst="roundRect">
            <a:avLst>
              <a:gd name="adj" fmla="val 5600"/>
            </a:avLst>
          </a:prstGeom>
          <a:solidFill>
            <a:srgbClr val="02172A"/>
          </a:solidFill>
          <a:ln w="6096">
            <a:solidFill>
              <a:srgbClr val="21688C"/>
            </a:solidFill>
            <a:prstDash val="solid"/>
          </a:ln>
        </p:spPr>
      </p:sp>
      <p:sp>
        <p:nvSpPr>
          <p:cNvPr id="11" name="connector">
            <a:extLst>
              <a:ext uri="{FF2B5EF4-FFF2-40B4-BE49-F238E27FC236}">
                <a16:creationId xmlns:a16="http://schemas.microsoft.com/office/drawing/2014/main" id="{43037594-5402-457A-A8D7-69AE11A994C4}"/>
              </a:ext>
            </a:extLst>
          </p:cNvPr>
          <p:cNvSpPr>
            <a:spLocks noGrp="1"/>
          </p:cNvSpPr>
          <p:nvPr/>
        </p:nvSpPr>
        <p:spPr>
          <a:xfrm>
            <a:off x="1432560" y="1333500"/>
            <a:ext cx="0" cy="861060"/>
          </a:xfrm>
          <a:prstGeom prst="line">
            <a:avLst/>
          </a:prstGeom>
          <a:noFill/>
          <a:ln w="7620">
            <a:solidFill>
              <a:srgbClr val="2A596C"/>
            </a:solidFill>
            <a:prstDash val="solid"/>
          </a:ln>
        </p:spPr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785D254-6B21-4A23-904D-3DB397A1A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0040" y="1417320"/>
            <a:ext cx="342900" cy="297180"/>
          </a:xfrm>
          <a:prstGeom prst="rect">
            <a:avLst/>
          </a:prstGeom>
        </p:spPr>
      </p:pic>
      <p:sp>
        <p:nvSpPr>
          <p:cNvPr id="13" name="专业 Skill">
            <a:extLst>
              <a:ext uri="{FF2B5EF4-FFF2-40B4-BE49-F238E27FC236}">
                <a16:creationId xmlns:a16="http://schemas.microsoft.com/office/drawing/2014/main" id="{AFA24DDD-2AEB-4A36-942F-2B58D2A11918}"/>
              </a:ext>
            </a:extLst>
          </p:cNvPr>
          <p:cNvSpPr>
            <a:spLocks noGrp="1"/>
          </p:cNvSpPr>
          <p:nvPr/>
        </p:nvSpPr>
        <p:spPr>
          <a:xfrm>
            <a:off x="701040" y="1424940"/>
            <a:ext cx="70866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专业 Skill</a:t>
            </a:r>
          </a:p>
        </p:txBody>
      </p:sp>
      <p:sp>
        <p:nvSpPr>
          <p:cNvPr id="14" name="经验沉淀为技能&#10;可复用、可组装">
            <a:extLst>
              <a:ext uri="{FF2B5EF4-FFF2-40B4-BE49-F238E27FC236}">
                <a16:creationId xmlns:a16="http://schemas.microsoft.com/office/drawing/2014/main" id="{A86C6872-D5C9-4C5B-880E-FCB600B42680}"/>
              </a:ext>
            </a:extLst>
          </p:cNvPr>
          <p:cNvSpPr>
            <a:spLocks noGrp="1"/>
          </p:cNvSpPr>
          <p:nvPr/>
        </p:nvSpPr>
        <p:spPr>
          <a:xfrm>
            <a:off x="701040" y="1676400"/>
            <a:ext cx="708660" cy="541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经验沉淀为技能</a:t>
            </a:r>
          </a:p>
          <a:p>
            <a: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可复用、可组装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247366C-0494-4212-835D-D598CB68E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47800" y="1295400"/>
            <a:ext cx="1783080" cy="937260"/>
          </a:xfrm>
          <a:prstGeom prst="rect">
            <a:avLst/>
          </a:prstGeom>
        </p:spPr>
      </p:pic>
      <p:sp>
        <p:nvSpPr>
          <p:cNvPr id="16" name="connector">
            <a:extLst>
              <a:ext uri="{FF2B5EF4-FFF2-40B4-BE49-F238E27FC236}">
                <a16:creationId xmlns:a16="http://schemas.microsoft.com/office/drawing/2014/main" id="{91DA826F-497E-4B4F-8216-2D22AA0590A5}"/>
              </a:ext>
            </a:extLst>
          </p:cNvPr>
          <p:cNvSpPr>
            <a:spLocks noGrp="1"/>
          </p:cNvSpPr>
          <p:nvPr/>
        </p:nvSpPr>
        <p:spPr>
          <a:xfrm>
            <a:off x="3238500" y="1687830"/>
            <a:ext cx="274320" cy="0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17" name="connector">
            <a:extLst>
              <a:ext uri="{FF2B5EF4-FFF2-40B4-BE49-F238E27FC236}">
                <a16:creationId xmlns:a16="http://schemas.microsoft.com/office/drawing/2014/main" id="{242634B4-89E1-48A6-89B8-5BF46C640297}"/>
              </a:ext>
            </a:extLst>
          </p:cNvPr>
          <p:cNvSpPr>
            <a:spLocks noGrp="1"/>
          </p:cNvSpPr>
          <p:nvPr/>
        </p:nvSpPr>
        <p:spPr>
          <a:xfrm>
            <a:off x="3512820" y="1687830"/>
            <a:ext cx="0" cy="1969770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18" name="connector">
            <a:extLst>
              <a:ext uri="{FF2B5EF4-FFF2-40B4-BE49-F238E27FC236}">
                <a16:creationId xmlns:a16="http://schemas.microsoft.com/office/drawing/2014/main" id="{641F3148-DD3D-4ADE-824E-0323C55C004D}"/>
              </a:ext>
            </a:extLst>
          </p:cNvPr>
          <p:cNvSpPr>
            <a:spLocks noGrp="1"/>
          </p:cNvSpPr>
          <p:nvPr/>
        </p:nvSpPr>
        <p:spPr>
          <a:xfrm>
            <a:off x="3512820" y="3657600"/>
            <a:ext cx="251460" cy="0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19" name="node">
            <a:extLst>
              <a:ext uri="{FF2B5EF4-FFF2-40B4-BE49-F238E27FC236}">
                <a16:creationId xmlns:a16="http://schemas.microsoft.com/office/drawing/2014/main" id="{DA7339BD-AE67-416E-858D-7489B759788A}"/>
              </a:ext>
            </a:extLst>
          </p:cNvPr>
          <p:cNvSpPr>
            <a:spLocks noGrp="1"/>
          </p:cNvSpPr>
          <p:nvPr/>
        </p:nvSpPr>
        <p:spPr>
          <a:xfrm>
            <a:off x="3215640" y="1664970"/>
            <a:ext cx="45720" cy="45720"/>
          </a:xfrm>
          <a:prstGeom prst="ellipse">
            <a:avLst/>
          </a:prstGeom>
          <a:solidFill>
            <a:srgbClr val="43CFF1"/>
          </a:solidFill>
          <a:ln w="0">
            <a:noFill/>
            <a:prstDash val="solid"/>
          </a:ln>
        </p:spPr>
      </p:sp>
      <p:sp>
        <p:nvSpPr>
          <p:cNvPr id="20" name="确定性规则能力模块">
            <a:extLst>
              <a:ext uri="{FF2B5EF4-FFF2-40B4-BE49-F238E27FC236}">
                <a16:creationId xmlns:a16="http://schemas.microsoft.com/office/drawing/2014/main" id="{EEC1A9D2-AE24-448F-9EF3-2D279AA1EA0F}"/>
              </a:ext>
            </a:extLst>
          </p:cNvPr>
          <p:cNvSpPr>
            <a:spLocks noGrp="1"/>
          </p:cNvSpPr>
          <p:nvPr/>
        </p:nvSpPr>
        <p:spPr>
          <a:xfrm>
            <a:off x="205740" y="2339340"/>
            <a:ext cx="3025140" cy="944880"/>
          </a:xfrm>
          <a:prstGeom prst="roundRect">
            <a:avLst>
              <a:gd name="adj" fmla="val 5645"/>
            </a:avLst>
          </a:prstGeom>
          <a:solidFill>
            <a:srgbClr val="02172A"/>
          </a:solidFill>
          <a:ln w="6096">
            <a:solidFill>
              <a:srgbClr val="21688C"/>
            </a:solidFill>
            <a:prstDash val="solid"/>
          </a:ln>
        </p:spPr>
      </p:sp>
      <p:sp>
        <p:nvSpPr>
          <p:cNvPr id="21" name="connector">
            <a:extLst>
              <a:ext uri="{FF2B5EF4-FFF2-40B4-BE49-F238E27FC236}">
                <a16:creationId xmlns:a16="http://schemas.microsoft.com/office/drawing/2014/main" id="{0963BD76-A9D5-4699-B45B-95D065C64C61}"/>
              </a:ext>
            </a:extLst>
          </p:cNvPr>
          <p:cNvSpPr>
            <a:spLocks noGrp="1"/>
          </p:cNvSpPr>
          <p:nvPr/>
        </p:nvSpPr>
        <p:spPr>
          <a:xfrm>
            <a:off x="1432560" y="2385060"/>
            <a:ext cx="0" cy="853440"/>
          </a:xfrm>
          <a:prstGeom prst="line">
            <a:avLst/>
          </a:prstGeom>
          <a:noFill/>
          <a:ln w="7620">
            <a:solidFill>
              <a:srgbClr val="2A596C"/>
            </a:solidFill>
            <a:prstDash val="solid"/>
          </a:ln>
        </p:spPr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6F6611C-6855-4C49-9806-1EB0AEFA1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0040" y="2438400"/>
            <a:ext cx="312420" cy="327660"/>
          </a:xfrm>
          <a:prstGeom prst="rect">
            <a:avLst/>
          </a:prstGeom>
        </p:spPr>
      </p:pic>
      <p:sp>
        <p:nvSpPr>
          <p:cNvPr id="23" name="确定性规则">
            <a:extLst>
              <a:ext uri="{FF2B5EF4-FFF2-40B4-BE49-F238E27FC236}">
                <a16:creationId xmlns:a16="http://schemas.microsoft.com/office/drawing/2014/main" id="{57C5CA88-7185-41C8-9750-5E3089ED3CFA}"/>
              </a:ext>
            </a:extLst>
          </p:cNvPr>
          <p:cNvSpPr>
            <a:spLocks noGrp="1"/>
          </p:cNvSpPr>
          <p:nvPr/>
        </p:nvSpPr>
        <p:spPr>
          <a:xfrm>
            <a:off x="701040" y="2476500"/>
            <a:ext cx="70866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0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0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0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0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0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0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0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0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0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0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0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0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确定性规则</a:t>
            </a:r>
          </a:p>
        </p:txBody>
      </p:sp>
      <p:sp>
        <p:nvSpPr>
          <p:cNvPr id="24" name="标准与规则参数化&#10;结果可计算">
            <a:extLst>
              <a:ext uri="{FF2B5EF4-FFF2-40B4-BE49-F238E27FC236}">
                <a16:creationId xmlns:a16="http://schemas.microsoft.com/office/drawing/2014/main" id="{9D6D5C10-1F5D-4F5B-A269-8B82950C8372}"/>
              </a:ext>
            </a:extLst>
          </p:cNvPr>
          <p:cNvSpPr>
            <a:spLocks noGrp="1"/>
          </p:cNvSpPr>
          <p:nvPr/>
        </p:nvSpPr>
        <p:spPr>
          <a:xfrm>
            <a:off x="701040" y="2727960"/>
            <a:ext cx="70866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标准与规则参数化</a:t>
            </a:r>
          </a:p>
          <a:p>
            <a: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结果可计算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360A55F0-8A32-4310-B6CA-DC6A23E4C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447800" y="2354580"/>
            <a:ext cx="1783080" cy="922020"/>
          </a:xfrm>
          <a:prstGeom prst="rect">
            <a:avLst/>
          </a:prstGeom>
        </p:spPr>
      </p:pic>
      <p:sp>
        <p:nvSpPr>
          <p:cNvPr id="26" name="connector">
            <a:extLst>
              <a:ext uri="{FF2B5EF4-FFF2-40B4-BE49-F238E27FC236}">
                <a16:creationId xmlns:a16="http://schemas.microsoft.com/office/drawing/2014/main" id="{F96CFE07-C813-432A-B1B9-354E71F3164A}"/>
              </a:ext>
            </a:extLst>
          </p:cNvPr>
          <p:cNvSpPr>
            <a:spLocks noGrp="1"/>
          </p:cNvSpPr>
          <p:nvPr/>
        </p:nvSpPr>
        <p:spPr>
          <a:xfrm>
            <a:off x="3238500" y="2736190"/>
            <a:ext cx="274320" cy="0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27" name="connector">
            <a:extLst>
              <a:ext uri="{FF2B5EF4-FFF2-40B4-BE49-F238E27FC236}">
                <a16:creationId xmlns:a16="http://schemas.microsoft.com/office/drawing/2014/main" id="{19324AF6-067B-4881-8BDD-8BD8A19C6716}"/>
              </a:ext>
            </a:extLst>
          </p:cNvPr>
          <p:cNvSpPr>
            <a:spLocks noGrp="1"/>
          </p:cNvSpPr>
          <p:nvPr/>
        </p:nvSpPr>
        <p:spPr>
          <a:xfrm>
            <a:off x="3512820" y="2736190"/>
            <a:ext cx="0" cy="921410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28" name="connector">
            <a:extLst>
              <a:ext uri="{FF2B5EF4-FFF2-40B4-BE49-F238E27FC236}">
                <a16:creationId xmlns:a16="http://schemas.microsoft.com/office/drawing/2014/main" id="{E076F9BE-6BC0-4509-83F6-485E6F61F2D5}"/>
              </a:ext>
            </a:extLst>
          </p:cNvPr>
          <p:cNvSpPr>
            <a:spLocks noGrp="1"/>
          </p:cNvSpPr>
          <p:nvPr/>
        </p:nvSpPr>
        <p:spPr>
          <a:xfrm>
            <a:off x="3512820" y="3657600"/>
            <a:ext cx="251460" cy="0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29" name="node">
            <a:extLst>
              <a:ext uri="{FF2B5EF4-FFF2-40B4-BE49-F238E27FC236}">
                <a16:creationId xmlns:a16="http://schemas.microsoft.com/office/drawing/2014/main" id="{65BAA482-6BC0-4802-8F10-1F720CED1D33}"/>
              </a:ext>
            </a:extLst>
          </p:cNvPr>
          <p:cNvSpPr>
            <a:spLocks noGrp="1"/>
          </p:cNvSpPr>
          <p:nvPr/>
        </p:nvSpPr>
        <p:spPr>
          <a:xfrm>
            <a:off x="3215640" y="2713330"/>
            <a:ext cx="45720" cy="45720"/>
          </a:xfrm>
          <a:prstGeom prst="ellipse">
            <a:avLst/>
          </a:prstGeom>
          <a:solidFill>
            <a:srgbClr val="43CFF1"/>
          </a:solidFill>
          <a:ln w="0">
            <a:noFill/>
            <a:prstDash val="solid"/>
          </a:ln>
        </p:spPr>
      </p:sp>
      <p:sp>
        <p:nvSpPr>
          <p:cNvPr id="30" name="模型解释能力模块">
            <a:extLst>
              <a:ext uri="{FF2B5EF4-FFF2-40B4-BE49-F238E27FC236}">
                <a16:creationId xmlns:a16="http://schemas.microsoft.com/office/drawing/2014/main" id="{BCD55F39-AA42-4D59-A1FF-C8636F2F34F7}"/>
              </a:ext>
            </a:extLst>
          </p:cNvPr>
          <p:cNvSpPr>
            <a:spLocks noGrp="1"/>
          </p:cNvSpPr>
          <p:nvPr/>
        </p:nvSpPr>
        <p:spPr>
          <a:xfrm>
            <a:off x="205740" y="3390900"/>
            <a:ext cx="3025140" cy="937260"/>
          </a:xfrm>
          <a:prstGeom prst="roundRect">
            <a:avLst>
              <a:gd name="adj" fmla="val 5691"/>
            </a:avLst>
          </a:prstGeom>
          <a:solidFill>
            <a:srgbClr val="02172A"/>
          </a:solidFill>
          <a:ln w="6096">
            <a:solidFill>
              <a:srgbClr val="21688C"/>
            </a:solidFill>
            <a:prstDash val="solid"/>
          </a:ln>
        </p:spPr>
      </p:sp>
      <p:sp>
        <p:nvSpPr>
          <p:cNvPr id="31" name="connector">
            <a:extLst>
              <a:ext uri="{FF2B5EF4-FFF2-40B4-BE49-F238E27FC236}">
                <a16:creationId xmlns:a16="http://schemas.microsoft.com/office/drawing/2014/main" id="{EB38FE9D-4ECA-4861-86D1-A9C5898A5930}"/>
              </a:ext>
            </a:extLst>
          </p:cNvPr>
          <p:cNvSpPr>
            <a:spLocks noGrp="1"/>
          </p:cNvSpPr>
          <p:nvPr/>
        </p:nvSpPr>
        <p:spPr>
          <a:xfrm>
            <a:off x="1432560" y="3436620"/>
            <a:ext cx="0" cy="845820"/>
          </a:xfrm>
          <a:prstGeom prst="line">
            <a:avLst/>
          </a:prstGeom>
          <a:noFill/>
          <a:ln w="7620">
            <a:solidFill>
              <a:srgbClr val="2A596C"/>
            </a:solidFill>
            <a:prstDash val="solid"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5BD7A7FB-2607-4190-B99D-85D658B53C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12420" y="3497580"/>
            <a:ext cx="335280" cy="335280"/>
          </a:xfrm>
          <a:prstGeom prst="rect">
            <a:avLst/>
          </a:prstGeom>
        </p:spPr>
      </p:pic>
      <p:sp>
        <p:nvSpPr>
          <p:cNvPr id="33" name="模型解释">
            <a:extLst>
              <a:ext uri="{FF2B5EF4-FFF2-40B4-BE49-F238E27FC236}">
                <a16:creationId xmlns:a16="http://schemas.microsoft.com/office/drawing/2014/main" id="{075E6141-E7CF-441F-9F9C-92DDAEF18035}"/>
              </a:ext>
            </a:extLst>
          </p:cNvPr>
          <p:cNvSpPr>
            <a:spLocks noGrp="1"/>
          </p:cNvSpPr>
          <p:nvPr/>
        </p:nvSpPr>
        <p:spPr>
          <a:xfrm>
            <a:off x="701040" y="3528060"/>
            <a:ext cx="70866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模型解释</a:t>
            </a:r>
          </a:p>
        </p:txBody>
      </p:sp>
      <p:sp>
        <p:nvSpPr>
          <p:cNvPr id="34" name="结构化候选与推理&#10;匹配原因可解释">
            <a:extLst>
              <a:ext uri="{FF2B5EF4-FFF2-40B4-BE49-F238E27FC236}">
                <a16:creationId xmlns:a16="http://schemas.microsoft.com/office/drawing/2014/main" id="{5C77C8F9-1CF8-438D-BA78-C5763A7B616D}"/>
              </a:ext>
            </a:extLst>
          </p:cNvPr>
          <p:cNvSpPr>
            <a:spLocks noGrp="1"/>
          </p:cNvSpPr>
          <p:nvPr/>
        </p:nvSpPr>
        <p:spPr>
          <a:xfrm>
            <a:off x="701040" y="3779520"/>
            <a:ext cx="708660" cy="525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结构化候选与推理</a:t>
            </a:r>
          </a:p>
          <a:p>
            <a: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匹配原因可解释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A249E73B-89EE-42DE-A86B-202819CC71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447800" y="3413760"/>
            <a:ext cx="1783080" cy="906780"/>
          </a:xfrm>
          <a:prstGeom prst="rect">
            <a:avLst/>
          </a:prstGeom>
        </p:spPr>
      </p:pic>
      <p:sp>
        <p:nvSpPr>
          <p:cNvPr id="36" name="connector">
            <a:extLst>
              <a:ext uri="{FF2B5EF4-FFF2-40B4-BE49-F238E27FC236}">
                <a16:creationId xmlns:a16="http://schemas.microsoft.com/office/drawing/2014/main" id="{5C0D6CAF-4759-49DD-98C1-639C43376CDD}"/>
              </a:ext>
            </a:extLst>
          </p:cNvPr>
          <p:cNvSpPr>
            <a:spLocks noGrp="1"/>
          </p:cNvSpPr>
          <p:nvPr/>
        </p:nvSpPr>
        <p:spPr>
          <a:xfrm>
            <a:off x="3238500" y="3784549"/>
            <a:ext cx="274320" cy="0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37" name="connector">
            <a:extLst>
              <a:ext uri="{FF2B5EF4-FFF2-40B4-BE49-F238E27FC236}">
                <a16:creationId xmlns:a16="http://schemas.microsoft.com/office/drawing/2014/main" id="{415FBBE6-DF46-4310-A2C2-2C886F50B56A}"/>
              </a:ext>
            </a:extLst>
          </p:cNvPr>
          <p:cNvSpPr>
            <a:spLocks noGrp="1"/>
          </p:cNvSpPr>
          <p:nvPr/>
        </p:nvSpPr>
        <p:spPr>
          <a:xfrm>
            <a:off x="3512820" y="3657600"/>
            <a:ext cx="0" cy="126949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38" name="connector">
            <a:extLst>
              <a:ext uri="{FF2B5EF4-FFF2-40B4-BE49-F238E27FC236}">
                <a16:creationId xmlns:a16="http://schemas.microsoft.com/office/drawing/2014/main" id="{3408872F-C5EB-4977-8AB3-130A2210BFC5}"/>
              </a:ext>
            </a:extLst>
          </p:cNvPr>
          <p:cNvSpPr>
            <a:spLocks noGrp="1"/>
          </p:cNvSpPr>
          <p:nvPr/>
        </p:nvSpPr>
        <p:spPr>
          <a:xfrm>
            <a:off x="3512820" y="3657600"/>
            <a:ext cx="251460" cy="0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39" name="node">
            <a:extLst>
              <a:ext uri="{FF2B5EF4-FFF2-40B4-BE49-F238E27FC236}">
                <a16:creationId xmlns:a16="http://schemas.microsoft.com/office/drawing/2014/main" id="{D93159B1-A3D9-46E6-A44F-73D0FC7DD28A}"/>
              </a:ext>
            </a:extLst>
          </p:cNvPr>
          <p:cNvSpPr>
            <a:spLocks noGrp="1"/>
          </p:cNvSpPr>
          <p:nvPr/>
        </p:nvSpPr>
        <p:spPr>
          <a:xfrm>
            <a:off x="3215640" y="3761689"/>
            <a:ext cx="45720" cy="45720"/>
          </a:xfrm>
          <a:prstGeom prst="ellipse">
            <a:avLst/>
          </a:prstGeom>
          <a:solidFill>
            <a:srgbClr val="43CFF1"/>
          </a:solidFill>
          <a:ln w="0">
            <a:noFill/>
            <a:prstDash val="solid"/>
          </a:ln>
        </p:spPr>
      </p:sp>
      <p:sp>
        <p:nvSpPr>
          <p:cNvPr id="40" name="人工闸门能力模块">
            <a:extLst>
              <a:ext uri="{FF2B5EF4-FFF2-40B4-BE49-F238E27FC236}">
                <a16:creationId xmlns:a16="http://schemas.microsoft.com/office/drawing/2014/main" id="{F1EDEFA4-EC96-4603-B564-FCD1836A4AB3}"/>
              </a:ext>
            </a:extLst>
          </p:cNvPr>
          <p:cNvSpPr>
            <a:spLocks noGrp="1"/>
          </p:cNvSpPr>
          <p:nvPr/>
        </p:nvSpPr>
        <p:spPr>
          <a:xfrm>
            <a:off x="205740" y="4427220"/>
            <a:ext cx="3025140" cy="937260"/>
          </a:xfrm>
          <a:prstGeom prst="roundRect">
            <a:avLst>
              <a:gd name="adj" fmla="val 5691"/>
            </a:avLst>
          </a:prstGeom>
          <a:solidFill>
            <a:srgbClr val="02172A"/>
          </a:solidFill>
          <a:ln w="6096">
            <a:solidFill>
              <a:srgbClr val="21688C"/>
            </a:solidFill>
            <a:prstDash val="solid"/>
          </a:ln>
        </p:spPr>
      </p:sp>
      <p:sp>
        <p:nvSpPr>
          <p:cNvPr id="41" name="connector">
            <a:extLst>
              <a:ext uri="{FF2B5EF4-FFF2-40B4-BE49-F238E27FC236}">
                <a16:creationId xmlns:a16="http://schemas.microsoft.com/office/drawing/2014/main" id="{364E74C5-71C1-44EA-B2ED-6C7D239B07D1}"/>
              </a:ext>
            </a:extLst>
          </p:cNvPr>
          <p:cNvSpPr>
            <a:spLocks noGrp="1"/>
          </p:cNvSpPr>
          <p:nvPr/>
        </p:nvSpPr>
        <p:spPr>
          <a:xfrm>
            <a:off x="1432560" y="4472940"/>
            <a:ext cx="0" cy="845820"/>
          </a:xfrm>
          <a:prstGeom prst="line">
            <a:avLst/>
          </a:prstGeom>
          <a:noFill/>
          <a:ln w="7620">
            <a:solidFill>
              <a:srgbClr val="2A596C"/>
            </a:solidFill>
            <a:prstDash val="solid"/>
          </a:ln>
        </p:spPr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BCB509D0-934C-4CB2-83B5-601A01A2DD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20040" y="4503420"/>
            <a:ext cx="327660" cy="342900"/>
          </a:xfrm>
          <a:prstGeom prst="rect">
            <a:avLst/>
          </a:prstGeom>
        </p:spPr>
      </p:pic>
      <p:sp>
        <p:nvSpPr>
          <p:cNvPr id="43" name="人工闸门">
            <a:extLst>
              <a:ext uri="{FF2B5EF4-FFF2-40B4-BE49-F238E27FC236}">
                <a16:creationId xmlns:a16="http://schemas.microsoft.com/office/drawing/2014/main" id="{AE12B097-76ED-41D5-AC01-58F5A39A5B60}"/>
              </a:ext>
            </a:extLst>
          </p:cNvPr>
          <p:cNvSpPr>
            <a:spLocks noGrp="1"/>
          </p:cNvSpPr>
          <p:nvPr/>
        </p:nvSpPr>
        <p:spPr>
          <a:xfrm>
            <a:off x="701040" y="4564380"/>
            <a:ext cx="70866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人工闸门</a:t>
            </a:r>
          </a:p>
        </p:txBody>
      </p:sp>
      <p:sp>
        <p:nvSpPr>
          <p:cNvPr id="44" name="关键节点人工确认&#10;异常可拦截">
            <a:extLst>
              <a:ext uri="{FF2B5EF4-FFF2-40B4-BE49-F238E27FC236}">
                <a16:creationId xmlns:a16="http://schemas.microsoft.com/office/drawing/2014/main" id="{7744499D-7FAF-42DC-935B-6633A8380AE1}"/>
              </a:ext>
            </a:extLst>
          </p:cNvPr>
          <p:cNvSpPr>
            <a:spLocks noGrp="1"/>
          </p:cNvSpPr>
          <p:nvPr/>
        </p:nvSpPr>
        <p:spPr>
          <a:xfrm>
            <a:off x="701040" y="4815840"/>
            <a:ext cx="708660" cy="525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关键节点人工确认</a:t>
            </a:r>
          </a:p>
          <a:p>
            <a:pPr algn="l">
              <a:def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1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异常可拦截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7528BFFF-BC2F-48B0-A40D-4AC62AF53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47800" y="4442460"/>
            <a:ext cx="1783080" cy="952500"/>
          </a:xfrm>
          <a:prstGeom prst="rect">
            <a:avLst/>
          </a:prstGeom>
        </p:spPr>
      </p:pic>
      <p:sp>
        <p:nvSpPr>
          <p:cNvPr id="46" name="connector">
            <a:extLst>
              <a:ext uri="{FF2B5EF4-FFF2-40B4-BE49-F238E27FC236}">
                <a16:creationId xmlns:a16="http://schemas.microsoft.com/office/drawing/2014/main" id="{316B9246-4AF3-48D9-BDB8-85B5D8FB7032}"/>
              </a:ext>
            </a:extLst>
          </p:cNvPr>
          <p:cNvSpPr>
            <a:spLocks noGrp="1"/>
          </p:cNvSpPr>
          <p:nvPr/>
        </p:nvSpPr>
        <p:spPr>
          <a:xfrm>
            <a:off x="3238500" y="4820869"/>
            <a:ext cx="274320" cy="0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47" name="connector">
            <a:extLst>
              <a:ext uri="{FF2B5EF4-FFF2-40B4-BE49-F238E27FC236}">
                <a16:creationId xmlns:a16="http://schemas.microsoft.com/office/drawing/2014/main" id="{04466EB4-5A7A-4BD9-997D-CEA3ADA5D600}"/>
              </a:ext>
            </a:extLst>
          </p:cNvPr>
          <p:cNvSpPr>
            <a:spLocks noGrp="1"/>
          </p:cNvSpPr>
          <p:nvPr/>
        </p:nvSpPr>
        <p:spPr>
          <a:xfrm>
            <a:off x="3512820" y="3657600"/>
            <a:ext cx="0" cy="1163269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48" name="connector">
            <a:extLst>
              <a:ext uri="{FF2B5EF4-FFF2-40B4-BE49-F238E27FC236}">
                <a16:creationId xmlns:a16="http://schemas.microsoft.com/office/drawing/2014/main" id="{DCBA222E-877D-414F-B277-418B9AF01E10}"/>
              </a:ext>
            </a:extLst>
          </p:cNvPr>
          <p:cNvSpPr>
            <a:spLocks noGrp="1"/>
          </p:cNvSpPr>
          <p:nvPr/>
        </p:nvSpPr>
        <p:spPr>
          <a:xfrm>
            <a:off x="3512820" y="3657600"/>
            <a:ext cx="251460" cy="0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49" name="node">
            <a:extLst>
              <a:ext uri="{FF2B5EF4-FFF2-40B4-BE49-F238E27FC236}">
                <a16:creationId xmlns:a16="http://schemas.microsoft.com/office/drawing/2014/main" id="{9165DBD4-4652-42E1-9A34-77B1AABB6837}"/>
              </a:ext>
            </a:extLst>
          </p:cNvPr>
          <p:cNvSpPr>
            <a:spLocks noGrp="1"/>
          </p:cNvSpPr>
          <p:nvPr/>
        </p:nvSpPr>
        <p:spPr>
          <a:xfrm>
            <a:off x="3215640" y="4798009"/>
            <a:ext cx="45720" cy="45720"/>
          </a:xfrm>
          <a:prstGeom prst="ellipse">
            <a:avLst/>
          </a:prstGeom>
          <a:solidFill>
            <a:srgbClr val="43CFF1"/>
          </a:solidFill>
          <a:ln w="0">
            <a:noFill/>
            <a:prstDash val="solid"/>
          </a:ln>
        </p:spPr>
      </p:sp>
      <p:sp>
        <p:nvSpPr>
          <p:cNvPr id="50" name="组织入口能力模块">
            <a:extLst>
              <a:ext uri="{FF2B5EF4-FFF2-40B4-BE49-F238E27FC236}">
                <a16:creationId xmlns:a16="http://schemas.microsoft.com/office/drawing/2014/main" id="{06C33635-5360-4B11-855D-B4D03E9162B0}"/>
              </a:ext>
            </a:extLst>
          </p:cNvPr>
          <p:cNvSpPr>
            <a:spLocks noGrp="1"/>
          </p:cNvSpPr>
          <p:nvPr/>
        </p:nvSpPr>
        <p:spPr>
          <a:xfrm>
            <a:off x="205740" y="5471160"/>
            <a:ext cx="3025140" cy="891540"/>
          </a:xfrm>
          <a:prstGeom prst="roundRect">
            <a:avLst>
              <a:gd name="adj" fmla="val 5983"/>
            </a:avLst>
          </a:prstGeom>
          <a:solidFill>
            <a:srgbClr val="02172A"/>
          </a:solidFill>
          <a:ln w="6096">
            <a:solidFill>
              <a:srgbClr val="21688C"/>
            </a:solidFill>
            <a:prstDash val="solid"/>
          </a:ln>
        </p:spPr>
      </p:sp>
      <p:sp>
        <p:nvSpPr>
          <p:cNvPr id="51" name="connector">
            <a:extLst>
              <a:ext uri="{FF2B5EF4-FFF2-40B4-BE49-F238E27FC236}">
                <a16:creationId xmlns:a16="http://schemas.microsoft.com/office/drawing/2014/main" id="{BF641615-D228-47BE-844F-899FDA7E78CA}"/>
              </a:ext>
            </a:extLst>
          </p:cNvPr>
          <p:cNvSpPr>
            <a:spLocks noGrp="1"/>
          </p:cNvSpPr>
          <p:nvPr/>
        </p:nvSpPr>
        <p:spPr>
          <a:xfrm>
            <a:off x="1432560" y="5516880"/>
            <a:ext cx="0" cy="800100"/>
          </a:xfrm>
          <a:prstGeom prst="line">
            <a:avLst/>
          </a:prstGeom>
          <a:noFill/>
          <a:ln w="7620">
            <a:solidFill>
              <a:srgbClr val="2A596C"/>
            </a:solidFill>
            <a:prstDash val="solid"/>
          </a:ln>
        </p:spPr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FF4BC4B0-55EF-4244-9CF1-397CF6F1DB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320040" y="5547360"/>
            <a:ext cx="327660" cy="350520"/>
          </a:xfrm>
          <a:prstGeom prst="rect">
            <a:avLst/>
          </a:prstGeom>
        </p:spPr>
      </p:pic>
      <p:sp>
        <p:nvSpPr>
          <p:cNvPr id="53" name="组织入口">
            <a:extLst>
              <a:ext uri="{FF2B5EF4-FFF2-40B4-BE49-F238E27FC236}">
                <a16:creationId xmlns:a16="http://schemas.microsoft.com/office/drawing/2014/main" id="{611DE4CB-06B7-4437-B3FF-A5E53305687F}"/>
              </a:ext>
            </a:extLst>
          </p:cNvPr>
          <p:cNvSpPr>
            <a:spLocks noGrp="1"/>
          </p:cNvSpPr>
          <p:nvPr/>
        </p:nvSpPr>
        <p:spPr>
          <a:xfrm>
            <a:off x="701040" y="5608320"/>
            <a:ext cx="70866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组织入口</a:t>
            </a:r>
          </a:p>
        </p:txBody>
      </p:sp>
      <p:sp>
        <p:nvSpPr>
          <p:cNvPr id="54" name="按角色进入流程&#10;数据与权限可控">
            <a:extLst>
              <a:ext uri="{FF2B5EF4-FFF2-40B4-BE49-F238E27FC236}">
                <a16:creationId xmlns:a16="http://schemas.microsoft.com/office/drawing/2014/main" id="{E19C16E1-2616-4995-AEF0-56A5FC35BCE9}"/>
              </a:ext>
            </a:extLst>
          </p:cNvPr>
          <p:cNvSpPr>
            <a:spLocks noGrp="1"/>
          </p:cNvSpPr>
          <p:nvPr/>
        </p:nvSpPr>
        <p:spPr>
          <a:xfrm>
            <a:off x="701040" y="5859780"/>
            <a:ext cx="70866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按角色进入流程</a:t>
            </a:r>
          </a:p>
          <a:p>
            <a:pPr algn="l">
              <a:def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9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数据与权限可控</a:t>
            </a: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39143EA2-F62A-4CBC-95CA-459B349758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447800" y="5486400"/>
            <a:ext cx="1783080" cy="861060"/>
          </a:xfrm>
          <a:prstGeom prst="rect">
            <a:avLst/>
          </a:prstGeom>
        </p:spPr>
      </p:pic>
      <p:sp>
        <p:nvSpPr>
          <p:cNvPr id="56" name="connector">
            <a:extLst>
              <a:ext uri="{FF2B5EF4-FFF2-40B4-BE49-F238E27FC236}">
                <a16:creationId xmlns:a16="http://schemas.microsoft.com/office/drawing/2014/main" id="{CA1D8680-6169-4F4C-8664-3E51797BF2BD}"/>
              </a:ext>
            </a:extLst>
          </p:cNvPr>
          <p:cNvSpPr>
            <a:spLocks noGrp="1"/>
          </p:cNvSpPr>
          <p:nvPr/>
        </p:nvSpPr>
        <p:spPr>
          <a:xfrm>
            <a:off x="3238500" y="5845607"/>
            <a:ext cx="274320" cy="0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57" name="connector">
            <a:extLst>
              <a:ext uri="{FF2B5EF4-FFF2-40B4-BE49-F238E27FC236}">
                <a16:creationId xmlns:a16="http://schemas.microsoft.com/office/drawing/2014/main" id="{0E82CF55-5DA7-4C02-8ACC-8E248A70C0C4}"/>
              </a:ext>
            </a:extLst>
          </p:cNvPr>
          <p:cNvSpPr>
            <a:spLocks noGrp="1"/>
          </p:cNvSpPr>
          <p:nvPr/>
        </p:nvSpPr>
        <p:spPr>
          <a:xfrm>
            <a:off x="3512820" y="3657600"/>
            <a:ext cx="0" cy="2188007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58" name="connector">
            <a:extLst>
              <a:ext uri="{FF2B5EF4-FFF2-40B4-BE49-F238E27FC236}">
                <a16:creationId xmlns:a16="http://schemas.microsoft.com/office/drawing/2014/main" id="{CB4E470B-6071-41A3-8144-B1812FC21E91}"/>
              </a:ext>
            </a:extLst>
          </p:cNvPr>
          <p:cNvSpPr>
            <a:spLocks noGrp="1"/>
          </p:cNvSpPr>
          <p:nvPr/>
        </p:nvSpPr>
        <p:spPr>
          <a:xfrm>
            <a:off x="3512820" y="3657600"/>
            <a:ext cx="251460" cy="0"/>
          </a:xfrm>
          <a:prstGeom prst="line">
            <a:avLst/>
          </a:prstGeom>
          <a:noFill/>
          <a:ln w="7620">
            <a:solidFill>
              <a:srgbClr val="43CFF1"/>
            </a:solidFill>
            <a:prstDash val="solid"/>
          </a:ln>
        </p:spPr>
      </p:sp>
      <p:sp>
        <p:nvSpPr>
          <p:cNvPr id="59" name="node">
            <a:extLst>
              <a:ext uri="{FF2B5EF4-FFF2-40B4-BE49-F238E27FC236}">
                <a16:creationId xmlns:a16="http://schemas.microsoft.com/office/drawing/2014/main" id="{C4D8731E-30EE-491A-B4C1-E91A89C55202}"/>
              </a:ext>
            </a:extLst>
          </p:cNvPr>
          <p:cNvSpPr>
            <a:spLocks noGrp="1"/>
          </p:cNvSpPr>
          <p:nvPr/>
        </p:nvSpPr>
        <p:spPr>
          <a:xfrm>
            <a:off x="3215640" y="5822747"/>
            <a:ext cx="45720" cy="45720"/>
          </a:xfrm>
          <a:prstGeom prst="ellipse">
            <a:avLst/>
          </a:prstGeom>
          <a:solidFill>
            <a:srgbClr val="43CFF1"/>
          </a:solidFill>
          <a:ln w="0">
            <a:noFill/>
            <a:prstDash val="solid"/>
          </a:ln>
        </p:spPr>
      </p:sp>
      <p:sp>
        <p:nvSpPr>
          <p:cNvPr id="60" name="Task核心">
            <a:extLst>
              <a:ext uri="{FF2B5EF4-FFF2-40B4-BE49-F238E27FC236}">
                <a16:creationId xmlns:a16="http://schemas.microsoft.com/office/drawing/2014/main" id="{1F3BD8F2-F596-418E-97FD-2A1EADEAF0FF}"/>
              </a:ext>
            </a:extLst>
          </p:cNvPr>
          <p:cNvSpPr>
            <a:spLocks noGrp="1"/>
          </p:cNvSpPr>
          <p:nvPr/>
        </p:nvSpPr>
        <p:spPr>
          <a:xfrm>
            <a:off x="3771900" y="2263140"/>
            <a:ext cx="1653540" cy="2667000"/>
          </a:xfrm>
          <a:prstGeom prst="roundRect">
            <a:avLst>
              <a:gd name="adj" fmla="val 5530"/>
            </a:avLst>
          </a:prstGeom>
          <a:solidFill>
            <a:srgbClr val="031C32"/>
          </a:solidFill>
          <a:ln w="9906">
            <a:solidFill>
              <a:srgbClr val="3FA7CE"/>
            </a:solidFill>
            <a:prstDash val="solid"/>
          </a:ln>
        </p:spPr>
      </p:sp>
      <p:sp>
        <p:nvSpPr>
          <p:cNvPr id="61" name="Task内框">
            <a:extLst>
              <a:ext uri="{FF2B5EF4-FFF2-40B4-BE49-F238E27FC236}">
                <a16:creationId xmlns:a16="http://schemas.microsoft.com/office/drawing/2014/main" id="{1AD8A155-311A-4086-A400-FA993FDB9724}"/>
              </a:ext>
            </a:extLst>
          </p:cNvPr>
          <p:cNvSpPr>
            <a:spLocks noGrp="1"/>
          </p:cNvSpPr>
          <p:nvPr/>
        </p:nvSpPr>
        <p:spPr>
          <a:xfrm>
            <a:off x="3832860" y="2316480"/>
            <a:ext cx="1539240" cy="2560320"/>
          </a:xfrm>
          <a:prstGeom prst="roundRect">
            <a:avLst>
              <a:gd name="adj" fmla="val 3960"/>
            </a:avLst>
          </a:prstGeom>
          <a:solidFill>
            <a:srgbClr val="01172C"/>
          </a:solidFill>
          <a:ln w="7620">
            <a:solidFill>
              <a:srgbClr val="287F9D"/>
            </a:solidFill>
            <a:prstDash val="solid"/>
          </a:ln>
        </p:spPr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3FE8417E-B3A7-4D5A-930A-3DDA779BFDD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4145280" y="2423160"/>
            <a:ext cx="289560" cy="320040"/>
          </a:xfrm>
          <a:prstGeom prst="rect">
            <a:avLst/>
          </a:prstGeom>
        </p:spPr>
      </p:pic>
      <p:sp>
        <p:nvSpPr>
          <p:cNvPr id="63" name="Task">
            <a:extLst>
              <a:ext uri="{FF2B5EF4-FFF2-40B4-BE49-F238E27FC236}">
                <a16:creationId xmlns:a16="http://schemas.microsoft.com/office/drawing/2014/main" id="{00DB8168-A9C9-4F24-9A09-C22438AA0532}"/>
              </a:ext>
            </a:extLst>
          </p:cNvPr>
          <p:cNvSpPr>
            <a:spLocks noGrp="1"/>
          </p:cNvSpPr>
          <p:nvPr/>
        </p:nvSpPr>
        <p:spPr>
          <a:xfrm>
            <a:off x="4480560" y="2423160"/>
            <a:ext cx="7543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Task</a:t>
            </a:r>
          </a:p>
        </p:txBody>
      </p:sp>
      <p:sp>
        <p:nvSpPr>
          <p:cNvPr id="64" name="通用工程测量费用">
            <a:extLst>
              <a:ext uri="{FF2B5EF4-FFF2-40B4-BE49-F238E27FC236}">
                <a16:creationId xmlns:a16="http://schemas.microsoft.com/office/drawing/2014/main" id="{924A2002-7832-4A65-90CA-7533BDFF36E2}"/>
              </a:ext>
            </a:extLst>
          </p:cNvPr>
          <p:cNvSpPr>
            <a:spLocks noGrp="1"/>
          </p:cNvSpPr>
          <p:nvPr/>
        </p:nvSpPr>
        <p:spPr>
          <a:xfrm>
            <a:off x="3947160" y="2827020"/>
            <a:ext cx="14020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通用工程测量费用</a:t>
            </a:r>
          </a:p>
        </p:txBody>
      </p:sp>
      <p:sp>
        <p:nvSpPr>
          <p:cNvPr id="65" name="成本测算与控制">
            <a:extLst>
              <a:ext uri="{FF2B5EF4-FFF2-40B4-BE49-F238E27FC236}">
                <a16:creationId xmlns:a16="http://schemas.microsoft.com/office/drawing/2014/main" id="{B861AECD-48A1-423A-8E1D-C4DD502E937A}"/>
              </a:ext>
            </a:extLst>
          </p:cNvPr>
          <p:cNvSpPr>
            <a:spLocks noGrp="1"/>
          </p:cNvSpPr>
          <p:nvPr/>
        </p:nvSpPr>
        <p:spPr>
          <a:xfrm>
            <a:off x="4015740" y="3086100"/>
            <a:ext cx="131064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成本测算与控制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496A76FA-C5B1-438F-B79F-4F479CC0F8D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3893820" y="3436620"/>
            <a:ext cx="182880" cy="205740"/>
          </a:xfrm>
          <a:prstGeom prst="rect">
            <a:avLst/>
          </a:prstGeom>
        </p:spPr>
      </p:pic>
      <p:sp>
        <p:nvSpPr>
          <p:cNvPr id="67" name="一项真实、可运行、可验证、&#10;可演示、可追溯、异常可降级&#10;">
            <a:extLst>
              <a:ext uri="{FF2B5EF4-FFF2-40B4-BE49-F238E27FC236}">
                <a16:creationId xmlns:a16="http://schemas.microsoft.com/office/drawing/2014/main" id="{C2443A7F-325E-42CA-B018-13F7A36AC0FA}"/>
              </a:ext>
            </a:extLst>
          </p:cNvPr>
          <p:cNvSpPr>
            <a:spLocks noGrp="1"/>
          </p:cNvSpPr>
          <p:nvPr/>
        </p:nvSpPr>
        <p:spPr>
          <a:xfrm>
            <a:off x="4099560" y="3444240"/>
            <a:ext cx="1249680" cy="632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一项真实、可运行、可验证、</a:t>
            </a:r>
          </a:p>
          <a:p>
            <a: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可演示、可追溯、异常可降级</a:t>
            </a:r>
          </a:p>
          <a:p>
            <a:pPr algn="l">
              <a:def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的业务任务</a:t>
            </a:r>
          </a:p>
        </p:txBody>
      </p:sp>
      <p:sp>
        <p:nvSpPr>
          <p:cNvPr id="68" name="connector">
            <a:extLst>
              <a:ext uri="{FF2B5EF4-FFF2-40B4-BE49-F238E27FC236}">
                <a16:creationId xmlns:a16="http://schemas.microsoft.com/office/drawing/2014/main" id="{1FFFB799-0A96-4C90-A101-3767A75DF4F7}"/>
              </a:ext>
            </a:extLst>
          </p:cNvPr>
          <p:cNvSpPr>
            <a:spLocks noGrp="1"/>
          </p:cNvSpPr>
          <p:nvPr/>
        </p:nvSpPr>
        <p:spPr>
          <a:xfrm>
            <a:off x="3855720" y="4229100"/>
            <a:ext cx="1501140" cy="0"/>
          </a:xfrm>
          <a:prstGeom prst="line">
            <a:avLst/>
          </a:prstGeom>
          <a:noFill/>
          <a:ln w="6096">
            <a:solidFill>
              <a:srgbClr val="25617A"/>
            </a:solidFill>
            <a:prstDash val="solid"/>
          </a:ln>
        </p:spPr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7C0A0377-2C94-4630-8FCA-096046062B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3916680" y="4343400"/>
            <a:ext cx="152400" cy="160020"/>
          </a:xfrm>
          <a:prstGeom prst="rect">
            <a:avLst/>
          </a:prstGeom>
        </p:spPr>
      </p:pic>
      <p:sp>
        <p:nvSpPr>
          <p:cNvPr id="70" name="可运行  │ 可验证  │ 可演示">
            <a:extLst>
              <a:ext uri="{FF2B5EF4-FFF2-40B4-BE49-F238E27FC236}">
                <a16:creationId xmlns:a16="http://schemas.microsoft.com/office/drawing/2014/main" id="{34612A30-7C49-4184-8D41-9157F23F0D3A}"/>
              </a:ext>
            </a:extLst>
          </p:cNvPr>
          <p:cNvSpPr>
            <a:spLocks noGrp="1"/>
          </p:cNvSpPr>
          <p:nvPr/>
        </p:nvSpPr>
        <p:spPr>
          <a:xfrm>
            <a:off x="4107180" y="4328160"/>
            <a:ext cx="124968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9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89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89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89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89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89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89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89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89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89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89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9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可运行  │ 可验证  │ 可演示</a:t>
            </a: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022676AC-E76F-4EF7-A142-B1D981D764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3909060" y="4564380"/>
            <a:ext cx="160020" cy="160020"/>
          </a:xfrm>
          <a:prstGeom prst="rect">
            <a:avLst/>
          </a:prstGeom>
        </p:spPr>
      </p:pic>
      <p:sp>
        <p:nvSpPr>
          <p:cNvPr id="72" name="可追溯  │ 异常可降级">
            <a:extLst>
              <a:ext uri="{FF2B5EF4-FFF2-40B4-BE49-F238E27FC236}">
                <a16:creationId xmlns:a16="http://schemas.microsoft.com/office/drawing/2014/main" id="{203ACD5E-58F3-4472-91A6-EE4F29915396}"/>
              </a:ext>
            </a:extLst>
          </p:cNvPr>
          <p:cNvSpPr>
            <a:spLocks noGrp="1"/>
          </p:cNvSpPr>
          <p:nvPr/>
        </p:nvSpPr>
        <p:spPr>
          <a:xfrm>
            <a:off x="4107180" y="4564380"/>
            <a:ext cx="124968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可追溯  │ 异常可降级</a:t>
            </a:r>
          </a:p>
        </p:txBody>
      </p:sp>
      <p:sp>
        <p:nvSpPr>
          <p:cNvPr id="73" name="arrow">
            <a:extLst>
              <a:ext uri="{FF2B5EF4-FFF2-40B4-BE49-F238E27FC236}">
                <a16:creationId xmlns:a16="http://schemas.microsoft.com/office/drawing/2014/main" id="{00C0478B-BCAC-44AA-9A4B-3B53DF6561F9}"/>
              </a:ext>
            </a:extLst>
          </p:cNvPr>
          <p:cNvSpPr>
            <a:spLocks noGrp="1"/>
          </p:cNvSpPr>
          <p:nvPr/>
        </p:nvSpPr>
        <p:spPr>
          <a:xfrm>
            <a:off x="5463540" y="3352800"/>
            <a:ext cx="205740" cy="167640"/>
          </a:xfrm>
          <a:prstGeom prst="rightArrow">
            <a:avLst/>
          </a:prstGeom>
          <a:solidFill>
            <a:srgbClr val="75BDD9"/>
          </a:solidFill>
          <a:ln w="0">
            <a:noFill/>
            <a:prstDash val="solid"/>
          </a:ln>
        </p:spPr>
      </p:sp>
      <p:sp>
        <p:nvSpPr>
          <p:cNvPr id="74" name="arrow">
            <a:extLst>
              <a:ext uri="{FF2B5EF4-FFF2-40B4-BE49-F238E27FC236}">
                <a16:creationId xmlns:a16="http://schemas.microsoft.com/office/drawing/2014/main" id="{DFA01C13-8E5E-43A9-9F65-8D53F669F9C6}"/>
              </a:ext>
            </a:extLst>
          </p:cNvPr>
          <p:cNvSpPr>
            <a:spLocks noGrp="1"/>
          </p:cNvSpPr>
          <p:nvPr/>
        </p:nvSpPr>
        <p:spPr>
          <a:xfrm>
            <a:off x="3459480" y="3352800"/>
            <a:ext cx="205740" cy="167640"/>
          </a:xfrm>
          <a:prstGeom prst="rightArrow">
            <a:avLst/>
          </a:prstGeom>
          <a:solidFill>
            <a:srgbClr val="75BDD9"/>
          </a:solidFill>
          <a:ln w="0">
            <a:noFill/>
            <a:prstDash val="solid"/>
          </a:ln>
        </p:spPr>
      </p:sp>
      <p:sp>
        <p:nvSpPr>
          <p:cNvPr id="75" name="panel">
            <a:extLst>
              <a:ext uri="{FF2B5EF4-FFF2-40B4-BE49-F238E27FC236}">
                <a16:creationId xmlns:a16="http://schemas.microsoft.com/office/drawing/2014/main" id="{BAD59B0D-D283-4BF7-BD73-63CD00E11FA4}"/>
              </a:ext>
            </a:extLst>
          </p:cNvPr>
          <p:cNvSpPr>
            <a:spLocks noGrp="1"/>
          </p:cNvSpPr>
          <p:nvPr/>
        </p:nvSpPr>
        <p:spPr>
          <a:xfrm>
            <a:off x="5676900" y="1371600"/>
            <a:ext cx="853440" cy="449580"/>
          </a:xfrm>
          <a:prstGeom prst="roundRect">
            <a:avLst>
              <a:gd name="adj" fmla="val 8475"/>
            </a:avLst>
          </a:prstGeom>
          <a:solidFill>
            <a:srgbClr val="042239"/>
          </a:solidFill>
          <a:ln w="6096">
            <a:solidFill>
              <a:srgbClr val="2A6E91"/>
            </a:solidFill>
            <a:prstDash val="solid"/>
          </a:ln>
        </p:spPr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E8695759-EE59-4775-B997-19DF8447A5C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5829300" y="1463040"/>
            <a:ext cx="198120" cy="251460"/>
          </a:xfrm>
          <a:prstGeom prst="rect">
            <a:avLst/>
          </a:prstGeom>
        </p:spPr>
      </p:pic>
      <p:sp>
        <p:nvSpPr>
          <p:cNvPr id="77" name="真实输入">
            <a:extLst>
              <a:ext uri="{FF2B5EF4-FFF2-40B4-BE49-F238E27FC236}">
                <a16:creationId xmlns:a16="http://schemas.microsoft.com/office/drawing/2014/main" id="{B4D27108-1872-41B5-A4B8-FAB0B3596513}"/>
              </a:ext>
            </a:extLst>
          </p:cNvPr>
          <p:cNvSpPr>
            <a:spLocks noGrp="1"/>
          </p:cNvSpPr>
          <p:nvPr/>
        </p:nvSpPr>
        <p:spPr>
          <a:xfrm>
            <a:off x="6065520" y="1478280"/>
            <a:ext cx="4800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真实输入</a:t>
            </a:r>
          </a:p>
        </p:txBody>
      </p:sp>
      <p:sp>
        <p:nvSpPr>
          <p:cNvPr id="78" name="›">
            <a:extLst>
              <a:ext uri="{FF2B5EF4-FFF2-40B4-BE49-F238E27FC236}">
                <a16:creationId xmlns:a16="http://schemas.microsoft.com/office/drawing/2014/main" id="{FA8529DF-1226-48B8-91DA-49D818ABCF1A}"/>
              </a:ext>
            </a:extLst>
          </p:cNvPr>
          <p:cNvSpPr>
            <a:spLocks noGrp="1"/>
          </p:cNvSpPr>
          <p:nvPr/>
        </p:nvSpPr>
        <p:spPr>
          <a:xfrm>
            <a:off x="6507480" y="150876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79" name="↓">
            <a:extLst>
              <a:ext uri="{FF2B5EF4-FFF2-40B4-BE49-F238E27FC236}">
                <a16:creationId xmlns:a16="http://schemas.microsoft.com/office/drawing/2014/main" id="{1C1B8ED4-AD92-4DA1-918C-50718BF6D4B0}"/>
              </a:ext>
            </a:extLst>
          </p:cNvPr>
          <p:cNvSpPr>
            <a:spLocks noGrp="1"/>
          </p:cNvSpPr>
          <p:nvPr/>
        </p:nvSpPr>
        <p:spPr>
          <a:xfrm>
            <a:off x="6057900" y="1821180"/>
            <a:ext cx="15240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80" name="panel">
            <a:extLst>
              <a:ext uri="{FF2B5EF4-FFF2-40B4-BE49-F238E27FC236}">
                <a16:creationId xmlns:a16="http://schemas.microsoft.com/office/drawing/2014/main" id="{091242A6-16F7-4181-8B03-2874FDB563C7}"/>
              </a:ext>
            </a:extLst>
          </p:cNvPr>
          <p:cNvSpPr>
            <a:spLocks noGrp="1"/>
          </p:cNvSpPr>
          <p:nvPr/>
        </p:nvSpPr>
        <p:spPr>
          <a:xfrm>
            <a:off x="6530340" y="1371600"/>
            <a:ext cx="922020" cy="449580"/>
          </a:xfrm>
          <a:prstGeom prst="roundRect">
            <a:avLst>
              <a:gd name="adj" fmla="val 8475"/>
            </a:avLst>
          </a:prstGeom>
          <a:solidFill>
            <a:srgbClr val="042239"/>
          </a:solidFill>
          <a:ln w="6096">
            <a:solidFill>
              <a:srgbClr val="2A6E91"/>
            </a:solidFill>
            <a:prstDash val="solid"/>
          </a:ln>
        </p:spPr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750AA828-F041-4FA1-9F67-8F669A4CD36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6743700" y="1463040"/>
            <a:ext cx="213360" cy="251460"/>
          </a:xfrm>
          <a:prstGeom prst="rect">
            <a:avLst/>
          </a:prstGeom>
        </p:spPr>
      </p:pic>
      <p:sp>
        <p:nvSpPr>
          <p:cNvPr id="82" name="专业处理">
            <a:extLst>
              <a:ext uri="{FF2B5EF4-FFF2-40B4-BE49-F238E27FC236}">
                <a16:creationId xmlns:a16="http://schemas.microsoft.com/office/drawing/2014/main" id="{7A9F9340-212D-4F15-A446-10785C02BCF5}"/>
              </a:ext>
            </a:extLst>
          </p:cNvPr>
          <p:cNvSpPr>
            <a:spLocks noGrp="1"/>
          </p:cNvSpPr>
          <p:nvPr/>
        </p:nvSpPr>
        <p:spPr>
          <a:xfrm>
            <a:off x="6995160" y="1478280"/>
            <a:ext cx="54864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专业处理</a:t>
            </a:r>
          </a:p>
        </p:txBody>
      </p:sp>
      <p:sp>
        <p:nvSpPr>
          <p:cNvPr id="83" name="›">
            <a:extLst>
              <a:ext uri="{FF2B5EF4-FFF2-40B4-BE49-F238E27FC236}">
                <a16:creationId xmlns:a16="http://schemas.microsoft.com/office/drawing/2014/main" id="{2FC8EEB1-80C4-473F-96C9-305F4B0AB8FA}"/>
              </a:ext>
            </a:extLst>
          </p:cNvPr>
          <p:cNvSpPr>
            <a:spLocks noGrp="1"/>
          </p:cNvSpPr>
          <p:nvPr/>
        </p:nvSpPr>
        <p:spPr>
          <a:xfrm>
            <a:off x="7429500" y="150876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84" name="↓">
            <a:extLst>
              <a:ext uri="{FF2B5EF4-FFF2-40B4-BE49-F238E27FC236}">
                <a16:creationId xmlns:a16="http://schemas.microsoft.com/office/drawing/2014/main" id="{D85F3290-C8E0-495B-82FC-9053D2BEB0AC}"/>
              </a:ext>
            </a:extLst>
          </p:cNvPr>
          <p:cNvSpPr>
            <a:spLocks noGrp="1"/>
          </p:cNvSpPr>
          <p:nvPr/>
        </p:nvSpPr>
        <p:spPr>
          <a:xfrm>
            <a:off x="6945630" y="1821180"/>
            <a:ext cx="15240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85" name="panel">
            <a:extLst>
              <a:ext uri="{FF2B5EF4-FFF2-40B4-BE49-F238E27FC236}">
                <a16:creationId xmlns:a16="http://schemas.microsoft.com/office/drawing/2014/main" id="{F3A1B289-B4E3-496E-B192-FD8E8127B313}"/>
              </a:ext>
            </a:extLst>
          </p:cNvPr>
          <p:cNvSpPr>
            <a:spLocks noGrp="1"/>
          </p:cNvSpPr>
          <p:nvPr/>
        </p:nvSpPr>
        <p:spPr>
          <a:xfrm>
            <a:off x="7452360" y="1371600"/>
            <a:ext cx="868680" cy="449580"/>
          </a:xfrm>
          <a:prstGeom prst="roundRect">
            <a:avLst>
              <a:gd name="adj" fmla="val 8475"/>
            </a:avLst>
          </a:prstGeom>
          <a:solidFill>
            <a:srgbClr val="042239"/>
          </a:solidFill>
          <a:ln w="6096">
            <a:solidFill>
              <a:srgbClr val="2A6E91"/>
            </a:solidFill>
            <a:prstDash val="solid"/>
          </a:ln>
        </p:spPr>
      </p:sp>
      <p:pic>
        <p:nvPicPr>
          <p:cNvPr id="86" name="图片 85">
            <a:extLst>
              <a:ext uri="{FF2B5EF4-FFF2-40B4-BE49-F238E27FC236}">
                <a16:creationId xmlns:a16="http://schemas.microsoft.com/office/drawing/2014/main" id="{81685AF5-0A3A-4CAB-9247-94723709A35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7642860" y="1463040"/>
            <a:ext cx="205740" cy="251460"/>
          </a:xfrm>
          <a:prstGeom prst="rect">
            <a:avLst/>
          </a:prstGeom>
        </p:spPr>
      </p:pic>
      <p:sp>
        <p:nvSpPr>
          <p:cNvPr id="87" name="风险复核">
            <a:extLst>
              <a:ext uri="{FF2B5EF4-FFF2-40B4-BE49-F238E27FC236}">
                <a16:creationId xmlns:a16="http://schemas.microsoft.com/office/drawing/2014/main" id="{B0032FBB-FBF2-4058-814C-178E8B491CC4}"/>
              </a:ext>
            </a:extLst>
          </p:cNvPr>
          <p:cNvSpPr>
            <a:spLocks noGrp="1"/>
          </p:cNvSpPr>
          <p:nvPr/>
        </p:nvSpPr>
        <p:spPr>
          <a:xfrm>
            <a:off x="7886700" y="1478280"/>
            <a:ext cx="49530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风险复核</a:t>
            </a:r>
          </a:p>
        </p:txBody>
      </p:sp>
      <p:sp>
        <p:nvSpPr>
          <p:cNvPr id="88" name="›">
            <a:extLst>
              <a:ext uri="{FF2B5EF4-FFF2-40B4-BE49-F238E27FC236}">
                <a16:creationId xmlns:a16="http://schemas.microsoft.com/office/drawing/2014/main" id="{B4B2A58D-66DE-4DBA-8C79-426F047D95EE}"/>
              </a:ext>
            </a:extLst>
          </p:cNvPr>
          <p:cNvSpPr>
            <a:spLocks noGrp="1"/>
          </p:cNvSpPr>
          <p:nvPr/>
        </p:nvSpPr>
        <p:spPr>
          <a:xfrm>
            <a:off x="8298180" y="150876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89" name="↓">
            <a:extLst>
              <a:ext uri="{FF2B5EF4-FFF2-40B4-BE49-F238E27FC236}">
                <a16:creationId xmlns:a16="http://schemas.microsoft.com/office/drawing/2014/main" id="{2A86417A-68DA-4771-8882-BB7269B8F495}"/>
              </a:ext>
            </a:extLst>
          </p:cNvPr>
          <p:cNvSpPr>
            <a:spLocks noGrp="1"/>
          </p:cNvSpPr>
          <p:nvPr/>
        </p:nvSpPr>
        <p:spPr>
          <a:xfrm>
            <a:off x="7840980" y="1821180"/>
            <a:ext cx="15240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90" name="panel">
            <a:extLst>
              <a:ext uri="{FF2B5EF4-FFF2-40B4-BE49-F238E27FC236}">
                <a16:creationId xmlns:a16="http://schemas.microsoft.com/office/drawing/2014/main" id="{24F1C8ED-9E2E-4F61-B757-2AD726F53387}"/>
              </a:ext>
            </a:extLst>
          </p:cNvPr>
          <p:cNvSpPr>
            <a:spLocks noGrp="1"/>
          </p:cNvSpPr>
          <p:nvPr/>
        </p:nvSpPr>
        <p:spPr>
          <a:xfrm>
            <a:off x="8321040" y="1371600"/>
            <a:ext cx="891540" cy="449580"/>
          </a:xfrm>
          <a:prstGeom prst="roundRect">
            <a:avLst>
              <a:gd name="adj" fmla="val 8475"/>
            </a:avLst>
          </a:prstGeom>
          <a:solidFill>
            <a:srgbClr val="042239"/>
          </a:solidFill>
          <a:ln w="6096">
            <a:solidFill>
              <a:srgbClr val="2A6E91"/>
            </a:solidFill>
            <a:prstDash val="solid"/>
          </a:ln>
        </p:spPr>
      </p:sp>
      <p:pic>
        <p:nvPicPr>
          <p:cNvPr id="91" name="图片 90">
            <a:extLst>
              <a:ext uri="{FF2B5EF4-FFF2-40B4-BE49-F238E27FC236}">
                <a16:creationId xmlns:a16="http://schemas.microsoft.com/office/drawing/2014/main" id="{F18C00E4-28FC-4A68-ABF5-C7E19BA419A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8526780" y="1463040"/>
            <a:ext cx="213360" cy="251460"/>
          </a:xfrm>
          <a:prstGeom prst="rect">
            <a:avLst/>
          </a:prstGeom>
        </p:spPr>
      </p:pic>
      <p:sp>
        <p:nvSpPr>
          <p:cNvPr id="92" name="依据问答">
            <a:extLst>
              <a:ext uri="{FF2B5EF4-FFF2-40B4-BE49-F238E27FC236}">
                <a16:creationId xmlns:a16="http://schemas.microsoft.com/office/drawing/2014/main" id="{82FB3E47-8073-400E-87C7-4532FB4B7A09}"/>
              </a:ext>
            </a:extLst>
          </p:cNvPr>
          <p:cNvSpPr>
            <a:spLocks noGrp="1"/>
          </p:cNvSpPr>
          <p:nvPr/>
        </p:nvSpPr>
        <p:spPr>
          <a:xfrm>
            <a:off x="8778240" y="1478280"/>
            <a:ext cx="5181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依据问答</a:t>
            </a:r>
          </a:p>
        </p:txBody>
      </p:sp>
      <p:sp>
        <p:nvSpPr>
          <p:cNvPr id="93" name="›">
            <a:extLst>
              <a:ext uri="{FF2B5EF4-FFF2-40B4-BE49-F238E27FC236}">
                <a16:creationId xmlns:a16="http://schemas.microsoft.com/office/drawing/2014/main" id="{C16BFD6B-7BE8-4631-A475-5CBC972747F3}"/>
              </a:ext>
            </a:extLst>
          </p:cNvPr>
          <p:cNvSpPr>
            <a:spLocks noGrp="1"/>
          </p:cNvSpPr>
          <p:nvPr/>
        </p:nvSpPr>
        <p:spPr>
          <a:xfrm>
            <a:off x="9189720" y="150876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94" name="↓">
            <a:extLst>
              <a:ext uri="{FF2B5EF4-FFF2-40B4-BE49-F238E27FC236}">
                <a16:creationId xmlns:a16="http://schemas.microsoft.com/office/drawing/2014/main" id="{153362FD-38FB-41DC-AB0A-84B3DA485436}"/>
              </a:ext>
            </a:extLst>
          </p:cNvPr>
          <p:cNvSpPr>
            <a:spLocks noGrp="1"/>
          </p:cNvSpPr>
          <p:nvPr/>
        </p:nvSpPr>
        <p:spPr>
          <a:xfrm>
            <a:off x="8721090" y="1821180"/>
            <a:ext cx="15240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95" name="panel">
            <a:extLst>
              <a:ext uri="{FF2B5EF4-FFF2-40B4-BE49-F238E27FC236}">
                <a16:creationId xmlns:a16="http://schemas.microsoft.com/office/drawing/2014/main" id="{35A5686B-D4CE-41A5-BA1B-AE3EC7F5C802}"/>
              </a:ext>
            </a:extLst>
          </p:cNvPr>
          <p:cNvSpPr>
            <a:spLocks noGrp="1"/>
          </p:cNvSpPr>
          <p:nvPr/>
        </p:nvSpPr>
        <p:spPr>
          <a:xfrm>
            <a:off x="9212580" y="1371600"/>
            <a:ext cx="891540" cy="449580"/>
          </a:xfrm>
          <a:prstGeom prst="roundRect">
            <a:avLst>
              <a:gd name="adj" fmla="val 8475"/>
            </a:avLst>
          </a:prstGeom>
          <a:solidFill>
            <a:srgbClr val="042239"/>
          </a:solidFill>
          <a:ln w="6096">
            <a:solidFill>
              <a:srgbClr val="2A6E91"/>
            </a:solidFill>
            <a:prstDash val="solid"/>
          </a:ln>
        </p:spPr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CC23D6C3-F609-4EB6-8B36-C2251A33507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9387840" y="1463040"/>
            <a:ext cx="205740" cy="251460"/>
          </a:xfrm>
          <a:prstGeom prst="rect">
            <a:avLst/>
          </a:prstGeom>
        </p:spPr>
      </p:pic>
      <p:sp>
        <p:nvSpPr>
          <p:cNvPr id="97" name="正式成果">
            <a:extLst>
              <a:ext uri="{FF2B5EF4-FFF2-40B4-BE49-F238E27FC236}">
                <a16:creationId xmlns:a16="http://schemas.microsoft.com/office/drawing/2014/main" id="{7963F084-EB3C-4F59-B837-C98F445B440A}"/>
              </a:ext>
            </a:extLst>
          </p:cNvPr>
          <p:cNvSpPr>
            <a:spLocks noGrp="1"/>
          </p:cNvSpPr>
          <p:nvPr/>
        </p:nvSpPr>
        <p:spPr>
          <a:xfrm>
            <a:off x="9631680" y="1478280"/>
            <a:ext cx="5181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正式成果</a:t>
            </a:r>
          </a:p>
        </p:txBody>
      </p:sp>
      <p:sp>
        <p:nvSpPr>
          <p:cNvPr id="98" name="›">
            <a:extLst>
              <a:ext uri="{FF2B5EF4-FFF2-40B4-BE49-F238E27FC236}">
                <a16:creationId xmlns:a16="http://schemas.microsoft.com/office/drawing/2014/main" id="{0D1A837B-D919-4E89-8BA6-36666DFA98ED}"/>
              </a:ext>
            </a:extLst>
          </p:cNvPr>
          <p:cNvSpPr>
            <a:spLocks noGrp="1"/>
          </p:cNvSpPr>
          <p:nvPr/>
        </p:nvSpPr>
        <p:spPr>
          <a:xfrm>
            <a:off x="10081260" y="150876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99" name="↓">
            <a:extLst>
              <a:ext uri="{FF2B5EF4-FFF2-40B4-BE49-F238E27FC236}">
                <a16:creationId xmlns:a16="http://schemas.microsoft.com/office/drawing/2014/main" id="{CFEDC131-D6FD-41B3-AB2F-21CC5D1D3789}"/>
              </a:ext>
            </a:extLst>
          </p:cNvPr>
          <p:cNvSpPr>
            <a:spLocks noGrp="1"/>
          </p:cNvSpPr>
          <p:nvPr/>
        </p:nvSpPr>
        <p:spPr>
          <a:xfrm>
            <a:off x="9612630" y="1821180"/>
            <a:ext cx="15240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100" name="panel">
            <a:extLst>
              <a:ext uri="{FF2B5EF4-FFF2-40B4-BE49-F238E27FC236}">
                <a16:creationId xmlns:a16="http://schemas.microsoft.com/office/drawing/2014/main" id="{D8B17C14-5E26-42A1-9217-C7C3E64215BC}"/>
              </a:ext>
            </a:extLst>
          </p:cNvPr>
          <p:cNvSpPr>
            <a:spLocks noGrp="1"/>
          </p:cNvSpPr>
          <p:nvPr/>
        </p:nvSpPr>
        <p:spPr>
          <a:xfrm>
            <a:off x="10104120" y="1371600"/>
            <a:ext cx="891540" cy="449580"/>
          </a:xfrm>
          <a:prstGeom prst="roundRect">
            <a:avLst>
              <a:gd name="adj" fmla="val 8475"/>
            </a:avLst>
          </a:prstGeom>
          <a:solidFill>
            <a:srgbClr val="042239"/>
          </a:solidFill>
          <a:ln w="6096">
            <a:solidFill>
              <a:srgbClr val="2A6E91"/>
            </a:solidFill>
            <a:prstDash val="solid"/>
          </a:ln>
        </p:spPr>
      </p:sp>
      <p:pic>
        <p:nvPicPr>
          <p:cNvPr id="101" name="图片 100">
            <a:extLst>
              <a:ext uri="{FF2B5EF4-FFF2-40B4-BE49-F238E27FC236}">
                <a16:creationId xmlns:a16="http://schemas.microsoft.com/office/drawing/2014/main" id="{DB20E657-8E50-4F65-8FF9-806E21966E3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10287000" y="1463040"/>
            <a:ext cx="228600" cy="251460"/>
          </a:xfrm>
          <a:prstGeom prst="rect">
            <a:avLst/>
          </a:prstGeom>
        </p:spPr>
      </p:pic>
      <p:sp>
        <p:nvSpPr>
          <p:cNvPr id="102" name="多人协同">
            <a:extLst>
              <a:ext uri="{FF2B5EF4-FFF2-40B4-BE49-F238E27FC236}">
                <a16:creationId xmlns:a16="http://schemas.microsoft.com/office/drawing/2014/main" id="{FA5B124C-CE5C-4D36-BA87-8B4AE8A8088D}"/>
              </a:ext>
            </a:extLst>
          </p:cNvPr>
          <p:cNvSpPr>
            <a:spLocks noGrp="1"/>
          </p:cNvSpPr>
          <p:nvPr/>
        </p:nvSpPr>
        <p:spPr>
          <a:xfrm>
            <a:off x="10553700" y="1478280"/>
            <a:ext cx="5181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多人协同</a:t>
            </a:r>
          </a:p>
        </p:txBody>
      </p:sp>
      <p:sp>
        <p:nvSpPr>
          <p:cNvPr id="103" name="›">
            <a:extLst>
              <a:ext uri="{FF2B5EF4-FFF2-40B4-BE49-F238E27FC236}">
                <a16:creationId xmlns:a16="http://schemas.microsoft.com/office/drawing/2014/main" id="{6E770FD3-D071-4A95-A7F4-2D9AFAC2A3A2}"/>
              </a:ext>
            </a:extLst>
          </p:cNvPr>
          <p:cNvSpPr>
            <a:spLocks noGrp="1"/>
          </p:cNvSpPr>
          <p:nvPr/>
        </p:nvSpPr>
        <p:spPr>
          <a:xfrm>
            <a:off x="10972800" y="150876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04" name="↓">
            <a:extLst>
              <a:ext uri="{FF2B5EF4-FFF2-40B4-BE49-F238E27FC236}">
                <a16:creationId xmlns:a16="http://schemas.microsoft.com/office/drawing/2014/main" id="{27DCCDFE-0500-4AA1-BF9A-0B918287ADE1}"/>
              </a:ext>
            </a:extLst>
          </p:cNvPr>
          <p:cNvSpPr>
            <a:spLocks noGrp="1"/>
          </p:cNvSpPr>
          <p:nvPr/>
        </p:nvSpPr>
        <p:spPr>
          <a:xfrm>
            <a:off x="10504170" y="1821180"/>
            <a:ext cx="15240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105" name="panel">
            <a:extLst>
              <a:ext uri="{FF2B5EF4-FFF2-40B4-BE49-F238E27FC236}">
                <a16:creationId xmlns:a16="http://schemas.microsoft.com/office/drawing/2014/main" id="{FC434242-8593-405A-AC15-7ECFF01B16A7}"/>
              </a:ext>
            </a:extLst>
          </p:cNvPr>
          <p:cNvSpPr>
            <a:spLocks noGrp="1"/>
          </p:cNvSpPr>
          <p:nvPr/>
        </p:nvSpPr>
        <p:spPr>
          <a:xfrm>
            <a:off x="10995660" y="1371600"/>
            <a:ext cx="952500" cy="449580"/>
          </a:xfrm>
          <a:prstGeom prst="roundRect">
            <a:avLst>
              <a:gd name="adj" fmla="val 8475"/>
            </a:avLst>
          </a:prstGeom>
          <a:solidFill>
            <a:srgbClr val="042239"/>
          </a:solidFill>
          <a:ln w="6096">
            <a:solidFill>
              <a:srgbClr val="2A6E91"/>
            </a:solidFill>
            <a:prstDash val="solid"/>
          </a:ln>
        </p:spPr>
      </p:sp>
      <p:pic>
        <p:nvPicPr>
          <p:cNvPr id="106" name="图片 105">
            <a:extLst>
              <a:ext uri="{FF2B5EF4-FFF2-40B4-BE49-F238E27FC236}">
                <a16:creationId xmlns:a16="http://schemas.microsoft.com/office/drawing/2014/main" id="{E2B1FA1F-C3FC-458F-A491-CEC0AF16A9A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11193780" y="1463040"/>
            <a:ext cx="205740" cy="251460"/>
          </a:xfrm>
          <a:prstGeom prst="rect">
            <a:avLst/>
          </a:prstGeom>
        </p:spPr>
      </p:pic>
      <p:sp>
        <p:nvSpPr>
          <p:cNvPr id="107" name="全程追溯">
            <a:extLst>
              <a:ext uri="{FF2B5EF4-FFF2-40B4-BE49-F238E27FC236}">
                <a16:creationId xmlns:a16="http://schemas.microsoft.com/office/drawing/2014/main" id="{ADEFBF87-C770-425F-AA57-0DEE679BE2EA}"/>
              </a:ext>
            </a:extLst>
          </p:cNvPr>
          <p:cNvSpPr>
            <a:spLocks noGrp="1"/>
          </p:cNvSpPr>
          <p:nvPr/>
        </p:nvSpPr>
        <p:spPr>
          <a:xfrm>
            <a:off x="11437620" y="1478280"/>
            <a:ext cx="57912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全程追溯</a:t>
            </a:r>
          </a:p>
        </p:txBody>
      </p:sp>
      <p:sp>
        <p:nvSpPr>
          <p:cNvPr id="108" name="↓">
            <a:extLst>
              <a:ext uri="{FF2B5EF4-FFF2-40B4-BE49-F238E27FC236}">
                <a16:creationId xmlns:a16="http://schemas.microsoft.com/office/drawing/2014/main" id="{A73F8758-19DB-479B-A558-C292C2AAD622}"/>
              </a:ext>
            </a:extLst>
          </p:cNvPr>
          <p:cNvSpPr>
            <a:spLocks noGrp="1"/>
          </p:cNvSpPr>
          <p:nvPr/>
        </p:nvSpPr>
        <p:spPr>
          <a:xfrm>
            <a:off x="11426190" y="1821180"/>
            <a:ext cx="15240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8CD0E7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109" name="阶段前进箭头">
            <a:extLst>
              <a:ext uri="{FF2B5EF4-FFF2-40B4-BE49-F238E27FC236}">
                <a16:creationId xmlns:a16="http://schemas.microsoft.com/office/drawing/2014/main" id="{91546ABF-5B5E-49EA-930C-D10E5B13BDA1}"/>
              </a:ext>
            </a:extLst>
          </p:cNvPr>
          <p:cNvSpPr>
            <a:spLocks noGrp="1"/>
          </p:cNvSpPr>
          <p:nvPr/>
        </p:nvSpPr>
        <p:spPr>
          <a:xfrm>
            <a:off x="6492240" y="1554480"/>
            <a:ext cx="91440" cy="60960"/>
          </a:xfrm>
          <a:prstGeom prst="rightArrow">
            <a:avLst/>
          </a:prstGeom>
          <a:solidFill>
            <a:srgbClr val="89CDE6"/>
          </a:solidFill>
          <a:ln w="0">
            <a:noFill/>
            <a:prstDash val="solid"/>
          </a:ln>
        </p:spPr>
      </p:sp>
      <p:sp>
        <p:nvSpPr>
          <p:cNvPr id="110" name="阶段前进箭头">
            <a:extLst>
              <a:ext uri="{FF2B5EF4-FFF2-40B4-BE49-F238E27FC236}">
                <a16:creationId xmlns:a16="http://schemas.microsoft.com/office/drawing/2014/main" id="{2089D33E-2BEC-4EFA-B92E-DD2A2A49EF13}"/>
              </a:ext>
            </a:extLst>
          </p:cNvPr>
          <p:cNvSpPr>
            <a:spLocks noGrp="1"/>
          </p:cNvSpPr>
          <p:nvPr/>
        </p:nvSpPr>
        <p:spPr>
          <a:xfrm>
            <a:off x="7414260" y="1554480"/>
            <a:ext cx="91440" cy="60960"/>
          </a:xfrm>
          <a:prstGeom prst="rightArrow">
            <a:avLst/>
          </a:prstGeom>
          <a:solidFill>
            <a:srgbClr val="89CDE6"/>
          </a:solidFill>
          <a:ln w="0">
            <a:noFill/>
            <a:prstDash val="solid"/>
          </a:ln>
        </p:spPr>
      </p:sp>
      <p:sp>
        <p:nvSpPr>
          <p:cNvPr id="111" name="阶段前进箭头">
            <a:extLst>
              <a:ext uri="{FF2B5EF4-FFF2-40B4-BE49-F238E27FC236}">
                <a16:creationId xmlns:a16="http://schemas.microsoft.com/office/drawing/2014/main" id="{4598B951-926D-4042-AF9E-98B0C7E44B07}"/>
              </a:ext>
            </a:extLst>
          </p:cNvPr>
          <p:cNvSpPr>
            <a:spLocks noGrp="1"/>
          </p:cNvSpPr>
          <p:nvPr/>
        </p:nvSpPr>
        <p:spPr>
          <a:xfrm>
            <a:off x="8282940" y="1554480"/>
            <a:ext cx="91440" cy="60960"/>
          </a:xfrm>
          <a:prstGeom prst="rightArrow">
            <a:avLst/>
          </a:prstGeom>
          <a:solidFill>
            <a:srgbClr val="89CDE6"/>
          </a:solidFill>
          <a:ln w="0">
            <a:noFill/>
            <a:prstDash val="solid"/>
          </a:ln>
        </p:spPr>
      </p:sp>
      <p:sp>
        <p:nvSpPr>
          <p:cNvPr id="112" name="阶段前进箭头">
            <a:extLst>
              <a:ext uri="{FF2B5EF4-FFF2-40B4-BE49-F238E27FC236}">
                <a16:creationId xmlns:a16="http://schemas.microsoft.com/office/drawing/2014/main" id="{9DDCC55F-F2D8-4260-B101-C5AFF2505F26}"/>
              </a:ext>
            </a:extLst>
          </p:cNvPr>
          <p:cNvSpPr>
            <a:spLocks noGrp="1"/>
          </p:cNvSpPr>
          <p:nvPr/>
        </p:nvSpPr>
        <p:spPr>
          <a:xfrm>
            <a:off x="9174480" y="1554480"/>
            <a:ext cx="91440" cy="60960"/>
          </a:xfrm>
          <a:prstGeom prst="rightArrow">
            <a:avLst/>
          </a:prstGeom>
          <a:solidFill>
            <a:srgbClr val="89CDE6"/>
          </a:solidFill>
          <a:ln w="0">
            <a:noFill/>
            <a:prstDash val="solid"/>
          </a:ln>
        </p:spPr>
      </p:sp>
      <p:sp>
        <p:nvSpPr>
          <p:cNvPr id="113" name="阶段前进箭头">
            <a:extLst>
              <a:ext uri="{FF2B5EF4-FFF2-40B4-BE49-F238E27FC236}">
                <a16:creationId xmlns:a16="http://schemas.microsoft.com/office/drawing/2014/main" id="{FD798385-7CDC-424A-BE1B-F44F0CD65A66}"/>
              </a:ext>
            </a:extLst>
          </p:cNvPr>
          <p:cNvSpPr>
            <a:spLocks noGrp="1"/>
          </p:cNvSpPr>
          <p:nvPr/>
        </p:nvSpPr>
        <p:spPr>
          <a:xfrm>
            <a:off x="10066020" y="1554480"/>
            <a:ext cx="91440" cy="60960"/>
          </a:xfrm>
          <a:prstGeom prst="rightArrow">
            <a:avLst/>
          </a:prstGeom>
          <a:solidFill>
            <a:srgbClr val="89CDE6"/>
          </a:solidFill>
          <a:ln w="0">
            <a:noFill/>
            <a:prstDash val="solid"/>
          </a:ln>
        </p:spPr>
      </p:sp>
      <p:sp>
        <p:nvSpPr>
          <p:cNvPr id="114" name="阶段前进箭头">
            <a:extLst>
              <a:ext uri="{FF2B5EF4-FFF2-40B4-BE49-F238E27FC236}">
                <a16:creationId xmlns:a16="http://schemas.microsoft.com/office/drawing/2014/main" id="{8B8B3F0E-ABD4-4C11-A945-87EB3C2EE608}"/>
              </a:ext>
            </a:extLst>
          </p:cNvPr>
          <p:cNvSpPr>
            <a:spLocks noGrp="1"/>
          </p:cNvSpPr>
          <p:nvPr/>
        </p:nvSpPr>
        <p:spPr>
          <a:xfrm>
            <a:off x="10957560" y="1554480"/>
            <a:ext cx="91440" cy="60960"/>
          </a:xfrm>
          <a:prstGeom prst="rightArrow">
            <a:avLst/>
          </a:prstGeom>
          <a:solidFill>
            <a:srgbClr val="89CDE6"/>
          </a:solidFill>
          <a:ln w="0">
            <a:noFill/>
            <a:prstDash val="solid"/>
          </a:ln>
        </p:spPr>
      </p:sp>
      <p:sp>
        <p:nvSpPr>
          <p:cNvPr id="115" name="上传与解析流程列">
            <a:extLst>
              <a:ext uri="{FF2B5EF4-FFF2-40B4-BE49-F238E27FC236}">
                <a16:creationId xmlns:a16="http://schemas.microsoft.com/office/drawing/2014/main" id="{88DD5E93-8AF4-4B04-9D0B-6735E8E3C583}"/>
              </a:ext>
            </a:extLst>
          </p:cNvPr>
          <p:cNvSpPr>
            <a:spLocks noGrp="1"/>
          </p:cNvSpPr>
          <p:nvPr/>
        </p:nvSpPr>
        <p:spPr>
          <a:xfrm>
            <a:off x="5715000" y="2004060"/>
            <a:ext cx="815340" cy="3962400"/>
          </a:xfrm>
          <a:prstGeom prst="roundRect">
            <a:avLst>
              <a:gd name="adj" fmla="val 4673"/>
            </a:avLst>
          </a:prstGeom>
          <a:solidFill>
            <a:srgbClr val="001326"/>
          </a:solidFill>
          <a:ln w="6096">
            <a:solidFill>
              <a:srgbClr val="2C6480"/>
            </a:solidFill>
            <a:prstDash val="solid"/>
          </a:ln>
        </p:spPr>
      </p:sp>
      <p:sp>
        <p:nvSpPr>
          <p:cNvPr id="116" name="connector">
            <a:extLst>
              <a:ext uri="{FF2B5EF4-FFF2-40B4-BE49-F238E27FC236}">
                <a16:creationId xmlns:a16="http://schemas.microsoft.com/office/drawing/2014/main" id="{1B7A6203-BF35-4805-8D49-4787216BF993}"/>
              </a:ext>
            </a:extLst>
          </p:cNvPr>
          <p:cNvSpPr>
            <a:spLocks noGrp="1"/>
          </p:cNvSpPr>
          <p:nvPr/>
        </p:nvSpPr>
        <p:spPr>
          <a:xfrm>
            <a:off x="5722620" y="2308860"/>
            <a:ext cx="800100" cy="0"/>
          </a:xfrm>
          <a:prstGeom prst="line">
            <a:avLst/>
          </a:prstGeom>
          <a:noFill/>
          <a:ln w="6096">
            <a:solidFill>
              <a:srgbClr val="2B4D65"/>
            </a:solidFill>
            <a:prstDash val="solid"/>
          </a:ln>
        </p:spPr>
      </p:sp>
      <p:sp>
        <p:nvSpPr>
          <p:cNvPr id="117" name="上传与解析">
            <a:extLst>
              <a:ext uri="{FF2B5EF4-FFF2-40B4-BE49-F238E27FC236}">
                <a16:creationId xmlns:a16="http://schemas.microsoft.com/office/drawing/2014/main" id="{BFE76238-9AA7-45D2-B35F-6B268869CFFA}"/>
              </a:ext>
            </a:extLst>
          </p:cNvPr>
          <p:cNvSpPr>
            <a:spLocks noGrp="1"/>
          </p:cNvSpPr>
          <p:nvPr/>
        </p:nvSpPr>
        <p:spPr>
          <a:xfrm>
            <a:off x="5737860" y="2034540"/>
            <a:ext cx="76962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上传与解析</a:t>
            </a:r>
          </a:p>
        </p:txBody>
      </p:sp>
      <p:sp>
        <p:nvSpPr>
          <p:cNvPr id="118" name="AI填价与计算流程列">
            <a:extLst>
              <a:ext uri="{FF2B5EF4-FFF2-40B4-BE49-F238E27FC236}">
                <a16:creationId xmlns:a16="http://schemas.microsoft.com/office/drawing/2014/main" id="{FC4B094D-F99E-4D28-A9D7-35824A896FFD}"/>
              </a:ext>
            </a:extLst>
          </p:cNvPr>
          <p:cNvSpPr>
            <a:spLocks noGrp="1"/>
          </p:cNvSpPr>
          <p:nvPr/>
        </p:nvSpPr>
        <p:spPr>
          <a:xfrm>
            <a:off x="6591300" y="2004060"/>
            <a:ext cx="830580" cy="3962400"/>
          </a:xfrm>
          <a:prstGeom prst="roundRect">
            <a:avLst>
              <a:gd name="adj" fmla="val 4587"/>
            </a:avLst>
          </a:prstGeom>
          <a:solidFill>
            <a:srgbClr val="001326"/>
          </a:solidFill>
          <a:ln w="6096">
            <a:solidFill>
              <a:srgbClr val="2C6480"/>
            </a:solidFill>
            <a:prstDash val="solid"/>
          </a:ln>
        </p:spPr>
      </p:sp>
      <p:sp>
        <p:nvSpPr>
          <p:cNvPr id="119" name="connector">
            <a:extLst>
              <a:ext uri="{FF2B5EF4-FFF2-40B4-BE49-F238E27FC236}">
                <a16:creationId xmlns:a16="http://schemas.microsoft.com/office/drawing/2014/main" id="{5424921B-8597-447A-A3D6-7D7DC432A50A}"/>
              </a:ext>
            </a:extLst>
          </p:cNvPr>
          <p:cNvSpPr>
            <a:spLocks noGrp="1"/>
          </p:cNvSpPr>
          <p:nvPr/>
        </p:nvSpPr>
        <p:spPr>
          <a:xfrm>
            <a:off x="6598920" y="2308860"/>
            <a:ext cx="815340" cy="0"/>
          </a:xfrm>
          <a:prstGeom prst="line">
            <a:avLst/>
          </a:prstGeom>
          <a:noFill/>
          <a:ln w="6096">
            <a:solidFill>
              <a:srgbClr val="2B4D65"/>
            </a:solidFill>
            <a:prstDash val="solid"/>
          </a:ln>
        </p:spPr>
      </p:sp>
      <p:sp>
        <p:nvSpPr>
          <p:cNvPr id="120" name="AI填价与计算">
            <a:extLst>
              <a:ext uri="{FF2B5EF4-FFF2-40B4-BE49-F238E27FC236}">
                <a16:creationId xmlns:a16="http://schemas.microsoft.com/office/drawing/2014/main" id="{1BA44DC6-0B44-4806-9C4E-D9275AF96250}"/>
              </a:ext>
            </a:extLst>
          </p:cNvPr>
          <p:cNvSpPr>
            <a:spLocks noGrp="1"/>
          </p:cNvSpPr>
          <p:nvPr/>
        </p:nvSpPr>
        <p:spPr>
          <a:xfrm>
            <a:off x="6614160" y="2034540"/>
            <a:ext cx="7848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AI填价与计算</a:t>
            </a:r>
          </a:p>
        </p:txBody>
      </p:sp>
      <p:sp>
        <p:nvSpPr>
          <p:cNvPr id="121" name="风险复核流程列">
            <a:extLst>
              <a:ext uri="{FF2B5EF4-FFF2-40B4-BE49-F238E27FC236}">
                <a16:creationId xmlns:a16="http://schemas.microsoft.com/office/drawing/2014/main" id="{0B911298-04B1-478A-B64B-5FF1CA9BE6A3}"/>
              </a:ext>
            </a:extLst>
          </p:cNvPr>
          <p:cNvSpPr>
            <a:spLocks noGrp="1"/>
          </p:cNvSpPr>
          <p:nvPr/>
        </p:nvSpPr>
        <p:spPr>
          <a:xfrm>
            <a:off x="7475220" y="2004060"/>
            <a:ext cx="830580" cy="3962400"/>
          </a:xfrm>
          <a:prstGeom prst="roundRect">
            <a:avLst>
              <a:gd name="adj" fmla="val 4587"/>
            </a:avLst>
          </a:prstGeom>
          <a:solidFill>
            <a:srgbClr val="001326"/>
          </a:solidFill>
          <a:ln w="6096">
            <a:solidFill>
              <a:srgbClr val="2C6480"/>
            </a:solidFill>
            <a:prstDash val="solid"/>
          </a:ln>
        </p:spPr>
      </p:sp>
      <p:sp>
        <p:nvSpPr>
          <p:cNvPr id="122" name="connector">
            <a:extLst>
              <a:ext uri="{FF2B5EF4-FFF2-40B4-BE49-F238E27FC236}">
                <a16:creationId xmlns:a16="http://schemas.microsoft.com/office/drawing/2014/main" id="{33CD46AC-08D0-4E9E-90A7-4217F521F488}"/>
              </a:ext>
            </a:extLst>
          </p:cNvPr>
          <p:cNvSpPr>
            <a:spLocks noGrp="1"/>
          </p:cNvSpPr>
          <p:nvPr/>
        </p:nvSpPr>
        <p:spPr>
          <a:xfrm>
            <a:off x="7482840" y="2308860"/>
            <a:ext cx="815340" cy="0"/>
          </a:xfrm>
          <a:prstGeom prst="line">
            <a:avLst/>
          </a:prstGeom>
          <a:noFill/>
          <a:ln w="6096">
            <a:solidFill>
              <a:srgbClr val="2B4D65"/>
            </a:solidFill>
            <a:prstDash val="solid"/>
          </a:ln>
        </p:spPr>
      </p:sp>
      <p:sp>
        <p:nvSpPr>
          <p:cNvPr id="123" name="风险复核">
            <a:extLst>
              <a:ext uri="{FF2B5EF4-FFF2-40B4-BE49-F238E27FC236}">
                <a16:creationId xmlns:a16="http://schemas.microsoft.com/office/drawing/2014/main" id="{2F7605F9-0A72-4606-8C78-6756A13DAB61}"/>
              </a:ext>
            </a:extLst>
          </p:cNvPr>
          <p:cNvSpPr>
            <a:spLocks noGrp="1"/>
          </p:cNvSpPr>
          <p:nvPr/>
        </p:nvSpPr>
        <p:spPr>
          <a:xfrm>
            <a:off x="7498080" y="2034540"/>
            <a:ext cx="7848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风险复核</a:t>
            </a:r>
          </a:p>
        </p:txBody>
      </p:sp>
      <p:sp>
        <p:nvSpPr>
          <p:cNvPr id="124" name="问问智算流程列">
            <a:extLst>
              <a:ext uri="{FF2B5EF4-FFF2-40B4-BE49-F238E27FC236}">
                <a16:creationId xmlns:a16="http://schemas.microsoft.com/office/drawing/2014/main" id="{210A76BD-AABF-4A36-8180-C5A00B45EADA}"/>
              </a:ext>
            </a:extLst>
          </p:cNvPr>
          <p:cNvSpPr>
            <a:spLocks noGrp="1"/>
          </p:cNvSpPr>
          <p:nvPr/>
        </p:nvSpPr>
        <p:spPr>
          <a:xfrm>
            <a:off x="8374380" y="2004060"/>
            <a:ext cx="830580" cy="3962400"/>
          </a:xfrm>
          <a:prstGeom prst="roundRect">
            <a:avLst>
              <a:gd name="adj" fmla="val 4587"/>
            </a:avLst>
          </a:prstGeom>
          <a:solidFill>
            <a:srgbClr val="001326"/>
          </a:solidFill>
          <a:ln w="6096">
            <a:solidFill>
              <a:srgbClr val="2C6480"/>
            </a:solidFill>
            <a:prstDash val="solid"/>
          </a:ln>
        </p:spPr>
      </p:sp>
      <p:sp>
        <p:nvSpPr>
          <p:cNvPr id="125" name="connector">
            <a:extLst>
              <a:ext uri="{FF2B5EF4-FFF2-40B4-BE49-F238E27FC236}">
                <a16:creationId xmlns:a16="http://schemas.microsoft.com/office/drawing/2014/main" id="{79AC59B2-B10F-4CF2-88A8-23EC9BF66513}"/>
              </a:ext>
            </a:extLst>
          </p:cNvPr>
          <p:cNvSpPr>
            <a:spLocks noGrp="1"/>
          </p:cNvSpPr>
          <p:nvPr/>
        </p:nvSpPr>
        <p:spPr>
          <a:xfrm>
            <a:off x="8382000" y="2308860"/>
            <a:ext cx="815340" cy="0"/>
          </a:xfrm>
          <a:prstGeom prst="line">
            <a:avLst/>
          </a:prstGeom>
          <a:noFill/>
          <a:ln w="6096">
            <a:solidFill>
              <a:srgbClr val="2B4D65"/>
            </a:solidFill>
            <a:prstDash val="solid"/>
          </a:ln>
        </p:spPr>
      </p:sp>
      <p:sp>
        <p:nvSpPr>
          <p:cNvPr id="126" name="问问智算">
            <a:extLst>
              <a:ext uri="{FF2B5EF4-FFF2-40B4-BE49-F238E27FC236}">
                <a16:creationId xmlns:a16="http://schemas.microsoft.com/office/drawing/2014/main" id="{3AA18573-4E71-4F9C-ACB6-650CB04406C2}"/>
              </a:ext>
            </a:extLst>
          </p:cNvPr>
          <p:cNvSpPr>
            <a:spLocks noGrp="1"/>
          </p:cNvSpPr>
          <p:nvPr/>
        </p:nvSpPr>
        <p:spPr>
          <a:xfrm>
            <a:off x="8397240" y="2034540"/>
            <a:ext cx="78486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问问智算</a:t>
            </a:r>
          </a:p>
        </p:txBody>
      </p:sp>
      <p:sp>
        <p:nvSpPr>
          <p:cNvPr id="127" name="正式成果流程列">
            <a:extLst>
              <a:ext uri="{FF2B5EF4-FFF2-40B4-BE49-F238E27FC236}">
                <a16:creationId xmlns:a16="http://schemas.microsoft.com/office/drawing/2014/main" id="{5AF439E9-828B-4AD6-B974-75C310AF2579}"/>
              </a:ext>
            </a:extLst>
          </p:cNvPr>
          <p:cNvSpPr>
            <a:spLocks noGrp="1"/>
          </p:cNvSpPr>
          <p:nvPr/>
        </p:nvSpPr>
        <p:spPr>
          <a:xfrm>
            <a:off x="9281160" y="2004060"/>
            <a:ext cx="815340" cy="3962400"/>
          </a:xfrm>
          <a:prstGeom prst="roundRect">
            <a:avLst>
              <a:gd name="adj" fmla="val 4673"/>
            </a:avLst>
          </a:prstGeom>
          <a:solidFill>
            <a:srgbClr val="001326"/>
          </a:solidFill>
          <a:ln w="6096">
            <a:solidFill>
              <a:srgbClr val="2C6480"/>
            </a:solidFill>
            <a:prstDash val="solid"/>
          </a:ln>
        </p:spPr>
      </p:sp>
      <p:sp>
        <p:nvSpPr>
          <p:cNvPr id="128" name="connector">
            <a:extLst>
              <a:ext uri="{FF2B5EF4-FFF2-40B4-BE49-F238E27FC236}">
                <a16:creationId xmlns:a16="http://schemas.microsoft.com/office/drawing/2014/main" id="{ECA2435B-3157-453B-97AE-7ACA62C99271}"/>
              </a:ext>
            </a:extLst>
          </p:cNvPr>
          <p:cNvSpPr>
            <a:spLocks noGrp="1"/>
          </p:cNvSpPr>
          <p:nvPr/>
        </p:nvSpPr>
        <p:spPr>
          <a:xfrm>
            <a:off x="9288780" y="2308860"/>
            <a:ext cx="800100" cy="0"/>
          </a:xfrm>
          <a:prstGeom prst="line">
            <a:avLst/>
          </a:prstGeom>
          <a:noFill/>
          <a:ln w="6096">
            <a:solidFill>
              <a:srgbClr val="2B4D65"/>
            </a:solidFill>
            <a:prstDash val="solid"/>
          </a:ln>
        </p:spPr>
      </p:sp>
      <p:sp>
        <p:nvSpPr>
          <p:cNvPr id="129" name="正式成果">
            <a:extLst>
              <a:ext uri="{FF2B5EF4-FFF2-40B4-BE49-F238E27FC236}">
                <a16:creationId xmlns:a16="http://schemas.microsoft.com/office/drawing/2014/main" id="{D18DFA5A-D4A8-40E8-92BD-F968AB635774}"/>
              </a:ext>
            </a:extLst>
          </p:cNvPr>
          <p:cNvSpPr>
            <a:spLocks noGrp="1"/>
          </p:cNvSpPr>
          <p:nvPr/>
        </p:nvSpPr>
        <p:spPr>
          <a:xfrm>
            <a:off x="9304020" y="2034540"/>
            <a:ext cx="76962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正式成果</a:t>
            </a:r>
          </a:p>
        </p:txBody>
      </p:sp>
      <p:sp>
        <p:nvSpPr>
          <p:cNvPr id="130" name="协同与通知流程列">
            <a:extLst>
              <a:ext uri="{FF2B5EF4-FFF2-40B4-BE49-F238E27FC236}">
                <a16:creationId xmlns:a16="http://schemas.microsoft.com/office/drawing/2014/main" id="{2B7E9CF8-D9B9-41C4-899F-D6EE05002EAF}"/>
              </a:ext>
            </a:extLst>
          </p:cNvPr>
          <p:cNvSpPr>
            <a:spLocks noGrp="1"/>
          </p:cNvSpPr>
          <p:nvPr/>
        </p:nvSpPr>
        <p:spPr>
          <a:xfrm>
            <a:off x="10165080" y="2004060"/>
            <a:ext cx="822960" cy="3962400"/>
          </a:xfrm>
          <a:prstGeom prst="roundRect">
            <a:avLst>
              <a:gd name="adj" fmla="val 4630"/>
            </a:avLst>
          </a:prstGeom>
          <a:solidFill>
            <a:srgbClr val="001326"/>
          </a:solidFill>
          <a:ln w="6096">
            <a:solidFill>
              <a:srgbClr val="2C6480"/>
            </a:solidFill>
            <a:prstDash val="solid"/>
          </a:ln>
        </p:spPr>
      </p:sp>
      <p:sp>
        <p:nvSpPr>
          <p:cNvPr id="131" name="connector">
            <a:extLst>
              <a:ext uri="{FF2B5EF4-FFF2-40B4-BE49-F238E27FC236}">
                <a16:creationId xmlns:a16="http://schemas.microsoft.com/office/drawing/2014/main" id="{F14F3716-9561-4802-AB5C-1B087F254D2F}"/>
              </a:ext>
            </a:extLst>
          </p:cNvPr>
          <p:cNvSpPr>
            <a:spLocks noGrp="1"/>
          </p:cNvSpPr>
          <p:nvPr/>
        </p:nvSpPr>
        <p:spPr>
          <a:xfrm>
            <a:off x="10172700" y="2308860"/>
            <a:ext cx="807720" cy="0"/>
          </a:xfrm>
          <a:prstGeom prst="line">
            <a:avLst/>
          </a:prstGeom>
          <a:noFill/>
          <a:ln w="6096">
            <a:solidFill>
              <a:srgbClr val="2B4D65"/>
            </a:solidFill>
            <a:prstDash val="solid"/>
          </a:ln>
        </p:spPr>
      </p:sp>
      <p:sp>
        <p:nvSpPr>
          <p:cNvPr id="132" name="协同与通知">
            <a:extLst>
              <a:ext uri="{FF2B5EF4-FFF2-40B4-BE49-F238E27FC236}">
                <a16:creationId xmlns:a16="http://schemas.microsoft.com/office/drawing/2014/main" id="{D0C29077-AC94-4EE2-A47A-3B81DE360F55}"/>
              </a:ext>
            </a:extLst>
          </p:cNvPr>
          <p:cNvSpPr>
            <a:spLocks noGrp="1"/>
          </p:cNvSpPr>
          <p:nvPr/>
        </p:nvSpPr>
        <p:spPr>
          <a:xfrm>
            <a:off x="10187940" y="2034540"/>
            <a:ext cx="77724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协同与通知</a:t>
            </a:r>
          </a:p>
        </p:txBody>
      </p:sp>
      <p:sp>
        <p:nvSpPr>
          <p:cNvPr id="133" name="操作与追溯流程列">
            <a:extLst>
              <a:ext uri="{FF2B5EF4-FFF2-40B4-BE49-F238E27FC236}">
                <a16:creationId xmlns:a16="http://schemas.microsoft.com/office/drawing/2014/main" id="{AAC32CF8-8D19-402A-AB13-89ED6F36E8B6}"/>
              </a:ext>
            </a:extLst>
          </p:cNvPr>
          <p:cNvSpPr>
            <a:spLocks noGrp="1"/>
          </p:cNvSpPr>
          <p:nvPr/>
        </p:nvSpPr>
        <p:spPr>
          <a:xfrm>
            <a:off x="11049000" y="2004060"/>
            <a:ext cx="891540" cy="3962400"/>
          </a:xfrm>
          <a:prstGeom prst="roundRect">
            <a:avLst>
              <a:gd name="adj" fmla="val 4274"/>
            </a:avLst>
          </a:prstGeom>
          <a:solidFill>
            <a:srgbClr val="001326"/>
          </a:solidFill>
          <a:ln w="6096">
            <a:solidFill>
              <a:srgbClr val="2C6480"/>
            </a:solidFill>
            <a:prstDash val="solid"/>
          </a:ln>
        </p:spPr>
      </p:sp>
      <p:sp>
        <p:nvSpPr>
          <p:cNvPr id="134" name="connector">
            <a:extLst>
              <a:ext uri="{FF2B5EF4-FFF2-40B4-BE49-F238E27FC236}">
                <a16:creationId xmlns:a16="http://schemas.microsoft.com/office/drawing/2014/main" id="{0481D07C-6A75-4A35-A7F9-133DAAE7A20D}"/>
              </a:ext>
            </a:extLst>
          </p:cNvPr>
          <p:cNvSpPr>
            <a:spLocks noGrp="1"/>
          </p:cNvSpPr>
          <p:nvPr/>
        </p:nvSpPr>
        <p:spPr>
          <a:xfrm>
            <a:off x="11056620" y="2308860"/>
            <a:ext cx="876300" cy="0"/>
          </a:xfrm>
          <a:prstGeom prst="line">
            <a:avLst/>
          </a:prstGeom>
          <a:noFill/>
          <a:ln w="6096">
            <a:solidFill>
              <a:srgbClr val="2B4D65"/>
            </a:solidFill>
            <a:prstDash val="solid"/>
          </a:ln>
        </p:spPr>
      </p:sp>
      <p:sp>
        <p:nvSpPr>
          <p:cNvPr id="135" name="操作与追溯">
            <a:extLst>
              <a:ext uri="{FF2B5EF4-FFF2-40B4-BE49-F238E27FC236}">
                <a16:creationId xmlns:a16="http://schemas.microsoft.com/office/drawing/2014/main" id="{3C39369B-DB17-4427-B9B1-977F89E25348}"/>
              </a:ext>
            </a:extLst>
          </p:cNvPr>
          <p:cNvSpPr>
            <a:spLocks noGrp="1"/>
          </p:cNvSpPr>
          <p:nvPr/>
        </p:nvSpPr>
        <p:spPr>
          <a:xfrm>
            <a:off x="11071860" y="2034540"/>
            <a:ext cx="84582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2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操作与追溯</a:t>
            </a:r>
          </a:p>
        </p:txBody>
      </p:sp>
      <p:sp>
        <p:nvSpPr>
          <p:cNvPr id="136" name="文件列表">
            <a:extLst>
              <a:ext uri="{FF2B5EF4-FFF2-40B4-BE49-F238E27FC236}">
                <a16:creationId xmlns:a16="http://schemas.microsoft.com/office/drawing/2014/main" id="{59719398-18F4-4D68-B1B2-C3D9DA6AEB00}"/>
              </a:ext>
            </a:extLst>
          </p:cNvPr>
          <p:cNvSpPr>
            <a:spLocks noGrp="1"/>
          </p:cNvSpPr>
          <p:nvPr/>
        </p:nvSpPr>
        <p:spPr>
          <a:xfrm>
            <a:off x="5760720" y="2369820"/>
            <a:ext cx="72390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rPr>
              <a:t>文件列表</a:t>
            </a:r>
          </a:p>
        </p:txBody>
      </p:sp>
      <p:sp>
        <p:nvSpPr>
          <p:cNvPr id="137" name="共 1 个文件">
            <a:extLst>
              <a:ext uri="{FF2B5EF4-FFF2-40B4-BE49-F238E27FC236}">
                <a16:creationId xmlns:a16="http://schemas.microsoft.com/office/drawing/2014/main" id="{12A91BA1-CED6-494C-A960-40A4DB40FCD0}"/>
              </a:ext>
            </a:extLst>
          </p:cNvPr>
          <p:cNvSpPr>
            <a:spLocks noGrp="1"/>
          </p:cNvSpPr>
          <p:nvPr/>
        </p:nvSpPr>
        <p:spPr>
          <a:xfrm>
            <a:off x="5760720" y="2567940"/>
            <a:ext cx="723900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共 1 个文件</a:t>
            </a:r>
          </a:p>
        </p:txBody>
      </p:sp>
      <p:sp>
        <p:nvSpPr>
          <p:cNvPr id="138" name="panel">
            <a:extLst>
              <a:ext uri="{FF2B5EF4-FFF2-40B4-BE49-F238E27FC236}">
                <a16:creationId xmlns:a16="http://schemas.microsoft.com/office/drawing/2014/main" id="{3AB3DC55-4771-42FA-A655-27704BFE217A}"/>
              </a:ext>
            </a:extLst>
          </p:cNvPr>
          <p:cNvSpPr>
            <a:spLocks noGrp="1"/>
          </p:cNvSpPr>
          <p:nvPr/>
        </p:nvSpPr>
        <p:spPr>
          <a:xfrm>
            <a:off x="5760720" y="2735580"/>
            <a:ext cx="723900" cy="617220"/>
          </a:xfrm>
          <a:prstGeom prst="roundRect">
            <a:avLst>
              <a:gd name="adj" fmla="val 3704"/>
            </a:avLst>
          </a:prstGeom>
          <a:solidFill>
            <a:srgbClr val="011226"/>
          </a:solidFill>
          <a:ln w="6096">
            <a:solidFill>
              <a:srgbClr val="244C64"/>
            </a:solidFill>
            <a:prstDash val="solid"/>
          </a:ln>
        </p:spPr>
      </p:sp>
      <p:sp>
        <p:nvSpPr>
          <p:cNvPr id="139" name="【输入】控制价计算表">
            <a:extLst>
              <a:ext uri="{FF2B5EF4-FFF2-40B4-BE49-F238E27FC236}">
                <a16:creationId xmlns:a16="http://schemas.microsoft.com/office/drawing/2014/main" id="{F528B994-2846-4EB2-A00B-05D3CE61998E}"/>
              </a:ext>
            </a:extLst>
          </p:cNvPr>
          <p:cNvSpPr>
            <a:spLocks noGrp="1"/>
          </p:cNvSpPr>
          <p:nvPr/>
        </p:nvSpPr>
        <p:spPr>
          <a:xfrm>
            <a:off x="5798820" y="2804160"/>
            <a:ext cx="64770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0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0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0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0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0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0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0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0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0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0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0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0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【输入】控制价计算表</a:t>
            </a:r>
          </a:p>
        </p:txBody>
      </p:sp>
      <p:sp>
        <p:nvSpPr>
          <p:cNvPr id="140" name="100 行">
            <a:extLst>
              <a:ext uri="{FF2B5EF4-FFF2-40B4-BE49-F238E27FC236}">
                <a16:creationId xmlns:a16="http://schemas.microsoft.com/office/drawing/2014/main" id="{AF29138D-0DDF-4616-B2C8-521B10FD5E98}"/>
              </a:ext>
            </a:extLst>
          </p:cNvPr>
          <p:cNvSpPr>
            <a:spLocks noGrp="1"/>
          </p:cNvSpPr>
          <p:nvPr/>
        </p:nvSpPr>
        <p:spPr>
          <a:xfrm>
            <a:off x="5798820" y="2956560"/>
            <a:ext cx="647700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100 行</a:t>
            </a:r>
          </a:p>
        </p:txBody>
      </p:sp>
      <p:sp>
        <p:nvSpPr>
          <p:cNvPr id="141" name="panel">
            <a:extLst>
              <a:ext uri="{FF2B5EF4-FFF2-40B4-BE49-F238E27FC236}">
                <a16:creationId xmlns:a16="http://schemas.microsoft.com/office/drawing/2014/main" id="{9123D91E-E3AF-49E7-A3AD-922B5856806A}"/>
              </a:ext>
            </a:extLst>
          </p:cNvPr>
          <p:cNvSpPr>
            <a:spLocks noGrp="1"/>
          </p:cNvSpPr>
          <p:nvPr/>
        </p:nvSpPr>
        <p:spPr>
          <a:xfrm>
            <a:off x="6019800" y="3169920"/>
            <a:ext cx="266700" cy="114300"/>
          </a:xfrm>
          <a:prstGeom prst="roundRect">
            <a:avLst>
              <a:gd name="adj" fmla="val 13333"/>
            </a:avLst>
          </a:prstGeom>
          <a:solidFill>
            <a:srgbClr val="062824"/>
          </a:solidFill>
          <a:ln w="6096">
            <a:solidFill>
              <a:srgbClr val="2F6A61"/>
            </a:solidFill>
            <a:prstDash val="solid"/>
          </a:ln>
        </p:spPr>
      </p:sp>
      <p:sp>
        <p:nvSpPr>
          <p:cNvPr id="142" name="解析完成">
            <a:extLst>
              <a:ext uri="{FF2B5EF4-FFF2-40B4-BE49-F238E27FC236}">
                <a16:creationId xmlns:a16="http://schemas.microsoft.com/office/drawing/2014/main" id="{2DDF53BD-151A-476D-8AA4-47DFA595D489}"/>
              </a:ext>
            </a:extLst>
          </p:cNvPr>
          <p:cNvSpPr>
            <a:spLocks noGrp="1"/>
          </p:cNvSpPr>
          <p:nvPr/>
        </p:nvSpPr>
        <p:spPr>
          <a:xfrm>
            <a:off x="6027420" y="3154680"/>
            <a:ext cx="25908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510" b="0">
                <a:solidFill>
                  <a:srgbClr val="91D2AB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510" b="0">
                <a:solidFill>
                  <a:srgbClr val="91D2AB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510" b="0">
                <a:solidFill>
                  <a:srgbClr val="91D2AB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510" b="0">
                <a:solidFill>
                  <a:srgbClr val="91D2AB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510" b="0">
                <a:solidFill>
                  <a:srgbClr val="91D2AB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510" b="0">
                <a:solidFill>
                  <a:srgbClr val="91D2AB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510" b="0">
                <a:solidFill>
                  <a:srgbClr val="91D2AB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510" b="0">
                <a:solidFill>
                  <a:srgbClr val="91D2AB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510" b="0">
                <a:solidFill>
                  <a:srgbClr val="91D2AB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510" b="0">
                <a:solidFill>
                  <a:srgbClr val="91D2A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510" b="0">
                <a:solidFill>
                  <a:srgbClr val="91D2A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" b="0">
                <a:solidFill>
                  <a:srgbClr val="91D2AB"/>
                </a:solidFill>
                <a:latin typeface="Noto Sans CJK SC"/>
                <a:ea typeface="Noto Sans CJK SC"/>
                <a:cs typeface="Noto Sans CJK SC"/>
              </a:rPr>
              <a:t>解析完成</a:t>
            </a:r>
          </a:p>
        </p:txBody>
      </p:sp>
      <p:sp>
        <p:nvSpPr>
          <p:cNvPr id="143" name="信息提取">
            <a:extLst>
              <a:ext uri="{FF2B5EF4-FFF2-40B4-BE49-F238E27FC236}">
                <a16:creationId xmlns:a16="http://schemas.microsoft.com/office/drawing/2014/main" id="{462C9669-2B9B-4C7A-951E-5D10792B00D5}"/>
              </a:ext>
            </a:extLst>
          </p:cNvPr>
          <p:cNvSpPr>
            <a:spLocks noGrp="1"/>
          </p:cNvSpPr>
          <p:nvPr/>
        </p:nvSpPr>
        <p:spPr>
          <a:xfrm>
            <a:off x="5760720" y="3512820"/>
            <a:ext cx="72390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rPr>
              <a:t>信息提取</a:t>
            </a:r>
          </a:p>
        </p:txBody>
      </p:sp>
      <p:sp>
        <p:nvSpPr>
          <p:cNvPr id="144" name="panel">
            <a:extLst>
              <a:ext uri="{FF2B5EF4-FFF2-40B4-BE49-F238E27FC236}">
                <a16:creationId xmlns:a16="http://schemas.microsoft.com/office/drawing/2014/main" id="{A8DEEEC7-7BEF-41CB-B021-01574C6F152E}"/>
              </a:ext>
            </a:extLst>
          </p:cNvPr>
          <p:cNvSpPr>
            <a:spLocks noGrp="1"/>
          </p:cNvSpPr>
          <p:nvPr/>
        </p:nvSpPr>
        <p:spPr>
          <a:xfrm>
            <a:off x="5760720" y="3710940"/>
            <a:ext cx="723900" cy="1417320"/>
          </a:xfrm>
          <a:prstGeom prst="roundRect">
            <a:avLst>
              <a:gd name="adj" fmla="val 3158"/>
            </a:avLst>
          </a:prstGeom>
          <a:solidFill>
            <a:srgbClr val="001125"/>
          </a:solidFill>
          <a:ln w="6096">
            <a:solidFill>
              <a:srgbClr val="244C64"/>
            </a:solidFill>
            <a:prstDash val="solid"/>
          </a:ln>
        </p:spPr>
      </p:sp>
      <p:sp>
        <p:nvSpPr>
          <p:cNvPr id="145" name="工程名称">
            <a:extLst>
              <a:ext uri="{FF2B5EF4-FFF2-40B4-BE49-F238E27FC236}">
                <a16:creationId xmlns:a16="http://schemas.microsoft.com/office/drawing/2014/main" id="{7FC0DC18-E75A-444A-9120-BC1809A0CBAD}"/>
              </a:ext>
            </a:extLst>
          </p:cNvPr>
          <p:cNvSpPr>
            <a:spLocks noGrp="1"/>
          </p:cNvSpPr>
          <p:nvPr/>
        </p:nvSpPr>
        <p:spPr>
          <a:xfrm>
            <a:off x="5798820" y="3756660"/>
            <a:ext cx="647700" cy="144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工程名称</a:t>
            </a:r>
          </a:p>
        </p:txBody>
      </p:sp>
      <p:sp>
        <p:nvSpPr>
          <p:cNvPr id="146" name="市政道路改造工程">
            <a:extLst>
              <a:ext uri="{FF2B5EF4-FFF2-40B4-BE49-F238E27FC236}">
                <a16:creationId xmlns:a16="http://schemas.microsoft.com/office/drawing/2014/main" id="{E4007877-5FEA-408E-B4E6-7B84064CDD6B}"/>
              </a:ext>
            </a:extLst>
          </p:cNvPr>
          <p:cNvSpPr>
            <a:spLocks noGrp="1"/>
          </p:cNvSpPr>
          <p:nvPr/>
        </p:nvSpPr>
        <p:spPr>
          <a:xfrm>
            <a:off x="5798820" y="3893820"/>
            <a:ext cx="64770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3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3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3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3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3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3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3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3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3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3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3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市政道路改造工程</a:t>
            </a:r>
          </a:p>
        </p:txBody>
      </p:sp>
      <p:sp>
        <p:nvSpPr>
          <p:cNvPr id="147" name="清单版本">
            <a:extLst>
              <a:ext uri="{FF2B5EF4-FFF2-40B4-BE49-F238E27FC236}">
                <a16:creationId xmlns:a16="http://schemas.microsoft.com/office/drawing/2014/main" id="{86D39612-7F9D-4BFD-BEB2-8B6D4C4619BC}"/>
              </a:ext>
            </a:extLst>
          </p:cNvPr>
          <p:cNvSpPr>
            <a:spLocks noGrp="1"/>
          </p:cNvSpPr>
          <p:nvPr/>
        </p:nvSpPr>
        <p:spPr>
          <a:xfrm>
            <a:off x="5798820" y="4130040"/>
            <a:ext cx="647700" cy="144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清单版本</a:t>
            </a:r>
          </a:p>
        </p:txBody>
      </p:sp>
      <p:sp>
        <p:nvSpPr>
          <p:cNvPr id="148" name="2024-01">
            <a:extLst>
              <a:ext uri="{FF2B5EF4-FFF2-40B4-BE49-F238E27FC236}">
                <a16:creationId xmlns:a16="http://schemas.microsoft.com/office/drawing/2014/main" id="{5CA99EC1-DBFD-4BFA-8CF7-E3F547C39647}"/>
              </a:ext>
            </a:extLst>
          </p:cNvPr>
          <p:cNvSpPr>
            <a:spLocks noGrp="1"/>
          </p:cNvSpPr>
          <p:nvPr/>
        </p:nvSpPr>
        <p:spPr>
          <a:xfrm>
            <a:off x="5798820" y="4267200"/>
            <a:ext cx="64770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2024-01</a:t>
            </a:r>
          </a:p>
        </p:txBody>
      </p:sp>
      <p:sp>
        <p:nvSpPr>
          <p:cNvPr id="149" name="计价依据">
            <a:extLst>
              <a:ext uri="{FF2B5EF4-FFF2-40B4-BE49-F238E27FC236}">
                <a16:creationId xmlns:a16="http://schemas.microsoft.com/office/drawing/2014/main" id="{7A611113-7826-409E-A022-36E671F83BE9}"/>
              </a:ext>
            </a:extLst>
          </p:cNvPr>
          <p:cNvSpPr>
            <a:spLocks noGrp="1"/>
          </p:cNvSpPr>
          <p:nvPr/>
        </p:nvSpPr>
        <p:spPr>
          <a:xfrm>
            <a:off x="5798820" y="4465320"/>
            <a:ext cx="647700" cy="144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计价依据</a:t>
            </a:r>
          </a:p>
        </p:txBody>
      </p:sp>
      <p:sp>
        <p:nvSpPr>
          <p:cNvPr id="150" name="工程量清单计价规范">
            <a:extLst>
              <a:ext uri="{FF2B5EF4-FFF2-40B4-BE49-F238E27FC236}">
                <a16:creationId xmlns:a16="http://schemas.microsoft.com/office/drawing/2014/main" id="{B15DE1CC-9422-4A77-9DAC-4EC2977DE02D}"/>
              </a:ext>
            </a:extLst>
          </p:cNvPr>
          <p:cNvSpPr>
            <a:spLocks noGrp="1"/>
          </p:cNvSpPr>
          <p:nvPr/>
        </p:nvSpPr>
        <p:spPr>
          <a:xfrm>
            <a:off x="5798820" y="4602480"/>
            <a:ext cx="64770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6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6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6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6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6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6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6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6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6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6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6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6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工程量清单计价规范</a:t>
            </a:r>
          </a:p>
        </p:txBody>
      </p:sp>
      <p:sp>
        <p:nvSpPr>
          <p:cNvPr id="151" name="数据行数">
            <a:extLst>
              <a:ext uri="{FF2B5EF4-FFF2-40B4-BE49-F238E27FC236}">
                <a16:creationId xmlns:a16="http://schemas.microsoft.com/office/drawing/2014/main" id="{A466F86B-7B7B-4C60-B1B5-AA0B1A616371}"/>
              </a:ext>
            </a:extLst>
          </p:cNvPr>
          <p:cNvSpPr>
            <a:spLocks noGrp="1"/>
          </p:cNvSpPr>
          <p:nvPr/>
        </p:nvSpPr>
        <p:spPr>
          <a:xfrm>
            <a:off x="5798820" y="4808220"/>
            <a:ext cx="647700" cy="144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数据行数</a:t>
            </a:r>
          </a:p>
        </p:txBody>
      </p:sp>
      <p:sp>
        <p:nvSpPr>
          <p:cNvPr id="152" name="100 行">
            <a:extLst>
              <a:ext uri="{FF2B5EF4-FFF2-40B4-BE49-F238E27FC236}">
                <a16:creationId xmlns:a16="http://schemas.microsoft.com/office/drawing/2014/main" id="{5BE6D3B2-5091-4C86-B87F-A0A55CD96A9C}"/>
              </a:ext>
            </a:extLst>
          </p:cNvPr>
          <p:cNvSpPr>
            <a:spLocks noGrp="1"/>
          </p:cNvSpPr>
          <p:nvPr/>
        </p:nvSpPr>
        <p:spPr>
          <a:xfrm>
            <a:off x="5798820" y="4945380"/>
            <a:ext cx="64770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100 行</a:t>
            </a:r>
          </a:p>
        </p:txBody>
      </p:sp>
      <p:sp>
        <p:nvSpPr>
          <p:cNvPr id="153" name="panel">
            <a:extLst>
              <a:ext uri="{FF2B5EF4-FFF2-40B4-BE49-F238E27FC236}">
                <a16:creationId xmlns:a16="http://schemas.microsoft.com/office/drawing/2014/main" id="{832D1C2A-0D00-4CF2-8AC8-CFC279063371}"/>
              </a:ext>
            </a:extLst>
          </p:cNvPr>
          <p:cNvSpPr>
            <a:spLocks noGrp="1"/>
          </p:cNvSpPr>
          <p:nvPr/>
        </p:nvSpPr>
        <p:spPr>
          <a:xfrm>
            <a:off x="5760720" y="5227320"/>
            <a:ext cx="723900" cy="609600"/>
          </a:xfrm>
          <a:prstGeom prst="roundRect">
            <a:avLst>
              <a:gd name="adj" fmla="val 3750"/>
            </a:avLst>
          </a:prstGeom>
          <a:solidFill>
            <a:srgbClr val="001125"/>
          </a:solidFill>
          <a:ln w="6096">
            <a:solidFill>
              <a:srgbClr val="244C64"/>
            </a:solidFill>
            <a:prstDash val="solid"/>
          </a:ln>
        </p:spPr>
      </p:sp>
      <p:sp>
        <p:nvSpPr>
          <p:cNvPr id="154" name="完整性校验">
            <a:extLst>
              <a:ext uri="{FF2B5EF4-FFF2-40B4-BE49-F238E27FC236}">
                <a16:creationId xmlns:a16="http://schemas.microsoft.com/office/drawing/2014/main" id="{6062C7C7-EF71-4AB5-978E-E82ECD686BDC}"/>
              </a:ext>
            </a:extLst>
          </p:cNvPr>
          <p:cNvSpPr>
            <a:spLocks noGrp="1"/>
          </p:cNvSpPr>
          <p:nvPr/>
        </p:nvSpPr>
        <p:spPr>
          <a:xfrm>
            <a:off x="5798820" y="5265420"/>
            <a:ext cx="64770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2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2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2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2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2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2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2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2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2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2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2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rPr>
              <a:t>完整性校验</a:t>
            </a:r>
          </a:p>
        </p:txBody>
      </p:sp>
      <p:sp>
        <p:nvSpPr>
          <p:cNvPr id="155" name="必填项       通过&#10;数据行数    100 行">
            <a:extLst>
              <a:ext uri="{FF2B5EF4-FFF2-40B4-BE49-F238E27FC236}">
                <a16:creationId xmlns:a16="http://schemas.microsoft.com/office/drawing/2014/main" id="{8DC045F0-C7AF-47E0-99BA-AF3C870FEABD}"/>
              </a:ext>
            </a:extLst>
          </p:cNvPr>
          <p:cNvSpPr>
            <a:spLocks noGrp="1"/>
          </p:cNvSpPr>
          <p:nvPr/>
        </p:nvSpPr>
        <p:spPr>
          <a:xfrm>
            <a:off x="5798820" y="5486400"/>
            <a:ext cx="647700" cy="297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必填项       通过</a:t>
            </a:r>
          </a:p>
          <a:p>
            <a:pPr algn="l">
              <a:def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数据行数    100 行</a:t>
            </a:r>
          </a:p>
        </p:txBody>
      </p:sp>
      <p:sp>
        <p:nvSpPr>
          <p:cNvPr id="156" name="候选排序（节选）">
            <a:extLst>
              <a:ext uri="{FF2B5EF4-FFF2-40B4-BE49-F238E27FC236}">
                <a16:creationId xmlns:a16="http://schemas.microsoft.com/office/drawing/2014/main" id="{76C2484B-41F6-4AEE-BC5B-F4EC1DDF180E}"/>
              </a:ext>
            </a:extLst>
          </p:cNvPr>
          <p:cNvSpPr>
            <a:spLocks noGrp="1"/>
          </p:cNvSpPr>
          <p:nvPr/>
        </p:nvSpPr>
        <p:spPr>
          <a:xfrm>
            <a:off x="6644640" y="2369820"/>
            <a:ext cx="72390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5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05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05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05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05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05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05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05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05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05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05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rPr>
              <a:t>候选排序（节选）</a:t>
            </a:r>
          </a:p>
        </p:txBody>
      </p:sp>
      <p:sp>
        <p:nvSpPr>
          <p:cNvPr id="157" name="按相似度与来源优先级">
            <a:extLst>
              <a:ext uri="{FF2B5EF4-FFF2-40B4-BE49-F238E27FC236}">
                <a16:creationId xmlns:a16="http://schemas.microsoft.com/office/drawing/2014/main" id="{569062CB-FD4B-441A-9C50-921A4CAACF53}"/>
              </a:ext>
            </a:extLst>
          </p:cNvPr>
          <p:cNvSpPr>
            <a:spLocks noGrp="1"/>
          </p:cNvSpPr>
          <p:nvPr/>
        </p:nvSpPr>
        <p:spPr>
          <a:xfrm>
            <a:off x="6644640" y="2575560"/>
            <a:ext cx="723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6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6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6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6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6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6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6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6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6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6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6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6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按相似度与来源优先级</a:t>
            </a:r>
          </a:p>
        </p:txBody>
      </p:sp>
      <p:sp>
        <p:nvSpPr>
          <p:cNvPr id="158" name="panel">
            <a:extLst>
              <a:ext uri="{FF2B5EF4-FFF2-40B4-BE49-F238E27FC236}">
                <a16:creationId xmlns:a16="http://schemas.microsoft.com/office/drawing/2014/main" id="{2E3473BD-3868-48E1-B63A-FD06D3CAF0C7}"/>
              </a:ext>
            </a:extLst>
          </p:cNvPr>
          <p:cNvSpPr>
            <a:spLocks noGrp="1"/>
          </p:cNvSpPr>
          <p:nvPr/>
        </p:nvSpPr>
        <p:spPr>
          <a:xfrm>
            <a:off x="6644640" y="2743200"/>
            <a:ext cx="723900" cy="861060"/>
          </a:xfrm>
          <a:prstGeom prst="roundRect">
            <a:avLst>
              <a:gd name="adj" fmla="val 3158"/>
            </a:avLst>
          </a:prstGeom>
          <a:solidFill>
            <a:srgbClr val="001125"/>
          </a:solidFill>
          <a:ln w="6096">
            <a:solidFill>
              <a:srgbClr val="244C64"/>
            </a:solidFill>
            <a:prstDash val="solid"/>
          </a:ln>
        </p:spPr>
      </p:sp>
      <p:sp>
        <p:nvSpPr>
          <p:cNvPr id="159" name="#1  3203">
            <a:extLst>
              <a:ext uri="{FF2B5EF4-FFF2-40B4-BE49-F238E27FC236}">
                <a16:creationId xmlns:a16="http://schemas.microsoft.com/office/drawing/2014/main" id="{6B71C0EA-093A-4C19-B2FE-625DD67AA951}"/>
              </a:ext>
            </a:extLst>
          </p:cNvPr>
          <p:cNvSpPr>
            <a:spLocks noGrp="1"/>
          </p:cNvSpPr>
          <p:nvPr/>
        </p:nvSpPr>
        <p:spPr>
          <a:xfrm>
            <a:off x="6675120" y="2781300"/>
            <a:ext cx="66294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#1  3203</a:t>
            </a:r>
          </a:p>
        </p:txBody>
      </p:sp>
      <p:sp>
        <p:nvSpPr>
          <p:cNvPr id="160" name="相似度 100%">
            <a:extLst>
              <a:ext uri="{FF2B5EF4-FFF2-40B4-BE49-F238E27FC236}">
                <a16:creationId xmlns:a16="http://schemas.microsoft.com/office/drawing/2014/main" id="{7275C36F-EB3E-4036-BD7F-8F84356858A1}"/>
              </a:ext>
            </a:extLst>
          </p:cNvPr>
          <p:cNvSpPr>
            <a:spLocks noGrp="1"/>
          </p:cNvSpPr>
          <p:nvPr/>
        </p:nvSpPr>
        <p:spPr>
          <a:xfrm>
            <a:off x="6675120" y="3009900"/>
            <a:ext cx="66294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rPr>
              <a:t>相似度 100%</a:t>
            </a:r>
          </a:p>
        </p:txBody>
      </p:sp>
      <p:sp>
        <p:nvSpPr>
          <p:cNvPr id="161" name="知识库">
            <a:extLst>
              <a:ext uri="{FF2B5EF4-FFF2-40B4-BE49-F238E27FC236}">
                <a16:creationId xmlns:a16="http://schemas.microsoft.com/office/drawing/2014/main" id="{66C63FB4-BBCA-4814-B5A8-2F2ABD2BE747}"/>
              </a:ext>
            </a:extLst>
          </p:cNvPr>
          <p:cNvSpPr>
            <a:spLocks noGrp="1"/>
          </p:cNvSpPr>
          <p:nvPr/>
        </p:nvSpPr>
        <p:spPr>
          <a:xfrm>
            <a:off x="7132320" y="2994660"/>
            <a:ext cx="23622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70" b="0">
                <a:solidFill>
                  <a:srgbClr val="8ACCA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70" b="0">
                <a:solidFill>
                  <a:srgbClr val="8ACCA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70" b="0">
                <a:solidFill>
                  <a:srgbClr val="8ACCA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70" b="0">
                <a:solidFill>
                  <a:srgbClr val="8ACCA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70" b="0">
                <a:solidFill>
                  <a:srgbClr val="8ACCA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70" b="0">
                <a:solidFill>
                  <a:srgbClr val="8ACCA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70" b="0">
                <a:solidFill>
                  <a:srgbClr val="8ACCA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70" b="0">
                <a:solidFill>
                  <a:srgbClr val="8ACCA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70" b="0">
                <a:solidFill>
                  <a:srgbClr val="8ACCA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70" b="0">
                <a:solidFill>
                  <a:srgbClr val="8ACCA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70" b="0">
                <a:solidFill>
                  <a:srgbClr val="8ACCA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" b="0">
                <a:solidFill>
                  <a:srgbClr val="8ACCAB"/>
                </a:solidFill>
                <a:latin typeface="Noto Sans CJK SC"/>
                <a:ea typeface="Noto Sans CJK SC"/>
                <a:cs typeface="Noto Sans CJK SC"/>
              </a:rPr>
              <a:t>知识库</a:t>
            </a:r>
          </a:p>
        </p:txBody>
      </p:sp>
      <p:sp>
        <p:nvSpPr>
          <p:cNvPr id="162" name="单位一致，4/4 个&#10;特征要素一致。">
            <a:extLst>
              <a:ext uri="{FF2B5EF4-FFF2-40B4-BE49-F238E27FC236}">
                <a16:creationId xmlns:a16="http://schemas.microsoft.com/office/drawing/2014/main" id="{18B693CF-F320-436E-B0D2-A164B7ED98D6}"/>
              </a:ext>
            </a:extLst>
          </p:cNvPr>
          <p:cNvSpPr>
            <a:spLocks noGrp="1"/>
          </p:cNvSpPr>
          <p:nvPr/>
        </p:nvSpPr>
        <p:spPr>
          <a:xfrm>
            <a:off x="6675120" y="3223260"/>
            <a:ext cx="66294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单位一致，4/4 个</a:t>
            </a:r>
          </a:p>
          <a:p>
            <a: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特征要素一致。</a:t>
            </a:r>
          </a:p>
        </p:txBody>
      </p:sp>
      <p:sp>
        <p:nvSpPr>
          <p:cNvPr id="163" name="panel">
            <a:extLst>
              <a:ext uri="{FF2B5EF4-FFF2-40B4-BE49-F238E27FC236}">
                <a16:creationId xmlns:a16="http://schemas.microsoft.com/office/drawing/2014/main" id="{1D26F48A-AE90-428C-8311-0EC182DB3481}"/>
              </a:ext>
            </a:extLst>
          </p:cNvPr>
          <p:cNvSpPr>
            <a:spLocks noGrp="1"/>
          </p:cNvSpPr>
          <p:nvPr/>
        </p:nvSpPr>
        <p:spPr>
          <a:xfrm>
            <a:off x="6644640" y="3703320"/>
            <a:ext cx="723900" cy="693420"/>
          </a:xfrm>
          <a:prstGeom prst="roundRect">
            <a:avLst>
              <a:gd name="adj" fmla="val 3297"/>
            </a:avLst>
          </a:prstGeom>
          <a:solidFill>
            <a:srgbClr val="001125"/>
          </a:solidFill>
          <a:ln w="6096">
            <a:solidFill>
              <a:srgbClr val="244C64"/>
            </a:solidFill>
            <a:prstDash val="solid"/>
          </a:ln>
        </p:spPr>
      </p:sp>
      <p:sp>
        <p:nvSpPr>
          <p:cNvPr id="164" name="#2  3203">
            <a:extLst>
              <a:ext uri="{FF2B5EF4-FFF2-40B4-BE49-F238E27FC236}">
                <a16:creationId xmlns:a16="http://schemas.microsoft.com/office/drawing/2014/main" id="{3C720E5D-A44A-4702-8C4B-B36EACD72019}"/>
              </a:ext>
            </a:extLst>
          </p:cNvPr>
          <p:cNvSpPr>
            <a:spLocks noGrp="1"/>
          </p:cNvSpPr>
          <p:nvPr/>
        </p:nvSpPr>
        <p:spPr>
          <a:xfrm>
            <a:off x="6675120" y="3741420"/>
            <a:ext cx="66294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#2  3203</a:t>
            </a:r>
          </a:p>
        </p:txBody>
      </p:sp>
      <p:sp>
        <p:nvSpPr>
          <p:cNvPr id="165" name="经验池 100%">
            <a:extLst>
              <a:ext uri="{FF2B5EF4-FFF2-40B4-BE49-F238E27FC236}">
                <a16:creationId xmlns:a16="http://schemas.microsoft.com/office/drawing/2014/main" id="{F0413B38-05DE-4DA2-9D5E-0DBD0656D7EB}"/>
              </a:ext>
            </a:extLst>
          </p:cNvPr>
          <p:cNvSpPr>
            <a:spLocks noGrp="1"/>
          </p:cNvSpPr>
          <p:nvPr/>
        </p:nvSpPr>
        <p:spPr>
          <a:xfrm>
            <a:off x="6675120" y="3970020"/>
            <a:ext cx="66294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rPr>
              <a:t>经验池 100%</a:t>
            </a:r>
          </a:p>
        </p:txBody>
      </p:sp>
      <p:sp>
        <p:nvSpPr>
          <p:cNvPr id="166" name="panel">
            <a:extLst>
              <a:ext uri="{FF2B5EF4-FFF2-40B4-BE49-F238E27FC236}">
                <a16:creationId xmlns:a16="http://schemas.microsoft.com/office/drawing/2014/main" id="{CFB20124-5268-49D1-AF6C-21A2AD79B380}"/>
              </a:ext>
            </a:extLst>
          </p:cNvPr>
          <p:cNvSpPr>
            <a:spLocks noGrp="1"/>
          </p:cNvSpPr>
          <p:nvPr/>
        </p:nvSpPr>
        <p:spPr>
          <a:xfrm>
            <a:off x="6644640" y="4503420"/>
            <a:ext cx="723900" cy="693420"/>
          </a:xfrm>
          <a:prstGeom prst="roundRect">
            <a:avLst>
              <a:gd name="adj" fmla="val 3297"/>
            </a:avLst>
          </a:prstGeom>
          <a:solidFill>
            <a:srgbClr val="001125"/>
          </a:solidFill>
          <a:ln w="6096">
            <a:solidFill>
              <a:srgbClr val="244C64"/>
            </a:solidFill>
            <a:prstDash val="solid"/>
          </a:ln>
        </p:spPr>
      </p:sp>
      <p:sp>
        <p:nvSpPr>
          <p:cNvPr id="167" name="#3  2821">
            <a:extLst>
              <a:ext uri="{FF2B5EF4-FFF2-40B4-BE49-F238E27FC236}">
                <a16:creationId xmlns:a16="http://schemas.microsoft.com/office/drawing/2014/main" id="{25734940-4A6E-4A96-A4D1-108FC54FD9CE}"/>
              </a:ext>
            </a:extLst>
          </p:cNvPr>
          <p:cNvSpPr>
            <a:spLocks noGrp="1"/>
          </p:cNvSpPr>
          <p:nvPr/>
        </p:nvSpPr>
        <p:spPr>
          <a:xfrm>
            <a:off x="6675120" y="4541520"/>
            <a:ext cx="66294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#3  2821</a:t>
            </a:r>
          </a:p>
        </p:txBody>
      </p:sp>
      <p:sp>
        <p:nvSpPr>
          <p:cNvPr id="168" name="相似度 75%">
            <a:extLst>
              <a:ext uri="{FF2B5EF4-FFF2-40B4-BE49-F238E27FC236}">
                <a16:creationId xmlns:a16="http://schemas.microsoft.com/office/drawing/2014/main" id="{D2CF1DE4-9DEE-49FC-BEFC-73A4B6CF31E9}"/>
              </a:ext>
            </a:extLst>
          </p:cNvPr>
          <p:cNvSpPr>
            <a:spLocks noGrp="1"/>
          </p:cNvSpPr>
          <p:nvPr/>
        </p:nvSpPr>
        <p:spPr>
          <a:xfrm>
            <a:off x="6675120" y="4770120"/>
            <a:ext cx="662940" cy="198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0">
                <a:solidFill>
                  <a:srgbClr val="59B6FF"/>
                </a:solidFill>
                <a:latin typeface="Noto Sans CJK SC"/>
                <a:ea typeface="Noto Sans CJK SC"/>
                <a:cs typeface="Noto Sans CJK SC"/>
              </a:rPr>
              <a:t>相似度 75%</a:t>
            </a:r>
          </a:p>
        </p:txBody>
      </p:sp>
      <p:sp>
        <p:nvSpPr>
          <p:cNvPr id="169" name="panel">
            <a:extLst>
              <a:ext uri="{FF2B5EF4-FFF2-40B4-BE49-F238E27FC236}">
                <a16:creationId xmlns:a16="http://schemas.microsoft.com/office/drawing/2014/main" id="{FE12AC01-848A-4651-A3EF-A5F95E4F2DDB}"/>
              </a:ext>
            </a:extLst>
          </p:cNvPr>
          <p:cNvSpPr>
            <a:spLocks noGrp="1"/>
          </p:cNvSpPr>
          <p:nvPr/>
        </p:nvSpPr>
        <p:spPr>
          <a:xfrm>
            <a:off x="6682740" y="5608320"/>
            <a:ext cx="640080" cy="228600"/>
          </a:xfrm>
          <a:prstGeom prst="roundRect">
            <a:avLst>
              <a:gd name="adj" fmla="val 10000"/>
            </a:avLst>
          </a:prstGeom>
          <a:solidFill>
            <a:srgbClr val="021325"/>
          </a:solidFill>
          <a:ln w="6096">
            <a:solidFill>
              <a:srgbClr val="3C4B60"/>
            </a:solidFill>
            <a:prstDash val="solid"/>
          </a:ln>
        </p:spPr>
      </p:sp>
      <p:sp>
        <p:nvSpPr>
          <p:cNvPr id="170" name="开始AI填价">
            <a:extLst>
              <a:ext uri="{FF2B5EF4-FFF2-40B4-BE49-F238E27FC236}">
                <a16:creationId xmlns:a16="http://schemas.microsoft.com/office/drawing/2014/main" id="{2C936753-9120-4CA7-AE05-AA3E524BC3C3}"/>
              </a:ext>
            </a:extLst>
          </p:cNvPr>
          <p:cNvSpPr>
            <a:spLocks noGrp="1"/>
          </p:cNvSpPr>
          <p:nvPr/>
        </p:nvSpPr>
        <p:spPr>
          <a:xfrm>
            <a:off x="6682740" y="5623560"/>
            <a:ext cx="64008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开始AI填价</a:t>
            </a:r>
          </a:p>
        </p:txBody>
      </p:sp>
      <p:sp>
        <p:nvSpPr>
          <p:cNvPr id="171" name="风险便签">
            <a:extLst>
              <a:ext uri="{FF2B5EF4-FFF2-40B4-BE49-F238E27FC236}">
                <a16:creationId xmlns:a16="http://schemas.microsoft.com/office/drawing/2014/main" id="{C4B0E28B-AB38-4613-8FA7-F95B4AE9C73D}"/>
              </a:ext>
            </a:extLst>
          </p:cNvPr>
          <p:cNvSpPr>
            <a:spLocks noGrp="1"/>
          </p:cNvSpPr>
          <p:nvPr/>
        </p:nvSpPr>
        <p:spPr>
          <a:xfrm>
            <a:off x="7528560" y="2369820"/>
            <a:ext cx="72390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rPr>
              <a:t>风险便签</a:t>
            </a:r>
          </a:p>
        </p:txBody>
      </p:sp>
      <p:sp>
        <p:nvSpPr>
          <p:cNvPr id="172" name="高风险">
            <a:extLst>
              <a:ext uri="{FF2B5EF4-FFF2-40B4-BE49-F238E27FC236}">
                <a16:creationId xmlns:a16="http://schemas.microsoft.com/office/drawing/2014/main" id="{1EDF8FF7-BCDE-490F-BF9D-AACD203D164A}"/>
              </a:ext>
            </a:extLst>
          </p:cNvPr>
          <p:cNvSpPr>
            <a:spLocks noGrp="1"/>
          </p:cNvSpPr>
          <p:nvPr/>
        </p:nvSpPr>
        <p:spPr>
          <a:xfrm>
            <a:off x="7528560" y="2575560"/>
            <a:ext cx="259080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60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60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60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60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60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60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60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60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60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60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60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rPr>
              <a:t>高风险</a:t>
            </a:r>
          </a:p>
        </p:txBody>
      </p:sp>
      <p:sp>
        <p:nvSpPr>
          <p:cNvPr id="173" name="5">
            <a:extLst>
              <a:ext uri="{FF2B5EF4-FFF2-40B4-BE49-F238E27FC236}">
                <a16:creationId xmlns:a16="http://schemas.microsoft.com/office/drawing/2014/main" id="{6981A44F-E537-4342-BCBA-6BF8150C7DDC}"/>
              </a:ext>
            </a:extLst>
          </p:cNvPr>
          <p:cNvSpPr>
            <a:spLocks noGrp="1"/>
          </p:cNvSpPr>
          <p:nvPr/>
        </p:nvSpPr>
        <p:spPr>
          <a:xfrm>
            <a:off x="7528560" y="2743200"/>
            <a:ext cx="2590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174" name="低风险">
            <a:extLst>
              <a:ext uri="{FF2B5EF4-FFF2-40B4-BE49-F238E27FC236}">
                <a16:creationId xmlns:a16="http://schemas.microsoft.com/office/drawing/2014/main" id="{344ADF72-0FE6-468D-827C-198A1D8C0594}"/>
              </a:ext>
            </a:extLst>
          </p:cNvPr>
          <p:cNvSpPr>
            <a:spLocks noGrp="1"/>
          </p:cNvSpPr>
          <p:nvPr/>
        </p:nvSpPr>
        <p:spPr>
          <a:xfrm>
            <a:off x="7780020" y="2575560"/>
            <a:ext cx="259080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60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60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60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60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60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60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60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60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60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60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60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rPr>
              <a:t>低风险</a:t>
            </a:r>
          </a:p>
        </p:txBody>
      </p:sp>
      <p:sp>
        <p:nvSpPr>
          <p:cNvPr id="175" name="5">
            <a:extLst>
              <a:ext uri="{FF2B5EF4-FFF2-40B4-BE49-F238E27FC236}">
                <a16:creationId xmlns:a16="http://schemas.microsoft.com/office/drawing/2014/main" id="{06C2D3D2-EDDF-4A85-BF0F-53B8B3AF072D}"/>
              </a:ext>
            </a:extLst>
          </p:cNvPr>
          <p:cNvSpPr>
            <a:spLocks noGrp="1"/>
          </p:cNvSpPr>
          <p:nvPr/>
        </p:nvSpPr>
        <p:spPr>
          <a:xfrm>
            <a:off x="7780020" y="2743200"/>
            <a:ext cx="2590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176" name="无预警">
            <a:extLst>
              <a:ext uri="{FF2B5EF4-FFF2-40B4-BE49-F238E27FC236}">
                <a16:creationId xmlns:a16="http://schemas.microsoft.com/office/drawing/2014/main" id="{A30F1178-1ED2-40B9-97A6-4E487CDA7E05}"/>
              </a:ext>
            </a:extLst>
          </p:cNvPr>
          <p:cNvSpPr>
            <a:spLocks noGrp="1"/>
          </p:cNvSpPr>
          <p:nvPr/>
        </p:nvSpPr>
        <p:spPr>
          <a:xfrm>
            <a:off x="8031480" y="2575560"/>
            <a:ext cx="259080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600" b="0">
                <a:solidFill>
                  <a:srgbClr val="86A2B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600" b="0">
                <a:solidFill>
                  <a:srgbClr val="86A2B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600" b="0">
                <a:solidFill>
                  <a:srgbClr val="86A2B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600" b="0">
                <a:solidFill>
                  <a:srgbClr val="86A2B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600" b="0">
                <a:solidFill>
                  <a:srgbClr val="86A2B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600" b="0">
                <a:solidFill>
                  <a:srgbClr val="86A2B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600" b="0">
                <a:solidFill>
                  <a:srgbClr val="86A2B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600" b="0">
                <a:solidFill>
                  <a:srgbClr val="86A2B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600" b="0">
                <a:solidFill>
                  <a:srgbClr val="86A2B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600" b="0">
                <a:solidFill>
                  <a:srgbClr val="86A2B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600" b="0">
                <a:solidFill>
                  <a:srgbClr val="86A2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0">
                <a:solidFill>
                  <a:srgbClr val="86A2B8"/>
                </a:solidFill>
                <a:latin typeface="Noto Sans CJK SC"/>
                <a:ea typeface="Noto Sans CJK SC"/>
                <a:cs typeface="Noto Sans CJK SC"/>
              </a:rPr>
              <a:t>无预警</a:t>
            </a:r>
          </a:p>
        </p:txBody>
      </p:sp>
      <p:sp>
        <p:nvSpPr>
          <p:cNvPr id="177" name="28">
            <a:extLst>
              <a:ext uri="{FF2B5EF4-FFF2-40B4-BE49-F238E27FC236}">
                <a16:creationId xmlns:a16="http://schemas.microsoft.com/office/drawing/2014/main" id="{262CAA2E-B143-463C-8ADA-92C51809EE20}"/>
              </a:ext>
            </a:extLst>
          </p:cNvPr>
          <p:cNvSpPr>
            <a:spLocks noGrp="1"/>
          </p:cNvSpPr>
          <p:nvPr/>
        </p:nvSpPr>
        <p:spPr>
          <a:xfrm>
            <a:off x="8031480" y="2743200"/>
            <a:ext cx="2590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178" name="panel">
            <a:extLst>
              <a:ext uri="{FF2B5EF4-FFF2-40B4-BE49-F238E27FC236}">
                <a16:creationId xmlns:a16="http://schemas.microsoft.com/office/drawing/2014/main" id="{EB021656-2D03-4B00-A5A7-18F4DC2E26C8}"/>
              </a:ext>
            </a:extLst>
          </p:cNvPr>
          <p:cNvSpPr>
            <a:spLocks noGrp="1"/>
          </p:cNvSpPr>
          <p:nvPr/>
        </p:nvSpPr>
        <p:spPr>
          <a:xfrm>
            <a:off x="7528560" y="3048000"/>
            <a:ext cx="723900" cy="1287780"/>
          </a:xfrm>
          <a:prstGeom prst="roundRect">
            <a:avLst>
              <a:gd name="adj" fmla="val 3158"/>
            </a:avLst>
          </a:prstGeom>
          <a:solidFill>
            <a:srgbClr val="001125"/>
          </a:solidFill>
          <a:ln w="6096">
            <a:solidFill>
              <a:srgbClr val="244C64"/>
            </a:solidFill>
            <a:prstDash val="solid"/>
          </a:ln>
        </p:spPr>
      </p:sp>
      <p:sp>
        <p:nvSpPr>
          <p:cNvPr id="179" name="高风险（节选）">
            <a:extLst>
              <a:ext uri="{FF2B5EF4-FFF2-40B4-BE49-F238E27FC236}">
                <a16:creationId xmlns:a16="http://schemas.microsoft.com/office/drawing/2014/main" id="{634A1BC8-560A-4692-8E8C-C96737423ED8}"/>
              </a:ext>
            </a:extLst>
          </p:cNvPr>
          <p:cNvSpPr>
            <a:spLocks noGrp="1"/>
          </p:cNvSpPr>
          <p:nvPr/>
        </p:nvSpPr>
        <p:spPr>
          <a:xfrm>
            <a:off x="7566660" y="3086100"/>
            <a:ext cx="64770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0">
                <a:solidFill>
                  <a:srgbClr val="F17B83"/>
                </a:solidFill>
                <a:latin typeface="Noto Sans CJK SC"/>
                <a:ea typeface="Noto Sans CJK SC"/>
                <a:cs typeface="Noto Sans CJK SC"/>
              </a:rPr>
              <a:t>高风险（节选）</a:t>
            </a:r>
          </a:p>
        </p:txBody>
      </p:sp>
      <p:sp>
        <p:nvSpPr>
          <p:cNvPr id="180" name="表2-通用工程测量费用&#10;#5 行&#10;造价：造价：当前值&#10;5">
            <a:extLst>
              <a:ext uri="{FF2B5EF4-FFF2-40B4-BE49-F238E27FC236}">
                <a16:creationId xmlns:a16="http://schemas.microsoft.com/office/drawing/2014/main" id="{73EC253C-92E0-4470-AEC9-8330874DEFDB}"/>
              </a:ext>
            </a:extLst>
          </p:cNvPr>
          <p:cNvSpPr>
            <a:spLocks noGrp="1"/>
          </p:cNvSpPr>
          <p:nvPr/>
        </p:nvSpPr>
        <p:spPr>
          <a:xfrm>
            <a:off x="7566660" y="3307080"/>
            <a:ext cx="647700" cy="967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表2-通用工程测量费用</a:t>
            </a:r>
          </a:p>
          <a:p>
            <a: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#5 行</a:t>
            </a:r>
          </a:p>
          <a:p>
            <a: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造价：造价：当前值</a:t>
            </a:r>
          </a:p>
          <a:p>
            <a: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500000；经验池平均</a:t>
            </a:r>
          </a:p>
          <a:p>
            <a: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值 4274；经验范围</a:t>
            </a:r>
          </a:p>
          <a:p>
            <a: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4274~4274；实际偏</a:t>
            </a:r>
          </a:p>
          <a:p>
            <a:pPr algn="l">
              <a:def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离率 11598.6%</a:t>
            </a:r>
          </a:p>
        </p:txBody>
      </p:sp>
      <p:sp>
        <p:nvSpPr>
          <p:cNvPr id="181" name="panel">
            <a:extLst>
              <a:ext uri="{FF2B5EF4-FFF2-40B4-BE49-F238E27FC236}">
                <a16:creationId xmlns:a16="http://schemas.microsoft.com/office/drawing/2014/main" id="{753F17E3-E9F8-4069-9566-9FD65FF1E560}"/>
              </a:ext>
            </a:extLst>
          </p:cNvPr>
          <p:cNvSpPr>
            <a:spLocks noGrp="1"/>
          </p:cNvSpPr>
          <p:nvPr/>
        </p:nvSpPr>
        <p:spPr>
          <a:xfrm>
            <a:off x="7528560" y="4488180"/>
            <a:ext cx="723900" cy="662940"/>
          </a:xfrm>
          <a:prstGeom prst="roundRect">
            <a:avLst>
              <a:gd name="adj" fmla="val 3448"/>
            </a:avLst>
          </a:prstGeom>
          <a:solidFill>
            <a:srgbClr val="001125"/>
          </a:solidFill>
          <a:ln w="6096">
            <a:solidFill>
              <a:srgbClr val="244C64"/>
            </a:solidFill>
            <a:prstDash val="solid"/>
          </a:ln>
        </p:spPr>
      </p:sp>
      <p:sp>
        <p:nvSpPr>
          <p:cNvPr id="182" name="低风险（节选）">
            <a:extLst>
              <a:ext uri="{FF2B5EF4-FFF2-40B4-BE49-F238E27FC236}">
                <a16:creationId xmlns:a16="http://schemas.microsoft.com/office/drawing/2014/main" id="{466600FD-1ACE-4FC9-81C4-88CB2AECC596}"/>
              </a:ext>
            </a:extLst>
          </p:cNvPr>
          <p:cNvSpPr>
            <a:spLocks noGrp="1"/>
          </p:cNvSpPr>
          <p:nvPr/>
        </p:nvSpPr>
        <p:spPr>
          <a:xfrm>
            <a:off x="7566660" y="4518660"/>
            <a:ext cx="64770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0">
                <a:solidFill>
                  <a:srgbClr val="84CFAC"/>
                </a:solidFill>
                <a:latin typeface="Noto Sans CJK SC"/>
                <a:ea typeface="Noto Sans CJK SC"/>
                <a:cs typeface="Noto Sans CJK SC"/>
              </a:rPr>
              <a:t>低风险（节选）</a:t>
            </a:r>
          </a:p>
        </p:txBody>
      </p:sp>
      <p:sp>
        <p:nvSpPr>
          <p:cNvPr id="183" name="表3-地质测绘 #6 行&#10;&#10;实际偏离率 13.0435%">
            <a:extLst>
              <a:ext uri="{FF2B5EF4-FFF2-40B4-BE49-F238E27FC236}">
                <a16:creationId xmlns:a16="http://schemas.microsoft.com/office/drawing/2014/main" id="{2E443577-C56F-4600-9C37-C5DD898B9237}"/>
              </a:ext>
            </a:extLst>
          </p:cNvPr>
          <p:cNvSpPr>
            <a:spLocks noGrp="1"/>
          </p:cNvSpPr>
          <p:nvPr/>
        </p:nvSpPr>
        <p:spPr>
          <a:xfrm>
            <a:off x="7566660" y="4739640"/>
            <a:ext cx="64770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表3-地质测绘 #6 行</a:t>
            </a:r>
          </a:p>
          <a:p>
            <a:endParaRPr sz="519" b="0">
              <a:solidFill>
                <a:srgbClr val="F1F5FC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实际偏离率 13.0435%</a:t>
            </a:r>
          </a:p>
        </p:txBody>
      </p:sp>
      <p:sp>
        <p:nvSpPr>
          <p:cNvPr id="184" name="panel">
            <a:extLst>
              <a:ext uri="{FF2B5EF4-FFF2-40B4-BE49-F238E27FC236}">
                <a16:creationId xmlns:a16="http://schemas.microsoft.com/office/drawing/2014/main" id="{46FFBA9D-6F33-4980-A7C1-DA4427F1890A}"/>
              </a:ext>
            </a:extLst>
          </p:cNvPr>
          <p:cNvSpPr>
            <a:spLocks noGrp="1"/>
          </p:cNvSpPr>
          <p:nvPr/>
        </p:nvSpPr>
        <p:spPr>
          <a:xfrm>
            <a:off x="7597140" y="5608320"/>
            <a:ext cx="594360" cy="228600"/>
          </a:xfrm>
          <a:prstGeom prst="roundRect">
            <a:avLst>
              <a:gd name="adj" fmla="val 10000"/>
            </a:avLst>
          </a:prstGeom>
          <a:solidFill>
            <a:srgbClr val="021325"/>
          </a:solidFill>
          <a:ln w="6096">
            <a:solidFill>
              <a:srgbClr val="3C4B60"/>
            </a:solidFill>
            <a:prstDash val="solid"/>
          </a:ln>
        </p:spPr>
      </p:sp>
      <p:sp>
        <p:nvSpPr>
          <p:cNvPr id="185" name="跳到表格">
            <a:extLst>
              <a:ext uri="{FF2B5EF4-FFF2-40B4-BE49-F238E27FC236}">
                <a16:creationId xmlns:a16="http://schemas.microsoft.com/office/drawing/2014/main" id="{B17CFB21-615C-4D6C-9B15-7BEE7E1D911F}"/>
              </a:ext>
            </a:extLst>
          </p:cNvPr>
          <p:cNvSpPr>
            <a:spLocks noGrp="1"/>
          </p:cNvSpPr>
          <p:nvPr/>
        </p:nvSpPr>
        <p:spPr>
          <a:xfrm>
            <a:off x="7597140" y="5623560"/>
            <a:ext cx="5943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跳到表格</a:t>
            </a:r>
          </a:p>
        </p:txBody>
      </p:sp>
      <p:sp>
        <p:nvSpPr>
          <p:cNvPr id="186" name="预警分析结果">
            <a:extLst>
              <a:ext uri="{FF2B5EF4-FFF2-40B4-BE49-F238E27FC236}">
                <a16:creationId xmlns:a16="http://schemas.microsoft.com/office/drawing/2014/main" id="{9CFC3AF6-52C7-4C8E-9E26-9353CFE683F6}"/>
              </a:ext>
            </a:extLst>
          </p:cNvPr>
          <p:cNvSpPr>
            <a:spLocks noGrp="1"/>
          </p:cNvSpPr>
          <p:nvPr/>
        </p:nvSpPr>
        <p:spPr>
          <a:xfrm>
            <a:off x="8435340" y="2369820"/>
            <a:ext cx="70866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rPr>
              <a:t>预警分析结果</a:t>
            </a:r>
          </a:p>
        </p:txBody>
      </p:sp>
      <p:sp>
        <p:nvSpPr>
          <p:cNvPr id="187" name="经验池预警分析完成。">
            <a:extLst>
              <a:ext uri="{FF2B5EF4-FFF2-40B4-BE49-F238E27FC236}">
                <a16:creationId xmlns:a16="http://schemas.microsoft.com/office/drawing/2014/main" id="{C8261AF6-B000-462D-970E-A02FB12C8D09}"/>
              </a:ext>
            </a:extLst>
          </p:cNvPr>
          <p:cNvSpPr>
            <a:spLocks noGrp="1"/>
          </p:cNvSpPr>
          <p:nvPr/>
        </p:nvSpPr>
        <p:spPr>
          <a:xfrm>
            <a:off x="8435340" y="2590800"/>
            <a:ext cx="70866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52" b="0">
                <a:solidFill>
                  <a:srgbClr val="68A4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52" b="0">
                <a:solidFill>
                  <a:srgbClr val="68A4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52" b="0">
                <a:solidFill>
                  <a:srgbClr val="68A4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52" b="0">
                <a:solidFill>
                  <a:srgbClr val="68A4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52" b="0">
                <a:solidFill>
                  <a:srgbClr val="68A4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52" b="0">
                <a:solidFill>
                  <a:srgbClr val="68A4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52" b="0">
                <a:solidFill>
                  <a:srgbClr val="68A4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52" b="0">
                <a:solidFill>
                  <a:srgbClr val="68A4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52" b="0">
                <a:solidFill>
                  <a:srgbClr val="68A4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52" b="0">
                <a:solidFill>
                  <a:srgbClr val="68A4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52" b="0">
                <a:solidFill>
                  <a:srgbClr val="68A4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52" b="0">
                <a:solidFill>
                  <a:srgbClr val="68A4C9"/>
                </a:solidFill>
                <a:latin typeface="Noto Sans CJK SC"/>
                <a:ea typeface="Noto Sans CJK SC"/>
                <a:cs typeface="Noto Sans CJK SC"/>
              </a:rPr>
              <a:t>经验池预警分析完成。</a:t>
            </a:r>
          </a:p>
        </p:txBody>
      </p:sp>
      <p:pic>
        <p:nvPicPr>
          <p:cNvPr id="188" name="图片 187">
            <a:extLst>
              <a:ext uri="{FF2B5EF4-FFF2-40B4-BE49-F238E27FC236}">
                <a16:creationId xmlns:a16="http://schemas.microsoft.com/office/drawing/2014/main" id="{8B4B6081-CEB2-4997-B790-7B504755759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8442960" y="2880360"/>
            <a:ext cx="114300" cy="121920"/>
          </a:xfrm>
          <a:prstGeom prst="rect">
            <a:avLst/>
          </a:prstGeom>
        </p:spPr>
      </p:pic>
      <p:sp>
        <p:nvSpPr>
          <p:cNvPr id="189" name="本轮结果">
            <a:extLst>
              <a:ext uri="{FF2B5EF4-FFF2-40B4-BE49-F238E27FC236}">
                <a16:creationId xmlns:a16="http://schemas.microsoft.com/office/drawing/2014/main" id="{79A9843F-D053-42D8-9D62-D92A1B4E5E8B}"/>
              </a:ext>
            </a:extLst>
          </p:cNvPr>
          <p:cNvSpPr>
            <a:spLocks noGrp="1"/>
          </p:cNvSpPr>
          <p:nvPr/>
        </p:nvSpPr>
        <p:spPr>
          <a:xfrm>
            <a:off x="8572500" y="2857500"/>
            <a:ext cx="57150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本轮结果</a:t>
            </a:r>
          </a:p>
        </p:txBody>
      </p:sp>
      <p:sp>
        <p:nvSpPr>
          <p:cNvPr id="190" name="候选记录：100 行&#10;已核查：99 行&#10;发现预警：2 行">
            <a:extLst>
              <a:ext uri="{FF2B5EF4-FFF2-40B4-BE49-F238E27FC236}">
                <a16:creationId xmlns:a16="http://schemas.microsoft.com/office/drawing/2014/main" id="{B82843D1-49E9-47CD-B88B-E7119B1A0001}"/>
              </a:ext>
            </a:extLst>
          </p:cNvPr>
          <p:cNvSpPr>
            <a:spLocks noGrp="1"/>
          </p:cNvSpPr>
          <p:nvPr/>
        </p:nvSpPr>
        <p:spPr>
          <a:xfrm>
            <a:off x="8435340" y="3086100"/>
            <a:ext cx="70866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候选记录：100 行</a:t>
            </a:r>
          </a:p>
          <a:p>
            <a: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已核查：99 行</a:t>
            </a:r>
          </a:p>
          <a:p>
            <a:pPr algn="l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发现预警：2 行</a:t>
            </a:r>
          </a:p>
        </p:txBody>
      </p:sp>
      <p:pic>
        <p:nvPicPr>
          <p:cNvPr id="191" name="图片 190">
            <a:extLst>
              <a:ext uri="{FF2B5EF4-FFF2-40B4-BE49-F238E27FC236}">
                <a16:creationId xmlns:a16="http://schemas.microsoft.com/office/drawing/2014/main" id="{E7801979-3559-4846-A8C9-7E505F4AA62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8442960" y="3710940"/>
            <a:ext cx="114300" cy="129540"/>
          </a:xfrm>
          <a:prstGeom prst="rect">
            <a:avLst/>
          </a:prstGeom>
        </p:spPr>
      </p:pic>
      <p:sp>
        <p:nvSpPr>
          <p:cNvPr id="192" name="高风险前5条">
            <a:extLst>
              <a:ext uri="{FF2B5EF4-FFF2-40B4-BE49-F238E27FC236}">
                <a16:creationId xmlns:a16="http://schemas.microsoft.com/office/drawing/2014/main" id="{49BC5DBC-4C1B-41B7-A143-7372D53882E1}"/>
              </a:ext>
            </a:extLst>
          </p:cNvPr>
          <p:cNvSpPr>
            <a:spLocks noGrp="1"/>
          </p:cNvSpPr>
          <p:nvPr/>
        </p:nvSpPr>
        <p:spPr>
          <a:xfrm>
            <a:off x="8572500" y="3688080"/>
            <a:ext cx="57150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78" b="0">
                <a:solidFill>
                  <a:srgbClr val="F2828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78" b="0">
                <a:solidFill>
                  <a:srgbClr val="F2828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78" b="0">
                <a:solidFill>
                  <a:srgbClr val="F2828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78" b="0">
                <a:solidFill>
                  <a:srgbClr val="F2828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78" b="0">
                <a:solidFill>
                  <a:srgbClr val="F2828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78" b="0">
                <a:solidFill>
                  <a:srgbClr val="F2828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78" b="0">
                <a:solidFill>
                  <a:srgbClr val="F2828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78" b="0">
                <a:solidFill>
                  <a:srgbClr val="F2828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78" b="0">
                <a:solidFill>
                  <a:srgbClr val="F2828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78" b="0">
                <a:solidFill>
                  <a:srgbClr val="F2828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78" b="0">
                <a:solidFill>
                  <a:srgbClr val="F282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8" b="0">
                <a:solidFill>
                  <a:srgbClr val="F28283"/>
                </a:solidFill>
                <a:latin typeface="Noto Sans CJK SC"/>
                <a:ea typeface="Noto Sans CJK SC"/>
                <a:cs typeface="Noto Sans CJK SC"/>
              </a:rPr>
              <a:t>高风险前5条</a:t>
            </a:r>
          </a:p>
        </p:txBody>
      </p:sp>
      <p:sp>
        <p:nvSpPr>
          <p:cNvPr id="193" name="表2-通用工程测量费用&#10;#5 行 等">
            <a:extLst>
              <a:ext uri="{FF2B5EF4-FFF2-40B4-BE49-F238E27FC236}">
                <a16:creationId xmlns:a16="http://schemas.microsoft.com/office/drawing/2014/main" id="{CEB6C671-B081-47F1-A14D-FA7BB9677ED5}"/>
              </a:ext>
            </a:extLst>
          </p:cNvPr>
          <p:cNvSpPr>
            <a:spLocks noGrp="1"/>
          </p:cNvSpPr>
          <p:nvPr/>
        </p:nvSpPr>
        <p:spPr>
          <a:xfrm>
            <a:off x="8435340" y="3924300"/>
            <a:ext cx="708660" cy="3124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表2-通用工程测量费用</a:t>
            </a:r>
          </a:p>
          <a:p>
            <a:pPr algn="l">
              <a:def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59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#5 行 等</a:t>
            </a:r>
          </a:p>
        </p:txBody>
      </p:sp>
      <p:pic>
        <p:nvPicPr>
          <p:cNvPr id="194" name="图片 193">
            <a:extLst>
              <a:ext uri="{FF2B5EF4-FFF2-40B4-BE49-F238E27FC236}">
                <a16:creationId xmlns:a16="http://schemas.microsoft.com/office/drawing/2014/main" id="{FF0AFAC8-6F3A-4EB5-9C4C-FF2D72C9971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8442960" y="4389120"/>
            <a:ext cx="114300" cy="129540"/>
          </a:xfrm>
          <a:prstGeom prst="rect">
            <a:avLst/>
          </a:prstGeom>
        </p:spPr>
      </p:pic>
      <p:sp>
        <p:nvSpPr>
          <p:cNvPr id="195" name="低风险前5条">
            <a:extLst>
              <a:ext uri="{FF2B5EF4-FFF2-40B4-BE49-F238E27FC236}">
                <a16:creationId xmlns:a16="http://schemas.microsoft.com/office/drawing/2014/main" id="{B00F1E7D-E0F7-4830-B620-5174CDFAF825}"/>
              </a:ext>
            </a:extLst>
          </p:cNvPr>
          <p:cNvSpPr>
            <a:spLocks noGrp="1"/>
          </p:cNvSpPr>
          <p:nvPr/>
        </p:nvSpPr>
        <p:spPr>
          <a:xfrm>
            <a:off x="8572500" y="4366260"/>
            <a:ext cx="57150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78" b="0">
                <a:solidFill>
                  <a:srgbClr val="96D7B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78" b="0">
                <a:solidFill>
                  <a:srgbClr val="96D7B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78" b="0">
                <a:solidFill>
                  <a:srgbClr val="96D7B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78" b="0">
                <a:solidFill>
                  <a:srgbClr val="96D7B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78" b="0">
                <a:solidFill>
                  <a:srgbClr val="96D7B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78" b="0">
                <a:solidFill>
                  <a:srgbClr val="96D7B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78" b="0">
                <a:solidFill>
                  <a:srgbClr val="96D7B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78" b="0">
                <a:solidFill>
                  <a:srgbClr val="96D7B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78" b="0">
                <a:solidFill>
                  <a:srgbClr val="96D7B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78" b="0">
                <a:solidFill>
                  <a:srgbClr val="96D7B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78" b="0">
                <a:solidFill>
                  <a:srgbClr val="96D7B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8" b="0">
                <a:solidFill>
                  <a:srgbClr val="96D7B7"/>
                </a:solidFill>
                <a:latin typeface="Noto Sans CJK SC"/>
                <a:ea typeface="Noto Sans CJK SC"/>
                <a:cs typeface="Noto Sans CJK SC"/>
              </a:rPr>
              <a:t>低风险前5条</a:t>
            </a:r>
          </a:p>
        </p:txBody>
      </p:sp>
      <p:sp>
        <p:nvSpPr>
          <p:cNvPr id="196" name="表3-地质测绘 #6 行 等">
            <a:extLst>
              <a:ext uri="{FF2B5EF4-FFF2-40B4-BE49-F238E27FC236}">
                <a16:creationId xmlns:a16="http://schemas.microsoft.com/office/drawing/2014/main" id="{E130ECD3-A6D9-468F-9059-DD38F8616B76}"/>
              </a:ext>
            </a:extLst>
          </p:cNvPr>
          <p:cNvSpPr>
            <a:spLocks noGrp="1"/>
          </p:cNvSpPr>
          <p:nvPr/>
        </p:nvSpPr>
        <p:spPr>
          <a:xfrm>
            <a:off x="8435340" y="4579620"/>
            <a:ext cx="7086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7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7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7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7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7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7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7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7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7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7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7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1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表3-地质测绘 #6 行 等</a:t>
            </a:r>
          </a:p>
        </p:txBody>
      </p:sp>
      <p:sp>
        <p:nvSpPr>
          <p:cNvPr id="197" name="panel">
            <a:extLst>
              <a:ext uri="{FF2B5EF4-FFF2-40B4-BE49-F238E27FC236}">
                <a16:creationId xmlns:a16="http://schemas.microsoft.com/office/drawing/2014/main" id="{4D95A4BE-BF4D-4327-9570-1468254AE8FD}"/>
              </a:ext>
            </a:extLst>
          </p:cNvPr>
          <p:cNvSpPr>
            <a:spLocks noGrp="1"/>
          </p:cNvSpPr>
          <p:nvPr/>
        </p:nvSpPr>
        <p:spPr>
          <a:xfrm>
            <a:off x="8435340" y="5608320"/>
            <a:ext cx="708660" cy="228600"/>
          </a:xfrm>
          <a:prstGeom prst="roundRect">
            <a:avLst>
              <a:gd name="adj" fmla="val 10000"/>
            </a:avLst>
          </a:prstGeom>
          <a:solidFill>
            <a:srgbClr val="021325"/>
          </a:solidFill>
          <a:ln w="6096">
            <a:solidFill>
              <a:srgbClr val="3C4B60"/>
            </a:solidFill>
            <a:prstDash val="solid"/>
          </a:ln>
        </p:spPr>
      </p:sp>
      <p:sp>
        <p:nvSpPr>
          <p:cNvPr id="198" name="打开问问智算">
            <a:extLst>
              <a:ext uri="{FF2B5EF4-FFF2-40B4-BE49-F238E27FC236}">
                <a16:creationId xmlns:a16="http://schemas.microsoft.com/office/drawing/2014/main" id="{5BE0CFA6-9453-49D4-A11A-1A770EC9AF20}"/>
              </a:ext>
            </a:extLst>
          </p:cNvPr>
          <p:cNvSpPr>
            <a:spLocks noGrp="1"/>
          </p:cNvSpPr>
          <p:nvPr/>
        </p:nvSpPr>
        <p:spPr>
          <a:xfrm>
            <a:off x="8435340" y="5623560"/>
            <a:ext cx="7086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打开问问智算</a:t>
            </a:r>
          </a:p>
        </p:txBody>
      </p:sp>
      <p:sp>
        <p:nvSpPr>
          <p:cNvPr id="199" name="输出文件">
            <a:extLst>
              <a:ext uri="{FF2B5EF4-FFF2-40B4-BE49-F238E27FC236}">
                <a16:creationId xmlns:a16="http://schemas.microsoft.com/office/drawing/2014/main" id="{348C3E74-4185-4263-A023-B7D3EC489168}"/>
              </a:ext>
            </a:extLst>
          </p:cNvPr>
          <p:cNvSpPr>
            <a:spLocks noGrp="1"/>
          </p:cNvSpPr>
          <p:nvPr/>
        </p:nvSpPr>
        <p:spPr>
          <a:xfrm>
            <a:off x="9334500" y="2369820"/>
            <a:ext cx="70866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rPr>
              <a:t>输出文件</a:t>
            </a:r>
          </a:p>
        </p:txBody>
      </p:sp>
      <p:sp>
        <p:nvSpPr>
          <p:cNvPr id="200" name="panel">
            <a:extLst>
              <a:ext uri="{FF2B5EF4-FFF2-40B4-BE49-F238E27FC236}">
                <a16:creationId xmlns:a16="http://schemas.microsoft.com/office/drawing/2014/main" id="{040E0F3B-5980-4F6A-BE65-1D554E893164}"/>
              </a:ext>
            </a:extLst>
          </p:cNvPr>
          <p:cNvSpPr>
            <a:spLocks noGrp="1"/>
          </p:cNvSpPr>
          <p:nvPr/>
        </p:nvSpPr>
        <p:spPr>
          <a:xfrm>
            <a:off x="9334500" y="2636520"/>
            <a:ext cx="708660" cy="609600"/>
          </a:xfrm>
          <a:prstGeom prst="roundRect">
            <a:avLst>
              <a:gd name="adj" fmla="val 3750"/>
            </a:avLst>
          </a:prstGeom>
          <a:solidFill>
            <a:srgbClr val="001125"/>
          </a:solidFill>
          <a:ln w="6096">
            <a:solidFill>
              <a:srgbClr val="244C64"/>
            </a:solidFill>
            <a:prstDash val="solid"/>
          </a:ln>
        </p:spPr>
      </p:sp>
      <p:sp>
        <p:nvSpPr>
          <p:cNvPr id="201" name="【输出】控制价计算表&#10;-20250813-2058.xl">
            <a:extLst>
              <a:ext uri="{FF2B5EF4-FFF2-40B4-BE49-F238E27FC236}">
                <a16:creationId xmlns:a16="http://schemas.microsoft.com/office/drawing/2014/main" id="{D701C159-32FF-44F0-BD19-FC5E291C7CFF}"/>
              </a:ext>
            </a:extLst>
          </p:cNvPr>
          <p:cNvSpPr>
            <a:spLocks noGrp="1"/>
          </p:cNvSpPr>
          <p:nvPr/>
        </p:nvSpPr>
        <p:spPr>
          <a:xfrm>
            <a:off x="9372600" y="2697480"/>
            <a:ext cx="632460" cy="3276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【输出】控制价计算表</a:t>
            </a:r>
          </a:p>
          <a:p>
            <a:pPr algn="l">
              <a:def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-20250813-2058.xlsx</a:t>
            </a:r>
          </a:p>
        </p:txBody>
      </p:sp>
      <p:sp>
        <p:nvSpPr>
          <p:cNvPr id="202" name="成果摘要">
            <a:extLst>
              <a:ext uri="{FF2B5EF4-FFF2-40B4-BE49-F238E27FC236}">
                <a16:creationId xmlns:a16="http://schemas.microsoft.com/office/drawing/2014/main" id="{68E2C5E7-CF92-4B95-8E81-7FA0423889A2}"/>
              </a:ext>
            </a:extLst>
          </p:cNvPr>
          <p:cNvSpPr>
            <a:spLocks noGrp="1"/>
          </p:cNvSpPr>
          <p:nvPr/>
        </p:nvSpPr>
        <p:spPr>
          <a:xfrm>
            <a:off x="9334500" y="3436620"/>
            <a:ext cx="70866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rPr>
              <a:t>成果摘要</a:t>
            </a:r>
          </a:p>
        </p:txBody>
      </p:sp>
      <p:sp>
        <p:nvSpPr>
          <p:cNvPr id="203" name="处理行数    100 行&#10;匹配成功      98 行">
            <a:extLst>
              <a:ext uri="{FF2B5EF4-FFF2-40B4-BE49-F238E27FC236}">
                <a16:creationId xmlns:a16="http://schemas.microsoft.com/office/drawing/2014/main" id="{2FDBB312-FFF9-4848-A243-3A64CCD98CBC}"/>
              </a:ext>
            </a:extLst>
          </p:cNvPr>
          <p:cNvSpPr>
            <a:spLocks noGrp="1"/>
          </p:cNvSpPr>
          <p:nvPr/>
        </p:nvSpPr>
        <p:spPr>
          <a:xfrm>
            <a:off x="9334500" y="3642360"/>
            <a:ext cx="708660" cy="1021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处理行数    100 行</a:t>
            </a:r>
          </a:p>
          <a:p>
            <a: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匹配成功      98 行</a:t>
            </a:r>
          </a:p>
          <a:p>
            <a: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人工复核        2 行</a:t>
            </a:r>
          </a:p>
          <a:p>
            <a: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高风险            5 条</a:t>
            </a:r>
          </a:p>
          <a:p>
            <a: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低风险            5 条</a:t>
            </a:r>
          </a:p>
          <a:p>
            <a: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无预警          28 条</a:t>
            </a:r>
          </a:p>
        </p:txBody>
      </p:sp>
      <p:sp>
        <p:nvSpPr>
          <p:cNvPr id="204" name="任务状态">
            <a:extLst>
              <a:ext uri="{FF2B5EF4-FFF2-40B4-BE49-F238E27FC236}">
                <a16:creationId xmlns:a16="http://schemas.microsoft.com/office/drawing/2014/main" id="{3B04FCC9-031B-4E38-920A-F8123626A182}"/>
              </a:ext>
            </a:extLst>
          </p:cNvPr>
          <p:cNvSpPr>
            <a:spLocks noGrp="1"/>
          </p:cNvSpPr>
          <p:nvPr/>
        </p:nvSpPr>
        <p:spPr>
          <a:xfrm>
            <a:off x="9334500" y="4922520"/>
            <a:ext cx="70866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rPr>
              <a:t>任务状态</a:t>
            </a:r>
          </a:p>
        </p:txBody>
      </p:sp>
      <p:sp>
        <p:nvSpPr>
          <p:cNvPr id="205" name="panel">
            <a:extLst>
              <a:ext uri="{FF2B5EF4-FFF2-40B4-BE49-F238E27FC236}">
                <a16:creationId xmlns:a16="http://schemas.microsoft.com/office/drawing/2014/main" id="{5E3125AE-4E42-46E8-AD7C-4B5683DBE045}"/>
              </a:ext>
            </a:extLst>
          </p:cNvPr>
          <p:cNvSpPr>
            <a:spLocks noGrp="1"/>
          </p:cNvSpPr>
          <p:nvPr/>
        </p:nvSpPr>
        <p:spPr>
          <a:xfrm>
            <a:off x="9334500" y="5158740"/>
            <a:ext cx="320040" cy="160020"/>
          </a:xfrm>
          <a:prstGeom prst="roundRect">
            <a:avLst>
              <a:gd name="adj" fmla="val 9524"/>
            </a:avLst>
          </a:prstGeom>
          <a:solidFill>
            <a:srgbClr val="082622"/>
          </a:solidFill>
          <a:ln w="6096">
            <a:solidFill>
              <a:srgbClr val="2F6A61"/>
            </a:solidFill>
            <a:prstDash val="solid"/>
          </a:ln>
        </p:spPr>
      </p:sp>
      <p:sp>
        <p:nvSpPr>
          <p:cNvPr id="206" name="已完成">
            <a:extLst>
              <a:ext uri="{FF2B5EF4-FFF2-40B4-BE49-F238E27FC236}">
                <a16:creationId xmlns:a16="http://schemas.microsoft.com/office/drawing/2014/main" id="{6D3CAB57-5387-4CE1-80F7-66D4EAA9C2C4}"/>
              </a:ext>
            </a:extLst>
          </p:cNvPr>
          <p:cNvSpPr>
            <a:spLocks noGrp="1"/>
          </p:cNvSpPr>
          <p:nvPr/>
        </p:nvSpPr>
        <p:spPr>
          <a:xfrm>
            <a:off x="9357360" y="5151120"/>
            <a:ext cx="28194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660" b="0">
                <a:solidFill>
                  <a:srgbClr val="97D4B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660" b="0">
                <a:solidFill>
                  <a:srgbClr val="97D4B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660" b="0">
                <a:solidFill>
                  <a:srgbClr val="97D4B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660" b="0">
                <a:solidFill>
                  <a:srgbClr val="97D4B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660" b="0">
                <a:solidFill>
                  <a:srgbClr val="97D4B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660" b="0">
                <a:solidFill>
                  <a:srgbClr val="97D4B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660" b="0">
                <a:solidFill>
                  <a:srgbClr val="97D4B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660" b="0">
                <a:solidFill>
                  <a:srgbClr val="97D4B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660" b="0">
                <a:solidFill>
                  <a:srgbClr val="97D4B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660" b="0">
                <a:solidFill>
                  <a:srgbClr val="97D4B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660" b="0">
                <a:solidFill>
                  <a:srgbClr val="97D4B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97D4B1"/>
                </a:solidFill>
                <a:latin typeface="Noto Sans CJK SC"/>
                <a:ea typeface="Noto Sans CJK SC"/>
                <a:cs typeface="Noto Sans CJK SC"/>
              </a:rPr>
              <a:t>已完成</a:t>
            </a:r>
          </a:p>
        </p:txBody>
      </p:sp>
      <p:sp>
        <p:nvSpPr>
          <p:cNvPr id="207" name="panel">
            <a:extLst>
              <a:ext uri="{FF2B5EF4-FFF2-40B4-BE49-F238E27FC236}">
                <a16:creationId xmlns:a16="http://schemas.microsoft.com/office/drawing/2014/main" id="{E85FB2A9-627F-48EC-B77C-872D3E9A6D1B}"/>
              </a:ext>
            </a:extLst>
          </p:cNvPr>
          <p:cNvSpPr>
            <a:spLocks noGrp="1"/>
          </p:cNvSpPr>
          <p:nvPr/>
        </p:nvSpPr>
        <p:spPr>
          <a:xfrm>
            <a:off x="9334500" y="5608320"/>
            <a:ext cx="708660" cy="228600"/>
          </a:xfrm>
          <a:prstGeom prst="roundRect">
            <a:avLst>
              <a:gd name="adj" fmla="val 10000"/>
            </a:avLst>
          </a:prstGeom>
          <a:solidFill>
            <a:srgbClr val="021325"/>
          </a:solidFill>
          <a:ln w="6096">
            <a:solidFill>
              <a:srgbClr val="3C4B60"/>
            </a:solidFill>
            <a:prstDash val="solid"/>
          </a:ln>
        </p:spPr>
      </p:sp>
      <p:sp>
        <p:nvSpPr>
          <p:cNvPr id="208" name="查看成果详情">
            <a:extLst>
              <a:ext uri="{FF2B5EF4-FFF2-40B4-BE49-F238E27FC236}">
                <a16:creationId xmlns:a16="http://schemas.microsoft.com/office/drawing/2014/main" id="{CA04F5AD-5311-49FE-8BE0-9E1270018024}"/>
              </a:ext>
            </a:extLst>
          </p:cNvPr>
          <p:cNvSpPr>
            <a:spLocks noGrp="1"/>
          </p:cNvSpPr>
          <p:nvPr/>
        </p:nvSpPr>
        <p:spPr>
          <a:xfrm>
            <a:off x="9334500" y="5623560"/>
            <a:ext cx="7086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查看成果详情</a:t>
            </a:r>
          </a:p>
        </p:txBody>
      </p:sp>
      <p:sp>
        <p:nvSpPr>
          <p:cNvPr id="209" name="协同配置">
            <a:extLst>
              <a:ext uri="{FF2B5EF4-FFF2-40B4-BE49-F238E27FC236}">
                <a16:creationId xmlns:a16="http://schemas.microsoft.com/office/drawing/2014/main" id="{E9D07E82-E085-49CB-A0D9-1D7F9824A6DD}"/>
              </a:ext>
            </a:extLst>
          </p:cNvPr>
          <p:cNvSpPr>
            <a:spLocks noGrp="1"/>
          </p:cNvSpPr>
          <p:nvPr/>
        </p:nvSpPr>
        <p:spPr>
          <a:xfrm>
            <a:off x="10218420" y="2369820"/>
            <a:ext cx="71628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rPr>
              <a:t>协同配置</a:t>
            </a:r>
          </a:p>
        </p:txBody>
      </p:sp>
      <p:sp>
        <p:nvSpPr>
          <p:cNvPr id="210" name="平台与发送方式">
            <a:extLst>
              <a:ext uri="{FF2B5EF4-FFF2-40B4-BE49-F238E27FC236}">
                <a16:creationId xmlns:a16="http://schemas.microsoft.com/office/drawing/2014/main" id="{8101DE41-F288-45C5-9BDF-CF290876B0FD}"/>
              </a:ext>
            </a:extLst>
          </p:cNvPr>
          <p:cNvSpPr>
            <a:spLocks noGrp="1"/>
          </p:cNvSpPr>
          <p:nvPr/>
        </p:nvSpPr>
        <p:spPr>
          <a:xfrm>
            <a:off x="10218420" y="2583180"/>
            <a:ext cx="71628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平台与发送方式</a:t>
            </a:r>
          </a:p>
        </p:txBody>
      </p:sp>
      <p:sp>
        <p:nvSpPr>
          <p:cNvPr id="211" name="panel">
            <a:extLst>
              <a:ext uri="{FF2B5EF4-FFF2-40B4-BE49-F238E27FC236}">
                <a16:creationId xmlns:a16="http://schemas.microsoft.com/office/drawing/2014/main" id="{4992305E-0C8B-4F41-B69F-CAFF8627FB35}"/>
              </a:ext>
            </a:extLst>
          </p:cNvPr>
          <p:cNvSpPr>
            <a:spLocks noGrp="1"/>
          </p:cNvSpPr>
          <p:nvPr/>
        </p:nvSpPr>
        <p:spPr>
          <a:xfrm>
            <a:off x="10218420" y="2735580"/>
            <a:ext cx="716280" cy="434340"/>
          </a:xfrm>
          <a:prstGeom prst="roundRect">
            <a:avLst>
              <a:gd name="adj" fmla="val 5263"/>
            </a:avLst>
          </a:prstGeom>
          <a:solidFill>
            <a:srgbClr val="001125"/>
          </a:solidFill>
          <a:ln w="6096">
            <a:solidFill>
              <a:srgbClr val="244C64"/>
            </a:solidFill>
            <a:prstDash val="solid"/>
          </a:ln>
        </p:spPr>
      </p:sp>
      <p:sp>
        <p:nvSpPr>
          <p:cNvPr id="212" name="飞书（工作群）">
            <a:extLst>
              <a:ext uri="{FF2B5EF4-FFF2-40B4-BE49-F238E27FC236}">
                <a16:creationId xmlns:a16="http://schemas.microsoft.com/office/drawing/2014/main" id="{9A859D14-7456-4477-A652-66CA51255BC5}"/>
              </a:ext>
            </a:extLst>
          </p:cNvPr>
          <p:cNvSpPr>
            <a:spLocks noGrp="1"/>
          </p:cNvSpPr>
          <p:nvPr/>
        </p:nvSpPr>
        <p:spPr>
          <a:xfrm>
            <a:off x="10256520" y="2796540"/>
            <a:ext cx="64008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飞书（工作群）</a:t>
            </a:r>
          </a:p>
        </p:txBody>
      </p:sp>
      <p:sp>
        <p:nvSpPr>
          <p:cNvPr id="213" name="已启用">
            <a:extLst>
              <a:ext uri="{FF2B5EF4-FFF2-40B4-BE49-F238E27FC236}">
                <a16:creationId xmlns:a16="http://schemas.microsoft.com/office/drawing/2014/main" id="{AFF8E8F1-8C74-49A2-B532-DE407B77F646}"/>
              </a:ext>
            </a:extLst>
          </p:cNvPr>
          <p:cNvSpPr>
            <a:spLocks noGrp="1"/>
          </p:cNvSpPr>
          <p:nvPr/>
        </p:nvSpPr>
        <p:spPr>
          <a:xfrm>
            <a:off x="10660380" y="3002280"/>
            <a:ext cx="251460" cy="121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64" b="0">
                <a:solidFill>
                  <a:srgbClr val="80C3B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64" b="0">
                <a:solidFill>
                  <a:srgbClr val="80C3B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64" b="0">
                <a:solidFill>
                  <a:srgbClr val="80C3B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64" b="0">
                <a:solidFill>
                  <a:srgbClr val="80C3B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64" b="0">
                <a:solidFill>
                  <a:srgbClr val="80C3B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64" b="0">
                <a:solidFill>
                  <a:srgbClr val="80C3B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64" b="0">
                <a:solidFill>
                  <a:srgbClr val="80C3B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64" b="0">
                <a:solidFill>
                  <a:srgbClr val="80C3B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64" b="0">
                <a:solidFill>
                  <a:srgbClr val="80C3B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64" b="0">
                <a:solidFill>
                  <a:srgbClr val="80C3B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64" b="0">
                <a:solidFill>
                  <a:srgbClr val="80C3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64" b="0">
                <a:solidFill>
                  <a:srgbClr val="80C3BC"/>
                </a:solidFill>
                <a:latin typeface="Noto Sans CJK SC"/>
                <a:ea typeface="Noto Sans CJK SC"/>
                <a:cs typeface="Noto Sans CJK SC"/>
              </a:rPr>
              <a:t>已启用</a:t>
            </a:r>
          </a:p>
        </p:txBody>
      </p:sp>
      <p:sp>
        <p:nvSpPr>
          <p:cNvPr id="214" name="panel">
            <a:extLst>
              <a:ext uri="{FF2B5EF4-FFF2-40B4-BE49-F238E27FC236}">
                <a16:creationId xmlns:a16="http://schemas.microsoft.com/office/drawing/2014/main" id="{8DAF30F0-FE37-4804-89E0-174D1800A2FD}"/>
              </a:ext>
            </a:extLst>
          </p:cNvPr>
          <p:cNvSpPr>
            <a:spLocks noGrp="1"/>
          </p:cNvSpPr>
          <p:nvPr/>
        </p:nvSpPr>
        <p:spPr>
          <a:xfrm>
            <a:off x="10218420" y="3276600"/>
            <a:ext cx="716280" cy="464820"/>
          </a:xfrm>
          <a:prstGeom prst="roundRect">
            <a:avLst>
              <a:gd name="adj" fmla="val 4918"/>
            </a:avLst>
          </a:prstGeom>
          <a:solidFill>
            <a:srgbClr val="001125"/>
          </a:solidFill>
          <a:ln w="6096">
            <a:solidFill>
              <a:srgbClr val="244C64"/>
            </a:solidFill>
            <a:prstDash val="solid"/>
          </a:ln>
        </p:spPr>
      </p:sp>
      <p:sp>
        <p:nvSpPr>
          <p:cNvPr id="215" name="目标工作群">
            <a:extLst>
              <a:ext uri="{FF2B5EF4-FFF2-40B4-BE49-F238E27FC236}">
                <a16:creationId xmlns:a16="http://schemas.microsoft.com/office/drawing/2014/main" id="{4982FE17-0220-4A5F-8291-09C60253A933}"/>
              </a:ext>
            </a:extLst>
          </p:cNvPr>
          <p:cNvSpPr>
            <a:spLocks noGrp="1"/>
          </p:cNvSpPr>
          <p:nvPr/>
        </p:nvSpPr>
        <p:spPr>
          <a:xfrm>
            <a:off x="10256520" y="3314700"/>
            <a:ext cx="64008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目标工作群</a:t>
            </a:r>
          </a:p>
        </p:txBody>
      </p:sp>
      <p:sp>
        <p:nvSpPr>
          <p:cNvPr id="216" name="造价智算小组 · 1人">
            <a:extLst>
              <a:ext uri="{FF2B5EF4-FFF2-40B4-BE49-F238E27FC236}">
                <a16:creationId xmlns:a16="http://schemas.microsoft.com/office/drawing/2014/main" id="{F15B7B81-5798-46B7-9D87-C5541E835EB3}"/>
              </a:ext>
            </a:extLst>
          </p:cNvPr>
          <p:cNvSpPr>
            <a:spLocks noGrp="1"/>
          </p:cNvSpPr>
          <p:nvPr/>
        </p:nvSpPr>
        <p:spPr>
          <a:xfrm>
            <a:off x="10256520" y="3543300"/>
            <a:ext cx="64008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5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5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5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5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5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5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5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5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5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5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5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54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造价智算小组 · 1人</a:t>
            </a:r>
          </a:p>
        </p:txBody>
      </p:sp>
      <p:sp>
        <p:nvSpPr>
          <p:cNvPr id="217" name="panel">
            <a:extLst>
              <a:ext uri="{FF2B5EF4-FFF2-40B4-BE49-F238E27FC236}">
                <a16:creationId xmlns:a16="http://schemas.microsoft.com/office/drawing/2014/main" id="{0AD7157A-206E-4387-81C2-37193EFB8CCC}"/>
              </a:ext>
            </a:extLst>
          </p:cNvPr>
          <p:cNvSpPr>
            <a:spLocks noGrp="1"/>
          </p:cNvSpPr>
          <p:nvPr/>
        </p:nvSpPr>
        <p:spPr>
          <a:xfrm>
            <a:off x="10218420" y="3832860"/>
            <a:ext cx="716280" cy="426720"/>
          </a:xfrm>
          <a:prstGeom prst="roundRect">
            <a:avLst>
              <a:gd name="adj" fmla="val 5357"/>
            </a:avLst>
          </a:prstGeom>
          <a:solidFill>
            <a:srgbClr val="001125"/>
          </a:solidFill>
          <a:ln w="6096">
            <a:solidFill>
              <a:srgbClr val="244C64"/>
            </a:solidFill>
            <a:prstDash val="solid"/>
          </a:ln>
        </p:spPr>
      </p:sp>
      <p:sp>
        <p:nvSpPr>
          <p:cNvPr id="218" name="发送进度">
            <a:extLst>
              <a:ext uri="{FF2B5EF4-FFF2-40B4-BE49-F238E27FC236}">
                <a16:creationId xmlns:a16="http://schemas.microsoft.com/office/drawing/2014/main" id="{A14F2EB5-055E-40E8-A674-CC1C1D718AC6}"/>
              </a:ext>
            </a:extLst>
          </p:cNvPr>
          <p:cNvSpPr>
            <a:spLocks noGrp="1"/>
          </p:cNvSpPr>
          <p:nvPr/>
        </p:nvSpPr>
        <p:spPr>
          <a:xfrm>
            <a:off x="10256520" y="3870960"/>
            <a:ext cx="64008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发送进度</a:t>
            </a:r>
          </a:p>
        </p:txBody>
      </p:sp>
      <p:sp>
        <p:nvSpPr>
          <p:cNvPr id="219" name="已发送 1 / 1">
            <a:extLst>
              <a:ext uri="{FF2B5EF4-FFF2-40B4-BE49-F238E27FC236}">
                <a16:creationId xmlns:a16="http://schemas.microsoft.com/office/drawing/2014/main" id="{F8C006D2-BF47-4D3B-8143-7B151BEE3B11}"/>
              </a:ext>
            </a:extLst>
          </p:cNvPr>
          <p:cNvSpPr>
            <a:spLocks noGrp="1"/>
          </p:cNvSpPr>
          <p:nvPr/>
        </p:nvSpPr>
        <p:spPr>
          <a:xfrm>
            <a:off x="10256520" y="4084320"/>
            <a:ext cx="640080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已发送 1 / 1</a:t>
            </a:r>
          </a:p>
        </p:txBody>
      </p:sp>
      <p:sp>
        <p:nvSpPr>
          <p:cNvPr id="220" name="通知内容（节选）">
            <a:extLst>
              <a:ext uri="{FF2B5EF4-FFF2-40B4-BE49-F238E27FC236}">
                <a16:creationId xmlns:a16="http://schemas.microsoft.com/office/drawing/2014/main" id="{6324C1B5-020A-457C-9114-05EE3BC39E8E}"/>
              </a:ext>
            </a:extLst>
          </p:cNvPr>
          <p:cNvSpPr>
            <a:spLocks noGrp="1"/>
          </p:cNvSpPr>
          <p:nvPr/>
        </p:nvSpPr>
        <p:spPr>
          <a:xfrm>
            <a:off x="10218420" y="4511040"/>
            <a:ext cx="71628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96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96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96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96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96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96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96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96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96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96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96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6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rPr>
              <a:t>通知内容（节选）</a:t>
            </a:r>
          </a:p>
        </p:txBody>
      </p:sp>
      <p:sp>
        <p:nvSpPr>
          <p:cNvPr id="221" name="通用工程测量费用任务&#10;处理完成，请查看成果&#10;并确认风险项">
            <a:extLst>
              <a:ext uri="{FF2B5EF4-FFF2-40B4-BE49-F238E27FC236}">
                <a16:creationId xmlns:a16="http://schemas.microsoft.com/office/drawing/2014/main" id="{BF7674FF-2FE8-4C5D-8DB3-179BAB493313}"/>
              </a:ext>
            </a:extLst>
          </p:cNvPr>
          <p:cNvSpPr>
            <a:spLocks noGrp="1"/>
          </p:cNvSpPr>
          <p:nvPr/>
        </p:nvSpPr>
        <p:spPr>
          <a:xfrm>
            <a:off x="10218420" y="4747260"/>
            <a:ext cx="71628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通用工程测量费用任务</a:t>
            </a:r>
          </a:p>
          <a:p>
            <a: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处理完成，请查看成果</a:t>
            </a:r>
          </a:p>
          <a:p>
            <a:pPr algn="l">
              <a:def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并确认风险项。</a:t>
            </a:r>
          </a:p>
        </p:txBody>
      </p:sp>
      <p:sp>
        <p:nvSpPr>
          <p:cNvPr id="222" name="panel">
            <a:extLst>
              <a:ext uri="{FF2B5EF4-FFF2-40B4-BE49-F238E27FC236}">
                <a16:creationId xmlns:a16="http://schemas.microsoft.com/office/drawing/2014/main" id="{8CB3481C-2878-4EA0-B166-BCEE6925D596}"/>
              </a:ext>
            </a:extLst>
          </p:cNvPr>
          <p:cNvSpPr>
            <a:spLocks noGrp="1"/>
          </p:cNvSpPr>
          <p:nvPr/>
        </p:nvSpPr>
        <p:spPr>
          <a:xfrm>
            <a:off x="10218420" y="5608320"/>
            <a:ext cx="716280" cy="228600"/>
          </a:xfrm>
          <a:prstGeom prst="roundRect">
            <a:avLst>
              <a:gd name="adj" fmla="val 10000"/>
            </a:avLst>
          </a:prstGeom>
          <a:solidFill>
            <a:srgbClr val="021325"/>
          </a:solidFill>
          <a:ln w="6096">
            <a:solidFill>
              <a:srgbClr val="3C4B60"/>
            </a:solidFill>
            <a:prstDash val="solid"/>
          </a:ln>
        </p:spPr>
      </p:sp>
      <p:sp>
        <p:nvSpPr>
          <p:cNvPr id="223" name="查看协同记录">
            <a:extLst>
              <a:ext uri="{FF2B5EF4-FFF2-40B4-BE49-F238E27FC236}">
                <a16:creationId xmlns:a16="http://schemas.microsoft.com/office/drawing/2014/main" id="{5E9FBB89-35E3-4913-A7F5-683D6AB179CE}"/>
              </a:ext>
            </a:extLst>
          </p:cNvPr>
          <p:cNvSpPr>
            <a:spLocks noGrp="1"/>
          </p:cNvSpPr>
          <p:nvPr/>
        </p:nvSpPr>
        <p:spPr>
          <a:xfrm>
            <a:off x="10218420" y="5623560"/>
            <a:ext cx="71628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查看协同记录</a:t>
            </a:r>
          </a:p>
        </p:txBody>
      </p:sp>
      <p:sp>
        <p:nvSpPr>
          <p:cNvPr id="224" name="│ 流程概览">
            <a:extLst>
              <a:ext uri="{FF2B5EF4-FFF2-40B4-BE49-F238E27FC236}">
                <a16:creationId xmlns:a16="http://schemas.microsoft.com/office/drawing/2014/main" id="{6E912E3E-59E9-408A-8D85-A9EA8DE3D537}"/>
              </a:ext>
            </a:extLst>
          </p:cNvPr>
          <p:cNvSpPr>
            <a:spLocks noGrp="1"/>
          </p:cNvSpPr>
          <p:nvPr/>
        </p:nvSpPr>
        <p:spPr>
          <a:xfrm>
            <a:off x="11117580" y="2369820"/>
            <a:ext cx="76200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0" b="0">
                <a:solidFill>
                  <a:srgbClr val="C8DBE6"/>
                </a:solidFill>
                <a:latin typeface="Noto Sans CJK SC"/>
                <a:ea typeface="Noto Sans CJK SC"/>
                <a:cs typeface="Noto Sans CJK SC"/>
              </a:rPr>
              <a:t>│ 流程概览</a:t>
            </a:r>
          </a:p>
        </p:txBody>
      </p:sp>
      <p:sp>
        <p:nvSpPr>
          <p:cNvPr id="225" name="connector">
            <a:extLst>
              <a:ext uri="{FF2B5EF4-FFF2-40B4-BE49-F238E27FC236}">
                <a16:creationId xmlns:a16="http://schemas.microsoft.com/office/drawing/2014/main" id="{E89844B8-56D3-4449-AC2A-BE1044A9DFA3}"/>
              </a:ext>
            </a:extLst>
          </p:cNvPr>
          <p:cNvSpPr>
            <a:spLocks noGrp="1"/>
          </p:cNvSpPr>
          <p:nvPr/>
        </p:nvSpPr>
        <p:spPr>
          <a:xfrm>
            <a:off x="11209020" y="2720340"/>
            <a:ext cx="0" cy="1905000"/>
          </a:xfrm>
          <a:prstGeom prst="line">
            <a:avLst/>
          </a:prstGeom>
          <a:noFill/>
          <a:ln w="5334">
            <a:solidFill>
              <a:srgbClr val="46758A"/>
            </a:solidFill>
            <a:prstDash val="solid"/>
          </a:ln>
        </p:spPr>
      </p:sp>
      <p:sp>
        <p:nvSpPr>
          <p:cNvPr id="226" name="node">
            <a:extLst>
              <a:ext uri="{FF2B5EF4-FFF2-40B4-BE49-F238E27FC236}">
                <a16:creationId xmlns:a16="http://schemas.microsoft.com/office/drawing/2014/main" id="{7BB7BAC2-0644-430A-B1DB-D7AE3A241E4F}"/>
              </a:ext>
            </a:extLst>
          </p:cNvPr>
          <p:cNvSpPr>
            <a:spLocks noGrp="1"/>
          </p:cNvSpPr>
          <p:nvPr/>
        </p:nvSpPr>
        <p:spPr>
          <a:xfrm>
            <a:off x="11163300" y="2674620"/>
            <a:ext cx="91440" cy="91440"/>
          </a:xfrm>
          <a:prstGeom prst="ellipse">
            <a:avLst/>
          </a:prstGeom>
          <a:solidFill>
            <a:srgbClr val="32BDE8"/>
          </a:solidFill>
          <a:ln w="0">
            <a:noFill/>
            <a:prstDash val="solid"/>
          </a:ln>
        </p:spPr>
      </p:sp>
      <p:sp>
        <p:nvSpPr>
          <p:cNvPr id="227" name="✓">
            <a:extLst>
              <a:ext uri="{FF2B5EF4-FFF2-40B4-BE49-F238E27FC236}">
                <a16:creationId xmlns:a16="http://schemas.microsoft.com/office/drawing/2014/main" id="{A0B35175-36CF-40C6-AA3C-1051AAE1670A}"/>
              </a:ext>
            </a:extLst>
          </p:cNvPr>
          <p:cNvSpPr>
            <a:spLocks noGrp="1"/>
          </p:cNvSpPr>
          <p:nvPr/>
        </p:nvSpPr>
        <p:spPr>
          <a:xfrm>
            <a:off x="11163300" y="2644140"/>
            <a:ext cx="9144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228" name="数据解析">
            <a:extLst>
              <a:ext uri="{FF2B5EF4-FFF2-40B4-BE49-F238E27FC236}">
                <a16:creationId xmlns:a16="http://schemas.microsoft.com/office/drawing/2014/main" id="{BAA8EAE9-6C91-42DB-B365-6540A67ABC76}"/>
              </a:ext>
            </a:extLst>
          </p:cNvPr>
          <p:cNvSpPr>
            <a:spLocks noGrp="1"/>
          </p:cNvSpPr>
          <p:nvPr/>
        </p:nvSpPr>
        <p:spPr>
          <a:xfrm>
            <a:off x="11330940" y="2628900"/>
            <a:ext cx="54864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数据解析</a:t>
            </a:r>
          </a:p>
        </p:txBody>
      </p:sp>
      <p:sp>
        <p:nvSpPr>
          <p:cNvPr id="229" name="10:02:11">
            <a:extLst>
              <a:ext uri="{FF2B5EF4-FFF2-40B4-BE49-F238E27FC236}">
                <a16:creationId xmlns:a16="http://schemas.microsoft.com/office/drawing/2014/main" id="{CDA48B42-974C-4FB8-A3F3-60B5FEEE053C}"/>
              </a:ext>
            </a:extLst>
          </p:cNvPr>
          <p:cNvSpPr>
            <a:spLocks noGrp="1"/>
          </p:cNvSpPr>
          <p:nvPr/>
        </p:nvSpPr>
        <p:spPr>
          <a:xfrm>
            <a:off x="11330940" y="2773680"/>
            <a:ext cx="54864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10:02:11</a:t>
            </a:r>
          </a:p>
        </p:txBody>
      </p:sp>
      <p:sp>
        <p:nvSpPr>
          <p:cNvPr id="230" name="node">
            <a:extLst>
              <a:ext uri="{FF2B5EF4-FFF2-40B4-BE49-F238E27FC236}">
                <a16:creationId xmlns:a16="http://schemas.microsoft.com/office/drawing/2014/main" id="{9B8F20F6-6EDB-465E-99DB-13BD98E703DB}"/>
              </a:ext>
            </a:extLst>
          </p:cNvPr>
          <p:cNvSpPr>
            <a:spLocks noGrp="1"/>
          </p:cNvSpPr>
          <p:nvPr/>
        </p:nvSpPr>
        <p:spPr>
          <a:xfrm>
            <a:off x="11163300" y="3025140"/>
            <a:ext cx="91440" cy="91440"/>
          </a:xfrm>
          <a:prstGeom prst="ellipse">
            <a:avLst/>
          </a:prstGeom>
          <a:solidFill>
            <a:srgbClr val="32BDE8"/>
          </a:solidFill>
          <a:ln w="0">
            <a:noFill/>
            <a:prstDash val="solid"/>
          </a:ln>
        </p:spPr>
      </p:sp>
      <p:sp>
        <p:nvSpPr>
          <p:cNvPr id="231" name="✓">
            <a:extLst>
              <a:ext uri="{FF2B5EF4-FFF2-40B4-BE49-F238E27FC236}">
                <a16:creationId xmlns:a16="http://schemas.microsoft.com/office/drawing/2014/main" id="{BC95EDF8-E681-4E91-8C21-DA20AAF7B1C4}"/>
              </a:ext>
            </a:extLst>
          </p:cNvPr>
          <p:cNvSpPr>
            <a:spLocks noGrp="1"/>
          </p:cNvSpPr>
          <p:nvPr/>
        </p:nvSpPr>
        <p:spPr>
          <a:xfrm>
            <a:off x="11163300" y="2994660"/>
            <a:ext cx="9144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232" name="AI填价与计算">
            <a:extLst>
              <a:ext uri="{FF2B5EF4-FFF2-40B4-BE49-F238E27FC236}">
                <a16:creationId xmlns:a16="http://schemas.microsoft.com/office/drawing/2014/main" id="{382AED34-5D9E-441F-B038-0EE0BCCA3EC6}"/>
              </a:ext>
            </a:extLst>
          </p:cNvPr>
          <p:cNvSpPr>
            <a:spLocks noGrp="1"/>
          </p:cNvSpPr>
          <p:nvPr/>
        </p:nvSpPr>
        <p:spPr>
          <a:xfrm>
            <a:off x="11330940" y="2979420"/>
            <a:ext cx="54864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AI填价与计算</a:t>
            </a:r>
          </a:p>
        </p:txBody>
      </p:sp>
      <p:sp>
        <p:nvSpPr>
          <p:cNvPr id="233" name="10:03:47">
            <a:extLst>
              <a:ext uri="{FF2B5EF4-FFF2-40B4-BE49-F238E27FC236}">
                <a16:creationId xmlns:a16="http://schemas.microsoft.com/office/drawing/2014/main" id="{FF2DCABD-89E5-4AAC-B7A0-BB6507D64A1E}"/>
              </a:ext>
            </a:extLst>
          </p:cNvPr>
          <p:cNvSpPr>
            <a:spLocks noGrp="1"/>
          </p:cNvSpPr>
          <p:nvPr/>
        </p:nvSpPr>
        <p:spPr>
          <a:xfrm>
            <a:off x="11330940" y="3124200"/>
            <a:ext cx="54864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10:03:47</a:t>
            </a:r>
          </a:p>
        </p:txBody>
      </p:sp>
      <p:sp>
        <p:nvSpPr>
          <p:cNvPr id="234" name="node">
            <a:extLst>
              <a:ext uri="{FF2B5EF4-FFF2-40B4-BE49-F238E27FC236}">
                <a16:creationId xmlns:a16="http://schemas.microsoft.com/office/drawing/2014/main" id="{8010BA0D-0583-415F-81BF-28AE314393BE}"/>
              </a:ext>
            </a:extLst>
          </p:cNvPr>
          <p:cNvSpPr>
            <a:spLocks noGrp="1"/>
          </p:cNvSpPr>
          <p:nvPr/>
        </p:nvSpPr>
        <p:spPr>
          <a:xfrm>
            <a:off x="11163300" y="3375660"/>
            <a:ext cx="91440" cy="91440"/>
          </a:xfrm>
          <a:prstGeom prst="ellipse">
            <a:avLst/>
          </a:prstGeom>
          <a:solidFill>
            <a:srgbClr val="32BDE8"/>
          </a:solidFill>
          <a:ln w="0">
            <a:noFill/>
            <a:prstDash val="solid"/>
          </a:ln>
        </p:spPr>
      </p:sp>
      <p:sp>
        <p:nvSpPr>
          <p:cNvPr id="235" name="✓">
            <a:extLst>
              <a:ext uri="{FF2B5EF4-FFF2-40B4-BE49-F238E27FC236}">
                <a16:creationId xmlns:a16="http://schemas.microsoft.com/office/drawing/2014/main" id="{7005226D-B231-4C4D-9AB8-9AE834003437}"/>
              </a:ext>
            </a:extLst>
          </p:cNvPr>
          <p:cNvSpPr>
            <a:spLocks noGrp="1"/>
          </p:cNvSpPr>
          <p:nvPr/>
        </p:nvSpPr>
        <p:spPr>
          <a:xfrm>
            <a:off x="11163300" y="3345180"/>
            <a:ext cx="9144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236" name="风险复核">
            <a:extLst>
              <a:ext uri="{FF2B5EF4-FFF2-40B4-BE49-F238E27FC236}">
                <a16:creationId xmlns:a16="http://schemas.microsoft.com/office/drawing/2014/main" id="{FB578928-7C2F-4153-97F4-F27A0F49E8CA}"/>
              </a:ext>
            </a:extLst>
          </p:cNvPr>
          <p:cNvSpPr>
            <a:spLocks noGrp="1"/>
          </p:cNvSpPr>
          <p:nvPr/>
        </p:nvSpPr>
        <p:spPr>
          <a:xfrm>
            <a:off x="11330940" y="3329940"/>
            <a:ext cx="54864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风险复核</a:t>
            </a:r>
          </a:p>
        </p:txBody>
      </p:sp>
      <p:sp>
        <p:nvSpPr>
          <p:cNvPr id="237" name="10:05:31">
            <a:extLst>
              <a:ext uri="{FF2B5EF4-FFF2-40B4-BE49-F238E27FC236}">
                <a16:creationId xmlns:a16="http://schemas.microsoft.com/office/drawing/2014/main" id="{0CF5A716-3A32-4A2A-A2A5-561A38DF61E7}"/>
              </a:ext>
            </a:extLst>
          </p:cNvPr>
          <p:cNvSpPr>
            <a:spLocks noGrp="1"/>
          </p:cNvSpPr>
          <p:nvPr/>
        </p:nvSpPr>
        <p:spPr>
          <a:xfrm>
            <a:off x="11330940" y="3474720"/>
            <a:ext cx="54864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10:05:31</a:t>
            </a:r>
          </a:p>
        </p:txBody>
      </p:sp>
      <p:sp>
        <p:nvSpPr>
          <p:cNvPr id="238" name="node">
            <a:extLst>
              <a:ext uri="{FF2B5EF4-FFF2-40B4-BE49-F238E27FC236}">
                <a16:creationId xmlns:a16="http://schemas.microsoft.com/office/drawing/2014/main" id="{A94A0A77-E6D9-4C7E-A230-AC60133B06C2}"/>
              </a:ext>
            </a:extLst>
          </p:cNvPr>
          <p:cNvSpPr>
            <a:spLocks noGrp="1"/>
          </p:cNvSpPr>
          <p:nvPr/>
        </p:nvSpPr>
        <p:spPr>
          <a:xfrm>
            <a:off x="11163300" y="3726180"/>
            <a:ext cx="91440" cy="91440"/>
          </a:xfrm>
          <a:prstGeom prst="ellipse">
            <a:avLst/>
          </a:prstGeom>
          <a:solidFill>
            <a:srgbClr val="32BDE8"/>
          </a:solidFill>
          <a:ln w="0">
            <a:noFill/>
            <a:prstDash val="solid"/>
          </a:ln>
        </p:spPr>
      </p:sp>
      <p:sp>
        <p:nvSpPr>
          <p:cNvPr id="239" name="✓">
            <a:extLst>
              <a:ext uri="{FF2B5EF4-FFF2-40B4-BE49-F238E27FC236}">
                <a16:creationId xmlns:a16="http://schemas.microsoft.com/office/drawing/2014/main" id="{6B711F0F-7316-4783-822D-1657B6F957ED}"/>
              </a:ext>
            </a:extLst>
          </p:cNvPr>
          <p:cNvSpPr>
            <a:spLocks noGrp="1"/>
          </p:cNvSpPr>
          <p:nvPr/>
        </p:nvSpPr>
        <p:spPr>
          <a:xfrm>
            <a:off x="11163300" y="3695700"/>
            <a:ext cx="9144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240" name="问问智算">
            <a:extLst>
              <a:ext uri="{FF2B5EF4-FFF2-40B4-BE49-F238E27FC236}">
                <a16:creationId xmlns:a16="http://schemas.microsoft.com/office/drawing/2014/main" id="{B09C7AC9-EF61-4FEF-A259-5D0FE2BC9D87}"/>
              </a:ext>
            </a:extLst>
          </p:cNvPr>
          <p:cNvSpPr>
            <a:spLocks noGrp="1"/>
          </p:cNvSpPr>
          <p:nvPr/>
        </p:nvSpPr>
        <p:spPr>
          <a:xfrm>
            <a:off x="11330940" y="3680460"/>
            <a:ext cx="54864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问问智算</a:t>
            </a:r>
          </a:p>
        </p:txBody>
      </p:sp>
      <p:sp>
        <p:nvSpPr>
          <p:cNvPr id="241" name="10:07:18">
            <a:extLst>
              <a:ext uri="{FF2B5EF4-FFF2-40B4-BE49-F238E27FC236}">
                <a16:creationId xmlns:a16="http://schemas.microsoft.com/office/drawing/2014/main" id="{F7F99398-8688-4D0C-91F5-D7CE86D2416B}"/>
              </a:ext>
            </a:extLst>
          </p:cNvPr>
          <p:cNvSpPr>
            <a:spLocks noGrp="1"/>
          </p:cNvSpPr>
          <p:nvPr/>
        </p:nvSpPr>
        <p:spPr>
          <a:xfrm>
            <a:off x="11330940" y="3825240"/>
            <a:ext cx="54864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10:07:18</a:t>
            </a:r>
          </a:p>
        </p:txBody>
      </p:sp>
      <p:sp>
        <p:nvSpPr>
          <p:cNvPr id="242" name="node">
            <a:extLst>
              <a:ext uri="{FF2B5EF4-FFF2-40B4-BE49-F238E27FC236}">
                <a16:creationId xmlns:a16="http://schemas.microsoft.com/office/drawing/2014/main" id="{9677E004-23CA-4ABE-B8EA-F49BB1E601BA}"/>
              </a:ext>
            </a:extLst>
          </p:cNvPr>
          <p:cNvSpPr>
            <a:spLocks noGrp="1"/>
          </p:cNvSpPr>
          <p:nvPr/>
        </p:nvSpPr>
        <p:spPr>
          <a:xfrm>
            <a:off x="11163300" y="4076700"/>
            <a:ext cx="91440" cy="91440"/>
          </a:xfrm>
          <a:prstGeom prst="ellipse">
            <a:avLst/>
          </a:prstGeom>
          <a:solidFill>
            <a:srgbClr val="32BDE8"/>
          </a:solidFill>
          <a:ln w="0">
            <a:noFill/>
            <a:prstDash val="solid"/>
          </a:ln>
        </p:spPr>
      </p:sp>
      <p:sp>
        <p:nvSpPr>
          <p:cNvPr id="243" name="✓">
            <a:extLst>
              <a:ext uri="{FF2B5EF4-FFF2-40B4-BE49-F238E27FC236}">
                <a16:creationId xmlns:a16="http://schemas.microsoft.com/office/drawing/2014/main" id="{E29FA553-3976-43BF-91E9-9307ED06B247}"/>
              </a:ext>
            </a:extLst>
          </p:cNvPr>
          <p:cNvSpPr>
            <a:spLocks noGrp="1"/>
          </p:cNvSpPr>
          <p:nvPr/>
        </p:nvSpPr>
        <p:spPr>
          <a:xfrm>
            <a:off x="11163300" y="4046220"/>
            <a:ext cx="9144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244" name="成果生成">
            <a:extLst>
              <a:ext uri="{FF2B5EF4-FFF2-40B4-BE49-F238E27FC236}">
                <a16:creationId xmlns:a16="http://schemas.microsoft.com/office/drawing/2014/main" id="{49DF9B9C-AD9C-4D77-81F4-8F32C5CA1FA6}"/>
              </a:ext>
            </a:extLst>
          </p:cNvPr>
          <p:cNvSpPr>
            <a:spLocks noGrp="1"/>
          </p:cNvSpPr>
          <p:nvPr/>
        </p:nvSpPr>
        <p:spPr>
          <a:xfrm>
            <a:off x="11330940" y="4030980"/>
            <a:ext cx="54864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成果生成</a:t>
            </a:r>
          </a:p>
        </p:txBody>
      </p:sp>
      <p:sp>
        <p:nvSpPr>
          <p:cNvPr id="245" name="10:08:02">
            <a:extLst>
              <a:ext uri="{FF2B5EF4-FFF2-40B4-BE49-F238E27FC236}">
                <a16:creationId xmlns:a16="http://schemas.microsoft.com/office/drawing/2014/main" id="{BB73EDF8-EBE6-452F-90C7-ADE0D49AE261}"/>
              </a:ext>
            </a:extLst>
          </p:cNvPr>
          <p:cNvSpPr>
            <a:spLocks noGrp="1"/>
          </p:cNvSpPr>
          <p:nvPr/>
        </p:nvSpPr>
        <p:spPr>
          <a:xfrm>
            <a:off x="11330940" y="4175760"/>
            <a:ext cx="54864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10:08:02</a:t>
            </a:r>
          </a:p>
        </p:txBody>
      </p:sp>
      <p:sp>
        <p:nvSpPr>
          <p:cNvPr id="246" name="node">
            <a:extLst>
              <a:ext uri="{FF2B5EF4-FFF2-40B4-BE49-F238E27FC236}">
                <a16:creationId xmlns:a16="http://schemas.microsoft.com/office/drawing/2014/main" id="{755E422F-329C-40D5-B19B-DF586E302D3C}"/>
              </a:ext>
            </a:extLst>
          </p:cNvPr>
          <p:cNvSpPr>
            <a:spLocks noGrp="1"/>
          </p:cNvSpPr>
          <p:nvPr/>
        </p:nvSpPr>
        <p:spPr>
          <a:xfrm>
            <a:off x="11163300" y="4427220"/>
            <a:ext cx="91440" cy="91440"/>
          </a:xfrm>
          <a:prstGeom prst="ellipse">
            <a:avLst/>
          </a:prstGeom>
          <a:solidFill>
            <a:srgbClr val="32BDE8"/>
          </a:solidFill>
          <a:ln w="0">
            <a:noFill/>
            <a:prstDash val="solid"/>
          </a:ln>
        </p:spPr>
      </p:sp>
      <p:sp>
        <p:nvSpPr>
          <p:cNvPr id="247" name="✓">
            <a:extLst>
              <a:ext uri="{FF2B5EF4-FFF2-40B4-BE49-F238E27FC236}">
                <a16:creationId xmlns:a16="http://schemas.microsoft.com/office/drawing/2014/main" id="{FEE32840-8B2F-4DA0-8105-C77F059E2C27}"/>
              </a:ext>
            </a:extLst>
          </p:cNvPr>
          <p:cNvSpPr>
            <a:spLocks noGrp="1"/>
          </p:cNvSpPr>
          <p:nvPr/>
        </p:nvSpPr>
        <p:spPr>
          <a:xfrm>
            <a:off x="11163300" y="4396740"/>
            <a:ext cx="9144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✓</a:t>
            </a:r>
          </a:p>
        </p:txBody>
      </p:sp>
      <p:sp>
        <p:nvSpPr>
          <p:cNvPr id="248" name="协同通知">
            <a:extLst>
              <a:ext uri="{FF2B5EF4-FFF2-40B4-BE49-F238E27FC236}">
                <a16:creationId xmlns:a16="http://schemas.microsoft.com/office/drawing/2014/main" id="{10A778DA-6827-4664-AAA8-7D539AE3D054}"/>
              </a:ext>
            </a:extLst>
          </p:cNvPr>
          <p:cNvSpPr>
            <a:spLocks noGrp="1"/>
          </p:cNvSpPr>
          <p:nvPr/>
        </p:nvSpPr>
        <p:spPr>
          <a:xfrm>
            <a:off x="11330940" y="4381500"/>
            <a:ext cx="548640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协同通知</a:t>
            </a:r>
          </a:p>
        </p:txBody>
      </p:sp>
      <p:sp>
        <p:nvSpPr>
          <p:cNvPr id="249" name="10:09:10">
            <a:extLst>
              <a:ext uri="{FF2B5EF4-FFF2-40B4-BE49-F238E27FC236}">
                <a16:creationId xmlns:a16="http://schemas.microsoft.com/office/drawing/2014/main" id="{E0AC1C7F-1005-4AC6-A567-0A1BA2855E92}"/>
              </a:ext>
            </a:extLst>
          </p:cNvPr>
          <p:cNvSpPr>
            <a:spLocks noGrp="1"/>
          </p:cNvSpPr>
          <p:nvPr/>
        </p:nvSpPr>
        <p:spPr>
          <a:xfrm>
            <a:off x="11330940" y="4526280"/>
            <a:ext cx="54864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24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10:09:10</a:t>
            </a:r>
          </a:p>
        </p:txBody>
      </p:sp>
      <p:sp>
        <p:nvSpPr>
          <p:cNvPr id="250" name="panel">
            <a:extLst>
              <a:ext uri="{FF2B5EF4-FFF2-40B4-BE49-F238E27FC236}">
                <a16:creationId xmlns:a16="http://schemas.microsoft.com/office/drawing/2014/main" id="{FE59815A-B46E-446E-B69F-D5A2B34E2CBC}"/>
              </a:ext>
            </a:extLst>
          </p:cNvPr>
          <p:cNvSpPr>
            <a:spLocks noGrp="1"/>
          </p:cNvSpPr>
          <p:nvPr/>
        </p:nvSpPr>
        <p:spPr>
          <a:xfrm>
            <a:off x="11109960" y="5608320"/>
            <a:ext cx="762000" cy="228600"/>
          </a:xfrm>
          <a:prstGeom prst="roundRect">
            <a:avLst>
              <a:gd name="adj" fmla="val 10000"/>
            </a:avLst>
          </a:prstGeom>
          <a:solidFill>
            <a:srgbClr val="021325"/>
          </a:solidFill>
          <a:ln w="6096">
            <a:solidFill>
              <a:srgbClr val="3C4B60"/>
            </a:solidFill>
            <a:prstDash val="solid"/>
          </a:ln>
        </p:spPr>
      </p:sp>
      <p:sp>
        <p:nvSpPr>
          <p:cNvPr id="251" name="查看审计日志">
            <a:extLst>
              <a:ext uri="{FF2B5EF4-FFF2-40B4-BE49-F238E27FC236}">
                <a16:creationId xmlns:a16="http://schemas.microsoft.com/office/drawing/2014/main" id="{4429D4CB-75DD-4022-A42E-7BF418A9EB70}"/>
              </a:ext>
            </a:extLst>
          </p:cNvPr>
          <p:cNvSpPr>
            <a:spLocks noGrp="1"/>
          </p:cNvSpPr>
          <p:nvPr/>
        </p:nvSpPr>
        <p:spPr>
          <a:xfrm>
            <a:off x="11109960" y="562356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查看审计日志</a:t>
            </a:r>
          </a:p>
        </p:txBody>
      </p:sp>
      <p:sp>
        <p:nvSpPr>
          <p:cNvPr id="252" name="创新与完整性结论">
            <a:extLst>
              <a:ext uri="{FF2B5EF4-FFF2-40B4-BE49-F238E27FC236}">
                <a16:creationId xmlns:a16="http://schemas.microsoft.com/office/drawing/2014/main" id="{CDDC7070-D060-45BF-A70E-A95482DBA92D}"/>
              </a:ext>
            </a:extLst>
          </p:cNvPr>
          <p:cNvSpPr>
            <a:spLocks noGrp="1"/>
          </p:cNvSpPr>
          <p:nvPr/>
        </p:nvSpPr>
        <p:spPr>
          <a:xfrm>
            <a:off x="3406140" y="6141720"/>
            <a:ext cx="8305800" cy="502920"/>
          </a:xfrm>
          <a:prstGeom prst="roundRect">
            <a:avLst>
              <a:gd name="adj" fmla="val 12121"/>
            </a:avLst>
          </a:prstGeom>
          <a:solidFill>
            <a:srgbClr val="002138"/>
          </a:solidFill>
          <a:ln w="6096">
            <a:solidFill>
              <a:srgbClr val="0C577A"/>
            </a:solidFill>
            <a:prstDash val="solid"/>
          </a:ln>
        </p:spPr>
      </p:sp>
      <p:pic>
        <p:nvPicPr>
          <p:cNvPr id="253" name="图片 252">
            <a:extLst>
              <a:ext uri="{FF2B5EF4-FFF2-40B4-BE49-F238E27FC236}">
                <a16:creationId xmlns:a16="http://schemas.microsoft.com/office/drawing/2014/main" id="{2ED3C831-157F-4C71-A72D-A0F1038FADC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3573780" y="6233160"/>
            <a:ext cx="259080" cy="281940"/>
          </a:xfrm>
          <a:prstGeom prst="rect">
            <a:avLst/>
          </a:prstGeom>
        </p:spPr>
      </p:pic>
      <p:sp>
        <p:nvSpPr>
          <p:cNvPr id="254" name="创新回答工作怎样被重新组织  │ 完整回答这项工作能否真">
            <a:extLst>
              <a:ext uri="{FF2B5EF4-FFF2-40B4-BE49-F238E27FC236}">
                <a16:creationId xmlns:a16="http://schemas.microsoft.com/office/drawing/2014/main" id="{138F14F7-D919-46E6-96DB-31427A02116B}"/>
              </a:ext>
            </a:extLst>
          </p:cNvPr>
          <p:cNvSpPr>
            <a:spLocks noGrp="1"/>
          </p:cNvSpPr>
          <p:nvPr/>
        </p:nvSpPr>
        <p:spPr>
          <a:xfrm>
            <a:off x="3886200" y="6233160"/>
            <a:ext cx="7620000" cy="297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创新回答工作怎样被重新组织  │ 完整回答这项工作能否真实完成</a:t>
            </a:r>
          </a:p>
        </p:txBody>
      </p:sp>
    </p:spTree>
    <p:extLst>
      <p:ext uri="{BB962C8B-B14F-4D97-AF65-F5344CB8AC3E}">
        <p14:creationId xmlns:p14="http://schemas.microsoft.com/office/powerpoint/2010/main" val="2145961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图片 105">
            <a:extLst>
              <a:ext uri="{FF2B5EF4-FFF2-40B4-BE49-F238E27FC236}">
                <a16:creationId xmlns:a16="http://schemas.microsoft.com/office/drawing/2014/main" id="{9BB872EF-1125-4BED-AA7B-B1F7CCE79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82100" y="0"/>
            <a:ext cx="3009900" cy="975360"/>
          </a:xfrm>
          <a:prstGeom prst="rect">
            <a:avLst/>
          </a:prstGeom>
        </p:spPr>
      </p:pic>
      <p:sp>
        <p:nvSpPr>
          <p:cNvPr id="2" name="三分钟，把一项">
            <a:extLst>
              <a:ext uri="{FF2B5EF4-FFF2-40B4-BE49-F238E27FC236}">
                <a16:creationId xmlns:a16="http://schemas.microsoft.com/office/drawing/2014/main" id="{7F211F6D-B076-46EE-BF5D-4AEC82DB674C}"/>
              </a:ext>
            </a:extLst>
          </p:cNvPr>
          <p:cNvSpPr>
            <a:spLocks noGrp="1"/>
          </p:cNvSpPr>
          <p:nvPr/>
        </p:nvSpPr>
        <p:spPr>
          <a:xfrm>
            <a:off x="320040" y="99060"/>
            <a:ext cx="265176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五</a:t>
            </a:r>
            <a:r>
              <a: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分钟，把一项</a:t>
            </a:r>
          </a:p>
        </p:txBody>
      </p:sp>
      <p:sp>
        <p:nvSpPr>
          <p:cNvPr id="3" name="真实任务">
            <a:extLst>
              <a:ext uri="{FF2B5EF4-FFF2-40B4-BE49-F238E27FC236}">
                <a16:creationId xmlns:a16="http://schemas.microsoft.com/office/drawing/2014/main" id="{2DD4DC1C-1327-497B-A03A-99373FCCE243}"/>
              </a:ext>
            </a:extLst>
          </p:cNvPr>
          <p:cNvSpPr>
            <a:spLocks noGrp="1"/>
          </p:cNvSpPr>
          <p:nvPr/>
        </p:nvSpPr>
        <p:spPr>
          <a:xfrm>
            <a:off x="2964180" y="99060"/>
            <a:ext cx="150876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真实任务</a:t>
            </a:r>
          </a:p>
        </p:txBody>
      </p:sp>
      <p:sp>
        <p:nvSpPr>
          <p:cNvPr id="4" name="跑到底">
            <a:extLst>
              <a:ext uri="{FF2B5EF4-FFF2-40B4-BE49-F238E27FC236}">
                <a16:creationId xmlns:a16="http://schemas.microsoft.com/office/drawing/2014/main" id="{891D00A7-C349-48DF-A941-3B32A95E4F68}"/>
              </a:ext>
            </a:extLst>
          </p:cNvPr>
          <p:cNvSpPr>
            <a:spLocks noGrp="1"/>
          </p:cNvSpPr>
          <p:nvPr/>
        </p:nvSpPr>
        <p:spPr>
          <a:xfrm>
            <a:off x="4450080" y="99060"/>
            <a:ext cx="129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跑到底</a:t>
            </a:r>
          </a:p>
        </p:txBody>
      </p:sp>
      <p:sp>
        <p:nvSpPr>
          <p:cNvPr id="5" name="接下来，不再解释，直接让">
            <a:extLst>
              <a:ext uri="{FF2B5EF4-FFF2-40B4-BE49-F238E27FC236}">
                <a16:creationId xmlns:a16="http://schemas.microsoft.com/office/drawing/2014/main" id="{A3864B8D-9B9E-41E1-82AF-9F64EFBE428B}"/>
              </a:ext>
            </a:extLst>
          </p:cNvPr>
          <p:cNvSpPr>
            <a:spLocks noGrp="1"/>
          </p:cNvSpPr>
          <p:nvPr/>
        </p:nvSpPr>
        <p:spPr>
          <a:xfrm>
            <a:off x="320040" y="609600"/>
            <a:ext cx="20574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接下来，不再解释，直接让</a:t>
            </a:r>
          </a:p>
        </p:txBody>
      </p:sp>
      <p:sp>
        <p:nvSpPr>
          <p:cNvPr id="6" name="系统自己证明">
            <a:extLst>
              <a:ext uri="{FF2B5EF4-FFF2-40B4-BE49-F238E27FC236}">
                <a16:creationId xmlns:a16="http://schemas.microsoft.com/office/drawing/2014/main" id="{640B39C6-18DD-477D-97F7-E634F71E5609}"/>
              </a:ext>
            </a:extLst>
          </p:cNvPr>
          <p:cNvSpPr>
            <a:spLocks noGrp="1"/>
          </p:cNvSpPr>
          <p:nvPr/>
        </p:nvSpPr>
        <p:spPr>
          <a:xfrm>
            <a:off x="2377440" y="609600"/>
            <a:ext cx="18288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系统自己证明</a:t>
            </a:r>
          </a:p>
        </p:txBody>
      </p:sp>
      <p:sp>
        <p:nvSpPr>
          <p:cNvPr id="7" name="connector">
            <a:extLst>
              <a:ext uri="{FF2B5EF4-FFF2-40B4-BE49-F238E27FC236}">
                <a16:creationId xmlns:a16="http://schemas.microsoft.com/office/drawing/2014/main" id="{F42A3933-7E49-40E1-9E52-6E921229AEA1}"/>
              </a:ext>
            </a:extLst>
          </p:cNvPr>
          <p:cNvSpPr>
            <a:spLocks noGrp="1"/>
          </p:cNvSpPr>
          <p:nvPr/>
        </p:nvSpPr>
        <p:spPr>
          <a:xfrm>
            <a:off x="342900" y="982980"/>
            <a:ext cx="10279380" cy="0"/>
          </a:xfrm>
          <a:prstGeom prst="line">
            <a:avLst/>
          </a:prstGeom>
          <a:noFill/>
          <a:ln w="5334">
            <a:solidFill>
              <a:srgbClr val="15708D"/>
            </a:solidFill>
            <a:prstDash val="solid"/>
          </a:ln>
        </p:spPr>
      </p:sp>
      <p:sp>
        <p:nvSpPr>
          <p:cNvPr id="8" name="connector">
            <a:extLst>
              <a:ext uri="{FF2B5EF4-FFF2-40B4-BE49-F238E27FC236}">
                <a16:creationId xmlns:a16="http://schemas.microsoft.com/office/drawing/2014/main" id="{2B6D8A51-255E-463B-8E53-CC62002752C2}"/>
              </a:ext>
            </a:extLst>
          </p:cNvPr>
          <p:cNvSpPr>
            <a:spLocks noGrp="1"/>
          </p:cNvSpPr>
          <p:nvPr/>
        </p:nvSpPr>
        <p:spPr>
          <a:xfrm>
            <a:off x="556260" y="1844040"/>
            <a:ext cx="10165080" cy="0"/>
          </a:xfrm>
          <a:prstGeom prst="line">
            <a:avLst/>
          </a:prstGeom>
          <a:noFill/>
          <a:ln w="5334">
            <a:solidFill>
              <a:srgbClr val="236A83"/>
            </a:solidFill>
            <a:prstDash val="solid"/>
          </a:ln>
        </p:spPr>
      </p:sp>
      <p:sp>
        <p:nvSpPr>
          <p:cNvPr id="9" name="步骤1-进入 Task">
            <a:extLst>
              <a:ext uri="{FF2B5EF4-FFF2-40B4-BE49-F238E27FC236}">
                <a16:creationId xmlns:a16="http://schemas.microsoft.com/office/drawing/2014/main" id="{7BFD0E33-A6B6-4F04-A5FD-92CE22D82102}"/>
              </a:ext>
            </a:extLst>
          </p:cNvPr>
          <p:cNvSpPr>
            <a:spLocks noGrp="1"/>
          </p:cNvSpPr>
          <p:nvPr/>
        </p:nvSpPr>
        <p:spPr>
          <a:xfrm>
            <a:off x="198120" y="1181100"/>
            <a:ext cx="1379220" cy="518160"/>
          </a:xfrm>
          <a:custGeom>
            <a:avLst/>
            <a:gdLst/>
            <a:ahLst/>
            <a:cxnLst/>
            <a:rect l="0" t="0" r="0" b="0"/>
            <a:pathLst>
              <a:path w="1724025" h="647700">
                <a:moveTo>
                  <a:pt x="0" y="85725"/>
                </a:moveTo>
                <a:lnTo>
                  <a:pt x="85725" y="0"/>
                </a:lnTo>
                <a:lnTo>
                  <a:pt x="1485900" y="0"/>
                </a:lnTo>
                <a:lnTo>
                  <a:pt x="1724025" y="323850"/>
                </a:lnTo>
                <a:lnTo>
                  <a:pt x="1485900" y="647700"/>
                </a:lnTo>
                <a:lnTo>
                  <a:pt x="85725" y="647700"/>
                </a:lnTo>
                <a:lnTo>
                  <a:pt x="0" y="561975"/>
                </a:lnTo>
                <a:close/>
              </a:path>
            </a:pathLst>
          </a:custGeom>
          <a:solidFill>
            <a:srgbClr val="031A2E"/>
          </a:solidFill>
          <a:ln w="5715">
            <a:solidFill>
              <a:srgbClr val="50CDE3"/>
            </a:solidFill>
            <a:prstDash val="solid"/>
          </a:ln>
        </p:spPr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3EA711C-58B5-4F15-9099-2E77F046E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4820" y="1341120"/>
            <a:ext cx="228600" cy="236220"/>
          </a:xfrm>
          <a:prstGeom prst="rect">
            <a:avLst/>
          </a:prstGeom>
        </p:spPr>
      </p:pic>
      <p:sp>
        <p:nvSpPr>
          <p:cNvPr id="11" name="进入 Task">
            <a:extLst>
              <a:ext uri="{FF2B5EF4-FFF2-40B4-BE49-F238E27FC236}">
                <a16:creationId xmlns:a16="http://schemas.microsoft.com/office/drawing/2014/main" id="{716632B4-FAF9-4A6F-B3C9-48045999541B}"/>
              </a:ext>
            </a:extLst>
          </p:cNvPr>
          <p:cNvSpPr>
            <a:spLocks noGrp="1"/>
          </p:cNvSpPr>
          <p:nvPr/>
        </p:nvSpPr>
        <p:spPr>
          <a:xfrm>
            <a:off x="769620" y="1287780"/>
            <a:ext cx="6705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进入 Task</a:t>
            </a:r>
          </a:p>
        </p:txBody>
      </p:sp>
      <p:sp>
        <p:nvSpPr>
          <p:cNvPr id="12" name="步骤编号1">
            <a:extLst>
              <a:ext uri="{FF2B5EF4-FFF2-40B4-BE49-F238E27FC236}">
                <a16:creationId xmlns:a16="http://schemas.microsoft.com/office/drawing/2014/main" id="{69EAE168-4A94-4094-ABA6-E2DC44E25E7E}"/>
              </a:ext>
            </a:extLst>
          </p:cNvPr>
          <p:cNvSpPr>
            <a:spLocks noGrp="1"/>
          </p:cNvSpPr>
          <p:nvPr/>
        </p:nvSpPr>
        <p:spPr>
          <a:xfrm>
            <a:off x="472440" y="1097280"/>
            <a:ext cx="167640" cy="167640"/>
          </a:xfrm>
          <a:prstGeom prst="ellipse">
            <a:avLst/>
          </a:prstGeom>
          <a:solidFill>
            <a:srgbClr val="00182A"/>
          </a:solidFill>
          <a:ln w="6096">
            <a:solidFill>
              <a:srgbClr val="50CDE3"/>
            </a:solidFill>
            <a:prstDash val="solid"/>
          </a:ln>
        </p:spPr>
      </p:sp>
      <p:sp>
        <p:nvSpPr>
          <p:cNvPr id="13" name="1">
            <a:extLst>
              <a:ext uri="{FF2B5EF4-FFF2-40B4-BE49-F238E27FC236}">
                <a16:creationId xmlns:a16="http://schemas.microsoft.com/office/drawing/2014/main" id="{849BE018-DC9B-4530-915C-D0A90C6284CB}"/>
              </a:ext>
            </a:extLst>
          </p:cNvPr>
          <p:cNvSpPr>
            <a:spLocks noGrp="1"/>
          </p:cNvSpPr>
          <p:nvPr/>
        </p:nvSpPr>
        <p:spPr>
          <a:xfrm>
            <a:off x="480060" y="11049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4" name="步骤2-AI填价">
            <a:extLst>
              <a:ext uri="{FF2B5EF4-FFF2-40B4-BE49-F238E27FC236}">
                <a16:creationId xmlns:a16="http://schemas.microsoft.com/office/drawing/2014/main" id="{2606B7DF-1186-4793-969C-B7E64370321F}"/>
              </a:ext>
            </a:extLst>
          </p:cNvPr>
          <p:cNvSpPr>
            <a:spLocks noGrp="1"/>
          </p:cNvSpPr>
          <p:nvPr/>
        </p:nvSpPr>
        <p:spPr>
          <a:xfrm>
            <a:off x="1402080" y="1181100"/>
            <a:ext cx="1341120" cy="518160"/>
          </a:xfrm>
          <a:custGeom>
            <a:avLst/>
            <a:gdLst/>
            <a:ahLst/>
            <a:cxnLst/>
            <a:rect l="0" t="0" r="0" b="0"/>
            <a:pathLst>
              <a:path w="1676400" h="647700">
                <a:moveTo>
                  <a:pt x="0" y="0"/>
                </a:moveTo>
                <a:lnTo>
                  <a:pt x="1438275" y="0"/>
                </a:lnTo>
                <a:lnTo>
                  <a:pt x="1676400" y="323850"/>
                </a:lnTo>
                <a:lnTo>
                  <a:pt x="1438275" y="647700"/>
                </a:lnTo>
                <a:lnTo>
                  <a:pt x="0" y="647700"/>
                </a:lnTo>
                <a:lnTo>
                  <a:pt x="238125" y="323850"/>
                </a:lnTo>
                <a:close/>
              </a:path>
            </a:pathLst>
          </a:custGeom>
          <a:solidFill>
            <a:srgbClr val="031A2E"/>
          </a:solidFill>
          <a:ln w="5715">
            <a:solidFill>
              <a:srgbClr val="50CDE3"/>
            </a:solidFill>
            <a:prstDash val="solid"/>
          </a:ln>
        </p:spPr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7A39965-5529-406D-B200-A094812A9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706880" y="1325880"/>
            <a:ext cx="243840" cy="259080"/>
          </a:xfrm>
          <a:prstGeom prst="rect">
            <a:avLst/>
          </a:prstGeom>
        </p:spPr>
      </p:pic>
      <p:sp>
        <p:nvSpPr>
          <p:cNvPr id="16" name="AI填价">
            <a:extLst>
              <a:ext uri="{FF2B5EF4-FFF2-40B4-BE49-F238E27FC236}">
                <a16:creationId xmlns:a16="http://schemas.microsoft.com/office/drawing/2014/main" id="{43C5B6BF-00AE-4A75-9DF9-2A907442BDAE}"/>
              </a:ext>
            </a:extLst>
          </p:cNvPr>
          <p:cNvSpPr>
            <a:spLocks noGrp="1"/>
          </p:cNvSpPr>
          <p:nvPr/>
        </p:nvSpPr>
        <p:spPr>
          <a:xfrm>
            <a:off x="2026920" y="1287780"/>
            <a:ext cx="57912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AI填价</a:t>
            </a:r>
          </a:p>
        </p:txBody>
      </p:sp>
      <p:sp>
        <p:nvSpPr>
          <p:cNvPr id="17" name="步骤编号2">
            <a:extLst>
              <a:ext uri="{FF2B5EF4-FFF2-40B4-BE49-F238E27FC236}">
                <a16:creationId xmlns:a16="http://schemas.microsoft.com/office/drawing/2014/main" id="{DB3C7AE2-2365-439C-A63B-F3AE971F2C33}"/>
              </a:ext>
            </a:extLst>
          </p:cNvPr>
          <p:cNvSpPr>
            <a:spLocks noGrp="1"/>
          </p:cNvSpPr>
          <p:nvPr/>
        </p:nvSpPr>
        <p:spPr>
          <a:xfrm>
            <a:off x="1684020" y="1097280"/>
            <a:ext cx="167640" cy="167640"/>
          </a:xfrm>
          <a:prstGeom prst="ellipse">
            <a:avLst/>
          </a:prstGeom>
          <a:solidFill>
            <a:srgbClr val="00182A"/>
          </a:solidFill>
          <a:ln w="6096">
            <a:solidFill>
              <a:srgbClr val="50CDE3"/>
            </a:solidFill>
            <a:prstDash val="solid"/>
          </a:ln>
        </p:spPr>
      </p:sp>
      <p:sp>
        <p:nvSpPr>
          <p:cNvPr id="18" name="2">
            <a:extLst>
              <a:ext uri="{FF2B5EF4-FFF2-40B4-BE49-F238E27FC236}">
                <a16:creationId xmlns:a16="http://schemas.microsoft.com/office/drawing/2014/main" id="{1057E034-BB5C-4208-8A56-9FABC6C9A72D}"/>
              </a:ext>
            </a:extLst>
          </p:cNvPr>
          <p:cNvSpPr>
            <a:spLocks noGrp="1"/>
          </p:cNvSpPr>
          <p:nvPr/>
        </p:nvSpPr>
        <p:spPr>
          <a:xfrm>
            <a:off x="1691640" y="11049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9" name="步骤3-批量匹配">
            <a:extLst>
              <a:ext uri="{FF2B5EF4-FFF2-40B4-BE49-F238E27FC236}">
                <a16:creationId xmlns:a16="http://schemas.microsoft.com/office/drawing/2014/main" id="{56396EE3-7FBA-4056-A6F7-7E2F5AA62923}"/>
              </a:ext>
            </a:extLst>
          </p:cNvPr>
          <p:cNvSpPr>
            <a:spLocks noGrp="1"/>
          </p:cNvSpPr>
          <p:nvPr/>
        </p:nvSpPr>
        <p:spPr>
          <a:xfrm>
            <a:off x="2613660" y="1181100"/>
            <a:ext cx="1333500" cy="518160"/>
          </a:xfrm>
          <a:custGeom>
            <a:avLst/>
            <a:gdLst/>
            <a:ahLst/>
            <a:cxnLst/>
            <a:rect l="0" t="0" r="0" b="0"/>
            <a:pathLst>
              <a:path w="1666875" h="647700">
                <a:moveTo>
                  <a:pt x="0" y="0"/>
                </a:moveTo>
                <a:lnTo>
                  <a:pt x="1428750" y="0"/>
                </a:lnTo>
                <a:lnTo>
                  <a:pt x="1666875" y="323850"/>
                </a:lnTo>
                <a:lnTo>
                  <a:pt x="1428750" y="647700"/>
                </a:lnTo>
                <a:lnTo>
                  <a:pt x="0" y="647700"/>
                </a:lnTo>
                <a:lnTo>
                  <a:pt x="238125" y="323850"/>
                </a:lnTo>
                <a:close/>
              </a:path>
            </a:pathLst>
          </a:custGeom>
          <a:solidFill>
            <a:srgbClr val="031A2E"/>
          </a:solidFill>
          <a:ln w="5715">
            <a:solidFill>
              <a:srgbClr val="50CDE3"/>
            </a:solidFill>
            <a:prstDash val="solid"/>
          </a:ln>
        </p:spPr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92DE0DA-1726-4A2C-8267-22CD97F644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903220" y="1325880"/>
            <a:ext cx="243840" cy="274320"/>
          </a:xfrm>
          <a:prstGeom prst="rect">
            <a:avLst/>
          </a:prstGeom>
        </p:spPr>
      </p:pic>
      <p:sp>
        <p:nvSpPr>
          <p:cNvPr id="21" name="批量匹配">
            <a:extLst>
              <a:ext uri="{FF2B5EF4-FFF2-40B4-BE49-F238E27FC236}">
                <a16:creationId xmlns:a16="http://schemas.microsoft.com/office/drawing/2014/main" id="{BFF5E5E5-F308-49EE-B49B-3B88FAC823E1}"/>
              </a:ext>
            </a:extLst>
          </p:cNvPr>
          <p:cNvSpPr>
            <a:spLocks noGrp="1"/>
          </p:cNvSpPr>
          <p:nvPr/>
        </p:nvSpPr>
        <p:spPr>
          <a:xfrm>
            <a:off x="3223260" y="1287780"/>
            <a:ext cx="5867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批量匹配</a:t>
            </a:r>
          </a:p>
        </p:txBody>
      </p:sp>
      <p:sp>
        <p:nvSpPr>
          <p:cNvPr id="22" name="步骤编号3">
            <a:extLst>
              <a:ext uri="{FF2B5EF4-FFF2-40B4-BE49-F238E27FC236}">
                <a16:creationId xmlns:a16="http://schemas.microsoft.com/office/drawing/2014/main" id="{FAC2C007-D4BF-4191-AB25-EB8E3295ADE3}"/>
              </a:ext>
            </a:extLst>
          </p:cNvPr>
          <p:cNvSpPr>
            <a:spLocks noGrp="1"/>
          </p:cNvSpPr>
          <p:nvPr/>
        </p:nvSpPr>
        <p:spPr>
          <a:xfrm>
            <a:off x="2849880" y="1097280"/>
            <a:ext cx="167640" cy="167640"/>
          </a:xfrm>
          <a:prstGeom prst="ellipse">
            <a:avLst/>
          </a:prstGeom>
          <a:solidFill>
            <a:srgbClr val="00182A"/>
          </a:solidFill>
          <a:ln w="6096">
            <a:solidFill>
              <a:srgbClr val="50CDE3"/>
            </a:solidFill>
            <a:prstDash val="solid"/>
          </a:ln>
        </p:spPr>
      </p:sp>
      <p:sp>
        <p:nvSpPr>
          <p:cNvPr id="23" name="3">
            <a:extLst>
              <a:ext uri="{FF2B5EF4-FFF2-40B4-BE49-F238E27FC236}">
                <a16:creationId xmlns:a16="http://schemas.microsoft.com/office/drawing/2014/main" id="{533779F8-B9A7-4594-8BBF-F9891FE4E5E1}"/>
              </a:ext>
            </a:extLst>
          </p:cNvPr>
          <p:cNvSpPr>
            <a:spLocks noGrp="1"/>
          </p:cNvSpPr>
          <p:nvPr/>
        </p:nvSpPr>
        <p:spPr>
          <a:xfrm>
            <a:off x="2857500" y="11049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4" name="步骤4-风险清单">
            <a:extLst>
              <a:ext uri="{FF2B5EF4-FFF2-40B4-BE49-F238E27FC236}">
                <a16:creationId xmlns:a16="http://schemas.microsoft.com/office/drawing/2014/main" id="{D209E136-489B-4D85-9D58-1D123A9D771D}"/>
              </a:ext>
            </a:extLst>
          </p:cNvPr>
          <p:cNvSpPr>
            <a:spLocks noGrp="1"/>
          </p:cNvSpPr>
          <p:nvPr/>
        </p:nvSpPr>
        <p:spPr>
          <a:xfrm>
            <a:off x="3817620" y="1181100"/>
            <a:ext cx="1348740" cy="518160"/>
          </a:xfrm>
          <a:custGeom>
            <a:avLst/>
            <a:gdLst/>
            <a:ahLst/>
            <a:cxnLst/>
            <a:rect l="0" t="0" r="0" b="0"/>
            <a:pathLst>
              <a:path w="1685925" h="647700">
                <a:moveTo>
                  <a:pt x="0" y="0"/>
                </a:moveTo>
                <a:lnTo>
                  <a:pt x="1447800" y="0"/>
                </a:lnTo>
                <a:lnTo>
                  <a:pt x="1685925" y="323850"/>
                </a:lnTo>
                <a:lnTo>
                  <a:pt x="1447800" y="647700"/>
                </a:lnTo>
                <a:lnTo>
                  <a:pt x="0" y="647700"/>
                </a:lnTo>
                <a:lnTo>
                  <a:pt x="238125" y="323850"/>
                </a:lnTo>
                <a:close/>
              </a:path>
            </a:pathLst>
          </a:custGeom>
          <a:solidFill>
            <a:srgbClr val="031A2E"/>
          </a:solidFill>
          <a:ln w="5715">
            <a:solidFill>
              <a:srgbClr val="50CDE3"/>
            </a:solidFill>
            <a:prstDash val="solid"/>
          </a:ln>
        </p:spPr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87C2E8DF-DC2D-4643-B9EA-9B57495DEC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114800" y="1333500"/>
            <a:ext cx="251460" cy="251460"/>
          </a:xfrm>
          <a:prstGeom prst="rect">
            <a:avLst/>
          </a:prstGeom>
        </p:spPr>
      </p:pic>
      <p:sp>
        <p:nvSpPr>
          <p:cNvPr id="26" name="风险清单">
            <a:extLst>
              <a:ext uri="{FF2B5EF4-FFF2-40B4-BE49-F238E27FC236}">
                <a16:creationId xmlns:a16="http://schemas.microsoft.com/office/drawing/2014/main" id="{3A088077-4C22-4575-AEAA-8892BE78A841}"/>
              </a:ext>
            </a:extLst>
          </p:cNvPr>
          <p:cNvSpPr>
            <a:spLocks noGrp="1"/>
          </p:cNvSpPr>
          <p:nvPr/>
        </p:nvSpPr>
        <p:spPr>
          <a:xfrm>
            <a:off x="4442460" y="1287780"/>
            <a:ext cx="5867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风险清单</a:t>
            </a:r>
          </a:p>
        </p:txBody>
      </p:sp>
      <p:sp>
        <p:nvSpPr>
          <p:cNvPr id="27" name="步骤编号4">
            <a:extLst>
              <a:ext uri="{FF2B5EF4-FFF2-40B4-BE49-F238E27FC236}">
                <a16:creationId xmlns:a16="http://schemas.microsoft.com/office/drawing/2014/main" id="{A7B6A4AA-35F1-4124-A57E-C71E8586BC82}"/>
              </a:ext>
            </a:extLst>
          </p:cNvPr>
          <p:cNvSpPr>
            <a:spLocks noGrp="1"/>
          </p:cNvSpPr>
          <p:nvPr/>
        </p:nvSpPr>
        <p:spPr>
          <a:xfrm>
            <a:off x="4061460" y="1097280"/>
            <a:ext cx="167640" cy="167640"/>
          </a:xfrm>
          <a:prstGeom prst="ellipse">
            <a:avLst/>
          </a:prstGeom>
          <a:solidFill>
            <a:srgbClr val="00182A"/>
          </a:solidFill>
          <a:ln w="6096">
            <a:solidFill>
              <a:srgbClr val="50CDE3"/>
            </a:solidFill>
            <a:prstDash val="solid"/>
          </a:ln>
        </p:spPr>
      </p:sp>
      <p:sp>
        <p:nvSpPr>
          <p:cNvPr id="28" name="4">
            <a:extLst>
              <a:ext uri="{FF2B5EF4-FFF2-40B4-BE49-F238E27FC236}">
                <a16:creationId xmlns:a16="http://schemas.microsoft.com/office/drawing/2014/main" id="{B285B3E9-EE15-4967-BC08-C16EF02F673C}"/>
              </a:ext>
            </a:extLst>
          </p:cNvPr>
          <p:cNvSpPr>
            <a:spLocks noGrp="1"/>
          </p:cNvSpPr>
          <p:nvPr/>
        </p:nvSpPr>
        <p:spPr>
          <a:xfrm>
            <a:off x="4069080" y="11049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9" name="步骤5-问问智算">
            <a:extLst>
              <a:ext uri="{FF2B5EF4-FFF2-40B4-BE49-F238E27FC236}">
                <a16:creationId xmlns:a16="http://schemas.microsoft.com/office/drawing/2014/main" id="{F3348DB1-8815-4B21-8771-8D25F03AD2C2}"/>
              </a:ext>
            </a:extLst>
          </p:cNvPr>
          <p:cNvSpPr>
            <a:spLocks noGrp="1"/>
          </p:cNvSpPr>
          <p:nvPr/>
        </p:nvSpPr>
        <p:spPr>
          <a:xfrm>
            <a:off x="5021580" y="1181100"/>
            <a:ext cx="1356360" cy="518160"/>
          </a:xfrm>
          <a:custGeom>
            <a:avLst/>
            <a:gdLst/>
            <a:ahLst/>
            <a:cxnLst/>
            <a:rect l="0" t="0" r="0" b="0"/>
            <a:pathLst>
              <a:path w="1695450" h="647700">
                <a:moveTo>
                  <a:pt x="0" y="0"/>
                </a:moveTo>
                <a:lnTo>
                  <a:pt x="1457325" y="0"/>
                </a:lnTo>
                <a:lnTo>
                  <a:pt x="1695450" y="323850"/>
                </a:lnTo>
                <a:lnTo>
                  <a:pt x="1457325" y="647700"/>
                </a:lnTo>
                <a:lnTo>
                  <a:pt x="0" y="647700"/>
                </a:lnTo>
                <a:lnTo>
                  <a:pt x="238125" y="323850"/>
                </a:lnTo>
                <a:close/>
              </a:path>
            </a:pathLst>
          </a:custGeom>
          <a:solidFill>
            <a:srgbClr val="031A2E"/>
          </a:solidFill>
          <a:ln w="5715">
            <a:solidFill>
              <a:srgbClr val="50CDE3"/>
            </a:solidFill>
            <a:prstDash val="solid"/>
          </a:ln>
        </p:spPr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23C516A6-AC27-402C-B81E-1AD79C16F9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257800" y="1333500"/>
            <a:ext cx="243840" cy="251460"/>
          </a:xfrm>
          <a:prstGeom prst="rect">
            <a:avLst/>
          </a:prstGeom>
        </p:spPr>
      </p:pic>
      <p:sp>
        <p:nvSpPr>
          <p:cNvPr id="31" name="问问智算">
            <a:extLst>
              <a:ext uri="{FF2B5EF4-FFF2-40B4-BE49-F238E27FC236}">
                <a16:creationId xmlns:a16="http://schemas.microsoft.com/office/drawing/2014/main" id="{372CF77C-8581-4A99-9731-EFAE432FDABA}"/>
              </a:ext>
            </a:extLst>
          </p:cNvPr>
          <p:cNvSpPr>
            <a:spLocks noGrp="1"/>
          </p:cNvSpPr>
          <p:nvPr/>
        </p:nvSpPr>
        <p:spPr>
          <a:xfrm>
            <a:off x="5577840" y="1287780"/>
            <a:ext cx="6629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问问智算</a:t>
            </a:r>
          </a:p>
        </p:txBody>
      </p:sp>
      <p:sp>
        <p:nvSpPr>
          <p:cNvPr id="32" name="步骤编号5">
            <a:extLst>
              <a:ext uri="{FF2B5EF4-FFF2-40B4-BE49-F238E27FC236}">
                <a16:creationId xmlns:a16="http://schemas.microsoft.com/office/drawing/2014/main" id="{331DFA4E-E644-446D-9D17-1DA24CB7738A}"/>
              </a:ext>
            </a:extLst>
          </p:cNvPr>
          <p:cNvSpPr>
            <a:spLocks noGrp="1"/>
          </p:cNvSpPr>
          <p:nvPr/>
        </p:nvSpPr>
        <p:spPr>
          <a:xfrm>
            <a:off x="5265420" y="1097280"/>
            <a:ext cx="167640" cy="167640"/>
          </a:xfrm>
          <a:prstGeom prst="ellipse">
            <a:avLst/>
          </a:prstGeom>
          <a:solidFill>
            <a:srgbClr val="00182A"/>
          </a:solidFill>
          <a:ln w="6096">
            <a:solidFill>
              <a:srgbClr val="50CDE3"/>
            </a:solidFill>
            <a:prstDash val="solid"/>
          </a:ln>
        </p:spPr>
      </p:sp>
      <p:sp>
        <p:nvSpPr>
          <p:cNvPr id="33" name="5">
            <a:extLst>
              <a:ext uri="{FF2B5EF4-FFF2-40B4-BE49-F238E27FC236}">
                <a16:creationId xmlns:a16="http://schemas.microsoft.com/office/drawing/2014/main" id="{9E58179E-E90B-4499-9475-F7E79032B3B2}"/>
              </a:ext>
            </a:extLst>
          </p:cNvPr>
          <p:cNvSpPr>
            <a:spLocks noGrp="1"/>
          </p:cNvSpPr>
          <p:nvPr/>
        </p:nvSpPr>
        <p:spPr>
          <a:xfrm>
            <a:off x="5273040" y="11049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34" name="步骤6-AI 报告">
            <a:extLst>
              <a:ext uri="{FF2B5EF4-FFF2-40B4-BE49-F238E27FC236}">
                <a16:creationId xmlns:a16="http://schemas.microsoft.com/office/drawing/2014/main" id="{EBACC58D-A533-4430-8452-8907675ED459}"/>
              </a:ext>
            </a:extLst>
          </p:cNvPr>
          <p:cNvSpPr>
            <a:spLocks noGrp="1"/>
          </p:cNvSpPr>
          <p:nvPr/>
        </p:nvSpPr>
        <p:spPr>
          <a:xfrm>
            <a:off x="6217920" y="1181100"/>
            <a:ext cx="1356360" cy="518160"/>
          </a:xfrm>
          <a:custGeom>
            <a:avLst/>
            <a:gdLst/>
            <a:ahLst/>
            <a:cxnLst/>
            <a:rect l="0" t="0" r="0" b="0"/>
            <a:pathLst>
              <a:path w="1695450" h="647700">
                <a:moveTo>
                  <a:pt x="0" y="0"/>
                </a:moveTo>
                <a:lnTo>
                  <a:pt x="1457325" y="0"/>
                </a:lnTo>
                <a:lnTo>
                  <a:pt x="1695450" y="323850"/>
                </a:lnTo>
                <a:lnTo>
                  <a:pt x="1457325" y="647700"/>
                </a:lnTo>
                <a:lnTo>
                  <a:pt x="0" y="647700"/>
                </a:lnTo>
                <a:lnTo>
                  <a:pt x="238125" y="323850"/>
                </a:lnTo>
                <a:close/>
              </a:path>
            </a:pathLst>
          </a:custGeom>
          <a:solidFill>
            <a:srgbClr val="031A2E"/>
          </a:solidFill>
          <a:ln w="5715">
            <a:solidFill>
              <a:srgbClr val="50CDE3"/>
            </a:solidFill>
            <a:prstDash val="solid"/>
          </a:ln>
        </p:spPr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68E60E02-BB35-4F3C-AC81-8C11006C2F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6416040" y="1333500"/>
            <a:ext cx="220980" cy="259080"/>
          </a:xfrm>
          <a:prstGeom prst="rect">
            <a:avLst/>
          </a:prstGeom>
        </p:spPr>
      </p:pic>
      <p:sp>
        <p:nvSpPr>
          <p:cNvPr id="36" name="AI 报告">
            <a:extLst>
              <a:ext uri="{FF2B5EF4-FFF2-40B4-BE49-F238E27FC236}">
                <a16:creationId xmlns:a16="http://schemas.microsoft.com/office/drawing/2014/main" id="{4D130EDD-9FB1-4366-AEDD-B2A9EC0284D3}"/>
              </a:ext>
            </a:extLst>
          </p:cNvPr>
          <p:cNvSpPr>
            <a:spLocks noGrp="1"/>
          </p:cNvSpPr>
          <p:nvPr/>
        </p:nvSpPr>
        <p:spPr>
          <a:xfrm>
            <a:off x="6713220" y="1287780"/>
            <a:ext cx="72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AI 报告</a:t>
            </a:r>
          </a:p>
        </p:txBody>
      </p:sp>
      <p:sp>
        <p:nvSpPr>
          <p:cNvPr id="37" name="步骤编号6">
            <a:extLst>
              <a:ext uri="{FF2B5EF4-FFF2-40B4-BE49-F238E27FC236}">
                <a16:creationId xmlns:a16="http://schemas.microsoft.com/office/drawing/2014/main" id="{C6888080-F092-4378-8C70-6749BFB2D99F}"/>
              </a:ext>
            </a:extLst>
          </p:cNvPr>
          <p:cNvSpPr>
            <a:spLocks noGrp="1"/>
          </p:cNvSpPr>
          <p:nvPr/>
        </p:nvSpPr>
        <p:spPr>
          <a:xfrm>
            <a:off x="6400800" y="1097280"/>
            <a:ext cx="167640" cy="167640"/>
          </a:xfrm>
          <a:prstGeom prst="ellipse">
            <a:avLst/>
          </a:prstGeom>
          <a:solidFill>
            <a:srgbClr val="00182A"/>
          </a:solidFill>
          <a:ln w="6096">
            <a:solidFill>
              <a:srgbClr val="50CDE3"/>
            </a:solidFill>
            <a:prstDash val="solid"/>
          </a:ln>
        </p:spPr>
      </p:sp>
      <p:sp>
        <p:nvSpPr>
          <p:cNvPr id="38" name="6">
            <a:extLst>
              <a:ext uri="{FF2B5EF4-FFF2-40B4-BE49-F238E27FC236}">
                <a16:creationId xmlns:a16="http://schemas.microsoft.com/office/drawing/2014/main" id="{F914991D-02D5-4E4E-91C1-74769737A0E3}"/>
              </a:ext>
            </a:extLst>
          </p:cNvPr>
          <p:cNvSpPr>
            <a:spLocks noGrp="1"/>
          </p:cNvSpPr>
          <p:nvPr/>
        </p:nvSpPr>
        <p:spPr>
          <a:xfrm>
            <a:off x="6408420" y="11049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39" name="步骤7-Word / Excel">
            <a:extLst>
              <a:ext uri="{FF2B5EF4-FFF2-40B4-BE49-F238E27FC236}">
                <a16:creationId xmlns:a16="http://schemas.microsoft.com/office/drawing/2014/main" id="{2A4D3684-2DA9-4ADA-8E02-49B5F624FE83}"/>
              </a:ext>
            </a:extLst>
          </p:cNvPr>
          <p:cNvSpPr>
            <a:spLocks noGrp="1"/>
          </p:cNvSpPr>
          <p:nvPr/>
        </p:nvSpPr>
        <p:spPr>
          <a:xfrm>
            <a:off x="7414260" y="1181100"/>
            <a:ext cx="1325880" cy="518160"/>
          </a:xfrm>
          <a:custGeom>
            <a:avLst/>
            <a:gdLst/>
            <a:ahLst/>
            <a:cxnLst/>
            <a:rect l="0" t="0" r="0" b="0"/>
            <a:pathLst>
              <a:path w="1657350" h="647700">
                <a:moveTo>
                  <a:pt x="0" y="0"/>
                </a:moveTo>
                <a:lnTo>
                  <a:pt x="1419225" y="0"/>
                </a:lnTo>
                <a:lnTo>
                  <a:pt x="1657350" y="323850"/>
                </a:lnTo>
                <a:lnTo>
                  <a:pt x="1419225" y="647700"/>
                </a:lnTo>
                <a:lnTo>
                  <a:pt x="0" y="647700"/>
                </a:lnTo>
                <a:lnTo>
                  <a:pt x="238125" y="323850"/>
                </a:lnTo>
                <a:close/>
              </a:path>
            </a:pathLst>
          </a:custGeom>
          <a:solidFill>
            <a:srgbClr val="031A2E"/>
          </a:solidFill>
          <a:ln w="5715">
            <a:solidFill>
              <a:srgbClr val="50CDE3"/>
            </a:solidFill>
            <a:prstDash val="solid"/>
          </a:ln>
        </p:spPr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2C3BB958-BB5B-4F05-8AF6-45CB651907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7429500" y="1333500"/>
            <a:ext cx="220980" cy="251460"/>
          </a:xfrm>
          <a:prstGeom prst="rect">
            <a:avLst/>
          </a:prstGeom>
        </p:spPr>
      </p:pic>
      <p:sp>
        <p:nvSpPr>
          <p:cNvPr id="41" name="Word / Excel">
            <a:extLst>
              <a:ext uri="{FF2B5EF4-FFF2-40B4-BE49-F238E27FC236}">
                <a16:creationId xmlns:a16="http://schemas.microsoft.com/office/drawing/2014/main" id="{95DDDF86-E4F6-4EB9-8056-5B72F9A26752}"/>
              </a:ext>
            </a:extLst>
          </p:cNvPr>
          <p:cNvSpPr>
            <a:spLocks noGrp="1"/>
          </p:cNvSpPr>
          <p:nvPr/>
        </p:nvSpPr>
        <p:spPr>
          <a:xfrm>
            <a:off x="7673340" y="1287780"/>
            <a:ext cx="9296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Word / Excel</a:t>
            </a:r>
          </a:p>
        </p:txBody>
      </p:sp>
      <p:sp>
        <p:nvSpPr>
          <p:cNvPr id="42" name="步骤编号7">
            <a:extLst>
              <a:ext uri="{FF2B5EF4-FFF2-40B4-BE49-F238E27FC236}">
                <a16:creationId xmlns:a16="http://schemas.microsoft.com/office/drawing/2014/main" id="{3340AEE1-74CC-41AB-A3CB-12934D4C1534}"/>
              </a:ext>
            </a:extLst>
          </p:cNvPr>
          <p:cNvSpPr>
            <a:spLocks noGrp="1"/>
          </p:cNvSpPr>
          <p:nvPr/>
        </p:nvSpPr>
        <p:spPr>
          <a:xfrm>
            <a:off x="7452360" y="1097280"/>
            <a:ext cx="167640" cy="167640"/>
          </a:xfrm>
          <a:prstGeom prst="ellipse">
            <a:avLst/>
          </a:prstGeom>
          <a:solidFill>
            <a:srgbClr val="00182A"/>
          </a:solidFill>
          <a:ln w="6096">
            <a:solidFill>
              <a:srgbClr val="50CDE3"/>
            </a:solidFill>
            <a:prstDash val="solid"/>
          </a:ln>
        </p:spPr>
      </p:sp>
      <p:sp>
        <p:nvSpPr>
          <p:cNvPr id="43" name="7">
            <a:extLst>
              <a:ext uri="{FF2B5EF4-FFF2-40B4-BE49-F238E27FC236}">
                <a16:creationId xmlns:a16="http://schemas.microsoft.com/office/drawing/2014/main" id="{191A5133-9F7C-48FA-9DA1-55A1710CAF5B}"/>
              </a:ext>
            </a:extLst>
          </p:cNvPr>
          <p:cNvSpPr>
            <a:spLocks noGrp="1"/>
          </p:cNvSpPr>
          <p:nvPr/>
        </p:nvSpPr>
        <p:spPr>
          <a:xfrm>
            <a:off x="7459980" y="11049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0CDE3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44" name="步骤8-WeAct 入口">
            <a:extLst>
              <a:ext uri="{FF2B5EF4-FFF2-40B4-BE49-F238E27FC236}">
                <a16:creationId xmlns:a16="http://schemas.microsoft.com/office/drawing/2014/main" id="{A8325084-E7BA-44D6-B9D1-0D085D1CCB5E}"/>
              </a:ext>
            </a:extLst>
          </p:cNvPr>
          <p:cNvSpPr>
            <a:spLocks noGrp="1"/>
          </p:cNvSpPr>
          <p:nvPr/>
        </p:nvSpPr>
        <p:spPr>
          <a:xfrm>
            <a:off x="8473440" y="1181100"/>
            <a:ext cx="1295400" cy="518160"/>
          </a:xfrm>
          <a:custGeom>
            <a:avLst/>
            <a:gdLst/>
            <a:ahLst/>
            <a:cxnLst/>
            <a:rect l="0" t="0" r="0" b="0"/>
            <a:pathLst>
              <a:path w="1619250" h="647700">
                <a:moveTo>
                  <a:pt x="0" y="0"/>
                </a:moveTo>
                <a:lnTo>
                  <a:pt x="1381125" y="0"/>
                </a:lnTo>
                <a:lnTo>
                  <a:pt x="1619250" y="323850"/>
                </a:lnTo>
                <a:lnTo>
                  <a:pt x="1381125" y="647700"/>
                </a:lnTo>
                <a:lnTo>
                  <a:pt x="0" y="647700"/>
                </a:lnTo>
                <a:lnTo>
                  <a:pt x="238125" y="323850"/>
                </a:lnTo>
                <a:close/>
              </a:path>
            </a:pathLst>
          </a:custGeom>
          <a:solidFill>
            <a:srgbClr val="031A2E"/>
          </a:solidFill>
          <a:ln w="5715">
            <a:solidFill>
              <a:srgbClr val="E7BB52"/>
            </a:solidFill>
            <a:prstDash val="solid"/>
          </a:ln>
        </p:spPr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16873972-F866-461B-8B40-908E5CB748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8610600" y="1333500"/>
            <a:ext cx="259080" cy="251460"/>
          </a:xfrm>
          <a:prstGeom prst="rect">
            <a:avLst/>
          </a:prstGeom>
        </p:spPr>
      </p:pic>
      <p:sp>
        <p:nvSpPr>
          <p:cNvPr id="46" name="WeAct 入口">
            <a:extLst>
              <a:ext uri="{FF2B5EF4-FFF2-40B4-BE49-F238E27FC236}">
                <a16:creationId xmlns:a16="http://schemas.microsoft.com/office/drawing/2014/main" id="{FA185280-ED1E-4815-937F-E35BFC052F91}"/>
              </a:ext>
            </a:extLst>
          </p:cNvPr>
          <p:cNvSpPr>
            <a:spLocks noGrp="1"/>
          </p:cNvSpPr>
          <p:nvPr/>
        </p:nvSpPr>
        <p:spPr>
          <a:xfrm>
            <a:off x="8892540" y="1287780"/>
            <a:ext cx="7391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8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8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8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8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8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8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8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8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8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8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8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rPr>
              <a:t>WeAct 入口</a:t>
            </a:r>
          </a:p>
        </p:txBody>
      </p:sp>
      <p:sp>
        <p:nvSpPr>
          <p:cNvPr id="47" name="步骤编号8">
            <a:extLst>
              <a:ext uri="{FF2B5EF4-FFF2-40B4-BE49-F238E27FC236}">
                <a16:creationId xmlns:a16="http://schemas.microsoft.com/office/drawing/2014/main" id="{ADE21BE2-4397-40EF-9907-3142273DC51B}"/>
              </a:ext>
            </a:extLst>
          </p:cNvPr>
          <p:cNvSpPr>
            <a:spLocks noGrp="1"/>
          </p:cNvSpPr>
          <p:nvPr/>
        </p:nvSpPr>
        <p:spPr>
          <a:xfrm>
            <a:off x="8648700" y="1097280"/>
            <a:ext cx="167640" cy="167640"/>
          </a:xfrm>
          <a:prstGeom prst="ellipse">
            <a:avLst/>
          </a:prstGeom>
          <a:solidFill>
            <a:srgbClr val="00182A"/>
          </a:solidFill>
          <a:ln w="6096">
            <a:solidFill>
              <a:srgbClr val="E7BB52"/>
            </a:solidFill>
            <a:prstDash val="solid"/>
          </a:ln>
        </p:spPr>
      </p:sp>
      <p:sp>
        <p:nvSpPr>
          <p:cNvPr id="48" name="8">
            <a:extLst>
              <a:ext uri="{FF2B5EF4-FFF2-40B4-BE49-F238E27FC236}">
                <a16:creationId xmlns:a16="http://schemas.microsoft.com/office/drawing/2014/main" id="{C9032D56-80B9-42B0-A52A-72E48086C883}"/>
              </a:ext>
            </a:extLst>
          </p:cNvPr>
          <p:cNvSpPr>
            <a:spLocks noGrp="1"/>
          </p:cNvSpPr>
          <p:nvPr/>
        </p:nvSpPr>
        <p:spPr>
          <a:xfrm>
            <a:off x="8656320" y="11049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49" name="步骤9-同事复核">
            <a:extLst>
              <a:ext uri="{FF2B5EF4-FFF2-40B4-BE49-F238E27FC236}">
                <a16:creationId xmlns:a16="http://schemas.microsoft.com/office/drawing/2014/main" id="{C0AC58C1-95F5-4840-B277-317A07937BB9}"/>
              </a:ext>
            </a:extLst>
          </p:cNvPr>
          <p:cNvSpPr>
            <a:spLocks noGrp="1"/>
          </p:cNvSpPr>
          <p:nvPr/>
        </p:nvSpPr>
        <p:spPr>
          <a:xfrm>
            <a:off x="9608820" y="1181100"/>
            <a:ext cx="1295400" cy="518160"/>
          </a:xfrm>
          <a:custGeom>
            <a:avLst/>
            <a:gdLst/>
            <a:ahLst/>
            <a:cxnLst/>
            <a:rect l="0" t="0" r="0" b="0"/>
            <a:pathLst>
              <a:path w="1619250" h="647700">
                <a:moveTo>
                  <a:pt x="0" y="0"/>
                </a:moveTo>
                <a:lnTo>
                  <a:pt x="1381125" y="0"/>
                </a:lnTo>
                <a:lnTo>
                  <a:pt x="1619250" y="323850"/>
                </a:lnTo>
                <a:lnTo>
                  <a:pt x="1381125" y="647700"/>
                </a:lnTo>
                <a:lnTo>
                  <a:pt x="0" y="647700"/>
                </a:lnTo>
                <a:lnTo>
                  <a:pt x="238125" y="323850"/>
                </a:lnTo>
                <a:close/>
              </a:path>
            </a:pathLst>
          </a:custGeom>
          <a:solidFill>
            <a:srgbClr val="031A2E"/>
          </a:solidFill>
          <a:ln w="5715">
            <a:solidFill>
              <a:srgbClr val="E7BB52"/>
            </a:solidFill>
            <a:prstDash val="solid"/>
          </a:ln>
        </p:spPr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F7719842-F72B-45B4-94B7-62B12910FC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9768840" y="1333500"/>
            <a:ext cx="236220" cy="251460"/>
          </a:xfrm>
          <a:prstGeom prst="rect">
            <a:avLst/>
          </a:prstGeom>
        </p:spPr>
      </p:pic>
      <p:sp>
        <p:nvSpPr>
          <p:cNvPr id="51" name="同事复核">
            <a:extLst>
              <a:ext uri="{FF2B5EF4-FFF2-40B4-BE49-F238E27FC236}">
                <a16:creationId xmlns:a16="http://schemas.microsoft.com/office/drawing/2014/main" id="{7C10532E-EFBB-45B3-923C-E06925B8D13C}"/>
              </a:ext>
            </a:extLst>
          </p:cNvPr>
          <p:cNvSpPr>
            <a:spLocks noGrp="1"/>
          </p:cNvSpPr>
          <p:nvPr/>
        </p:nvSpPr>
        <p:spPr>
          <a:xfrm>
            <a:off x="10081260" y="1287780"/>
            <a:ext cx="68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4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14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14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14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14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14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14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14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14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14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14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4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rPr>
              <a:t>同事复核</a:t>
            </a:r>
          </a:p>
        </p:txBody>
      </p:sp>
      <p:sp>
        <p:nvSpPr>
          <p:cNvPr id="52" name="步骤编号9">
            <a:extLst>
              <a:ext uri="{FF2B5EF4-FFF2-40B4-BE49-F238E27FC236}">
                <a16:creationId xmlns:a16="http://schemas.microsoft.com/office/drawing/2014/main" id="{5D036A12-8F87-4182-8C79-F1291655A8E9}"/>
              </a:ext>
            </a:extLst>
          </p:cNvPr>
          <p:cNvSpPr>
            <a:spLocks noGrp="1"/>
          </p:cNvSpPr>
          <p:nvPr/>
        </p:nvSpPr>
        <p:spPr>
          <a:xfrm>
            <a:off x="9776460" y="1097280"/>
            <a:ext cx="167640" cy="167640"/>
          </a:xfrm>
          <a:prstGeom prst="ellipse">
            <a:avLst/>
          </a:prstGeom>
          <a:solidFill>
            <a:srgbClr val="00182A"/>
          </a:solidFill>
          <a:ln w="6096">
            <a:solidFill>
              <a:srgbClr val="E7BB52"/>
            </a:solidFill>
            <a:prstDash val="solid"/>
          </a:ln>
        </p:spPr>
      </p:sp>
      <p:sp>
        <p:nvSpPr>
          <p:cNvPr id="53" name="9">
            <a:extLst>
              <a:ext uri="{FF2B5EF4-FFF2-40B4-BE49-F238E27FC236}">
                <a16:creationId xmlns:a16="http://schemas.microsoft.com/office/drawing/2014/main" id="{86ADA184-9C41-418B-8740-646D5A463D8E}"/>
              </a:ext>
            </a:extLst>
          </p:cNvPr>
          <p:cNvSpPr>
            <a:spLocks noGrp="1"/>
          </p:cNvSpPr>
          <p:nvPr/>
        </p:nvSpPr>
        <p:spPr>
          <a:xfrm>
            <a:off x="9784080" y="11049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E7BB52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54" name="步骤10-项目看板与&#10;Task 轨迹">
            <a:extLst>
              <a:ext uri="{FF2B5EF4-FFF2-40B4-BE49-F238E27FC236}">
                <a16:creationId xmlns:a16="http://schemas.microsoft.com/office/drawing/2014/main" id="{AE1EEC81-9B90-4F48-AB80-3354C47A801D}"/>
              </a:ext>
            </a:extLst>
          </p:cNvPr>
          <p:cNvSpPr>
            <a:spLocks noGrp="1"/>
          </p:cNvSpPr>
          <p:nvPr/>
        </p:nvSpPr>
        <p:spPr>
          <a:xfrm>
            <a:off x="10637520" y="1181100"/>
            <a:ext cx="1386840" cy="518160"/>
          </a:xfrm>
          <a:custGeom>
            <a:avLst/>
            <a:gdLst/>
            <a:ahLst/>
            <a:cxnLst/>
            <a:rect l="0" t="0" r="0" b="0"/>
            <a:pathLst>
              <a:path w="1733550" h="647700">
                <a:moveTo>
                  <a:pt x="0" y="0"/>
                </a:moveTo>
                <a:lnTo>
                  <a:pt x="1495425" y="0"/>
                </a:lnTo>
                <a:lnTo>
                  <a:pt x="1733550" y="323850"/>
                </a:lnTo>
                <a:lnTo>
                  <a:pt x="1495425" y="647700"/>
                </a:lnTo>
                <a:lnTo>
                  <a:pt x="0" y="647700"/>
                </a:lnTo>
                <a:lnTo>
                  <a:pt x="238125" y="323850"/>
                </a:lnTo>
                <a:close/>
              </a:path>
            </a:pathLst>
          </a:custGeom>
          <a:solidFill>
            <a:srgbClr val="031A2E"/>
          </a:solidFill>
          <a:ln w="5715">
            <a:solidFill>
              <a:srgbClr val="9C9AEC"/>
            </a:solidFill>
            <a:prstDash val="solid"/>
          </a:ln>
        </p:spPr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847E03F4-2212-4F64-8B7A-08EE7B0F72E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0911840" y="1333500"/>
            <a:ext cx="236220" cy="259080"/>
          </a:xfrm>
          <a:prstGeom prst="rect">
            <a:avLst/>
          </a:prstGeom>
        </p:spPr>
      </p:pic>
      <p:sp>
        <p:nvSpPr>
          <p:cNvPr id="56" name="项目看板与&#10;Task 轨迹">
            <a:extLst>
              <a:ext uri="{FF2B5EF4-FFF2-40B4-BE49-F238E27FC236}">
                <a16:creationId xmlns:a16="http://schemas.microsoft.com/office/drawing/2014/main" id="{D59AFCAC-6C68-40B6-9ECE-37277ACC6DCB}"/>
              </a:ext>
            </a:extLst>
          </p:cNvPr>
          <p:cNvSpPr>
            <a:spLocks noGrp="1"/>
          </p:cNvSpPr>
          <p:nvPr/>
        </p:nvSpPr>
        <p:spPr>
          <a:xfrm>
            <a:off x="11224260" y="1287780"/>
            <a:ext cx="66294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rPr>
              <a:t>项目看板与</a:t>
            </a:r>
          </a:p>
          <a:p>
            <a:pPr algn="ctr">
              <a:def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34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rPr>
              <a:t>Task 轨迹</a:t>
            </a:r>
          </a:p>
        </p:txBody>
      </p:sp>
      <p:sp>
        <p:nvSpPr>
          <p:cNvPr id="57" name="步骤编号10">
            <a:extLst>
              <a:ext uri="{FF2B5EF4-FFF2-40B4-BE49-F238E27FC236}">
                <a16:creationId xmlns:a16="http://schemas.microsoft.com/office/drawing/2014/main" id="{CEDA42FF-90E7-4F2D-9DE7-22D0B438AB6E}"/>
              </a:ext>
            </a:extLst>
          </p:cNvPr>
          <p:cNvSpPr>
            <a:spLocks noGrp="1"/>
          </p:cNvSpPr>
          <p:nvPr/>
        </p:nvSpPr>
        <p:spPr>
          <a:xfrm>
            <a:off x="10927080" y="1097280"/>
            <a:ext cx="167640" cy="167640"/>
          </a:xfrm>
          <a:prstGeom prst="ellipse">
            <a:avLst/>
          </a:prstGeom>
          <a:solidFill>
            <a:srgbClr val="00182A"/>
          </a:solidFill>
          <a:ln w="6096">
            <a:solidFill>
              <a:srgbClr val="9C9AEC"/>
            </a:solidFill>
            <a:prstDash val="solid"/>
          </a:ln>
        </p:spPr>
      </p:sp>
      <p:sp>
        <p:nvSpPr>
          <p:cNvPr id="58" name="10">
            <a:extLst>
              <a:ext uri="{FF2B5EF4-FFF2-40B4-BE49-F238E27FC236}">
                <a16:creationId xmlns:a16="http://schemas.microsoft.com/office/drawing/2014/main" id="{448A4703-7D67-4A06-9338-A55E5325E341}"/>
              </a:ext>
            </a:extLst>
          </p:cNvPr>
          <p:cNvSpPr>
            <a:spLocks noGrp="1"/>
          </p:cNvSpPr>
          <p:nvPr/>
        </p:nvSpPr>
        <p:spPr>
          <a:xfrm>
            <a:off x="10934700" y="11049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00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00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00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00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00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00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00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00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00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00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00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9C9AEC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59" name="系统看板原稿留空面板">
            <a:extLst>
              <a:ext uri="{FF2B5EF4-FFF2-40B4-BE49-F238E27FC236}">
                <a16:creationId xmlns:a16="http://schemas.microsoft.com/office/drawing/2014/main" id="{DC71EC89-178F-4D9D-8E79-8BC922CFD1EB}"/>
              </a:ext>
            </a:extLst>
          </p:cNvPr>
          <p:cNvSpPr>
            <a:spLocks noGrp="1"/>
          </p:cNvSpPr>
          <p:nvPr/>
        </p:nvSpPr>
        <p:spPr>
          <a:xfrm>
            <a:off x="76200" y="1973580"/>
            <a:ext cx="4564380" cy="2430780"/>
          </a:xfrm>
          <a:prstGeom prst="roundRect">
            <a:avLst>
              <a:gd name="adj" fmla="val 2194"/>
            </a:avLst>
          </a:prstGeom>
          <a:solidFill>
            <a:srgbClr val="000E1D"/>
          </a:solidFill>
          <a:ln w="5334">
            <a:solidFill>
              <a:srgbClr val="009CC0"/>
            </a:solidFill>
            <a:prstDash val="solid"/>
          </a:ln>
        </p:spPr>
      </p:sp>
      <p:sp>
        <p:nvSpPr>
          <p:cNvPr id="60" name="AI 智能填价原稿留空面板">
            <a:extLst>
              <a:ext uri="{FF2B5EF4-FFF2-40B4-BE49-F238E27FC236}">
                <a16:creationId xmlns:a16="http://schemas.microsoft.com/office/drawing/2014/main" id="{4490BA26-15AF-44FB-A170-AC33B72E366A}"/>
              </a:ext>
            </a:extLst>
          </p:cNvPr>
          <p:cNvSpPr>
            <a:spLocks noGrp="1"/>
          </p:cNvSpPr>
          <p:nvPr/>
        </p:nvSpPr>
        <p:spPr>
          <a:xfrm>
            <a:off x="4716780" y="1973580"/>
            <a:ext cx="3589020" cy="2430780"/>
          </a:xfrm>
          <a:prstGeom prst="roundRect">
            <a:avLst>
              <a:gd name="adj" fmla="val 2194"/>
            </a:avLst>
          </a:prstGeom>
          <a:solidFill>
            <a:srgbClr val="000E1D"/>
          </a:solidFill>
          <a:ln w="5334">
            <a:solidFill>
              <a:srgbClr val="009CC0"/>
            </a:solidFill>
            <a:prstDash val="solid"/>
          </a:ln>
        </p:spPr>
      </p:sp>
      <p:sp>
        <p:nvSpPr>
          <p:cNvPr id="61" name="WeACT/ 飞书嵌入式服务原稿留空面板">
            <a:extLst>
              <a:ext uri="{FF2B5EF4-FFF2-40B4-BE49-F238E27FC236}">
                <a16:creationId xmlns:a16="http://schemas.microsoft.com/office/drawing/2014/main" id="{2E098DCD-9E8A-459B-AB0D-AD0429B94240}"/>
              </a:ext>
            </a:extLst>
          </p:cNvPr>
          <p:cNvSpPr>
            <a:spLocks noGrp="1"/>
          </p:cNvSpPr>
          <p:nvPr/>
        </p:nvSpPr>
        <p:spPr>
          <a:xfrm>
            <a:off x="8366760" y="1973580"/>
            <a:ext cx="3741420" cy="2430780"/>
          </a:xfrm>
          <a:prstGeom prst="roundRect">
            <a:avLst>
              <a:gd name="adj" fmla="val 2194"/>
            </a:avLst>
          </a:prstGeom>
          <a:solidFill>
            <a:srgbClr val="000E1D"/>
          </a:solidFill>
          <a:ln w="5334">
            <a:solidFill>
              <a:srgbClr val="009CC0"/>
            </a:solidFill>
            <a:prstDash val="solid"/>
          </a:ln>
        </p:spPr>
      </p:sp>
      <p:sp>
        <p:nvSpPr>
          <p:cNvPr id="62" name="问问智算原稿留空面板">
            <a:extLst>
              <a:ext uri="{FF2B5EF4-FFF2-40B4-BE49-F238E27FC236}">
                <a16:creationId xmlns:a16="http://schemas.microsoft.com/office/drawing/2014/main" id="{F51C3C06-EA05-447B-9416-9B039CADC033}"/>
              </a:ext>
            </a:extLst>
          </p:cNvPr>
          <p:cNvSpPr>
            <a:spLocks noGrp="1"/>
          </p:cNvSpPr>
          <p:nvPr/>
        </p:nvSpPr>
        <p:spPr>
          <a:xfrm>
            <a:off x="76200" y="4457700"/>
            <a:ext cx="3329940" cy="1744980"/>
          </a:xfrm>
          <a:prstGeom prst="roundRect">
            <a:avLst>
              <a:gd name="adj" fmla="val 3057"/>
            </a:avLst>
          </a:prstGeom>
          <a:solidFill>
            <a:srgbClr val="000E1D"/>
          </a:solidFill>
          <a:ln w="5334">
            <a:solidFill>
              <a:srgbClr val="009CC0"/>
            </a:solidFill>
            <a:prstDash val="solid"/>
          </a:ln>
        </p:spPr>
      </p:sp>
      <p:sp>
        <p:nvSpPr>
          <p:cNvPr id="63" name="风险报告面板">
            <a:extLst>
              <a:ext uri="{FF2B5EF4-FFF2-40B4-BE49-F238E27FC236}">
                <a16:creationId xmlns:a16="http://schemas.microsoft.com/office/drawing/2014/main" id="{CD3C6F64-3C07-4AF8-9A6A-C0B1C700E311}"/>
              </a:ext>
            </a:extLst>
          </p:cNvPr>
          <p:cNvSpPr>
            <a:spLocks noGrp="1"/>
          </p:cNvSpPr>
          <p:nvPr/>
        </p:nvSpPr>
        <p:spPr>
          <a:xfrm>
            <a:off x="3451860" y="4457700"/>
            <a:ext cx="1600200" cy="1744980"/>
          </a:xfrm>
          <a:prstGeom prst="roundRect">
            <a:avLst>
              <a:gd name="adj" fmla="val 2857"/>
            </a:avLst>
          </a:prstGeom>
          <a:solidFill>
            <a:srgbClr val="001327"/>
          </a:solidFill>
          <a:ln w="6096">
            <a:solidFill>
              <a:srgbClr val="285773"/>
            </a:solidFill>
            <a:prstDash val="solid"/>
          </a:ln>
        </p:spPr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5F1D6532-8575-48EA-A217-60BE0539FA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3489960" y="4739640"/>
            <a:ext cx="1546860" cy="1417320"/>
          </a:xfrm>
          <a:prstGeom prst="rect">
            <a:avLst/>
          </a:prstGeom>
        </p:spPr>
      </p:pic>
      <p:sp>
        <p:nvSpPr>
          <p:cNvPr id="65" name="成果导出面板">
            <a:extLst>
              <a:ext uri="{FF2B5EF4-FFF2-40B4-BE49-F238E27FC236}">
                <a16:creationId xmlns:a16="http://schemas.microsoft.com/office/drawing/2014/main" id="{690CD45D-E0D5-42A6-B29C-898A13C3B641}"/>
              </a:ext>
            </a:extLst>
          </p:cNvPr>
          <p:cNvSpPr>
            <a:spLocks noGrp="1"/>
          </p:cNvSpPr>
          <p:nvPr/>
        </p:nvSpPr>
        <p:spPr>
          <a:xfrm>
            <a:off x="5113020" y="4457700"/>
            <a:ext cx="1638300" cy="1744980"/>
          </a:xfrm>
          <a:prstGeom prst="roundRect">
            <a:avLst>
              <a:gd name="adj" fmla="val 2791"/>
            </a:avLst>
          </a:prstGeom>
          <a:solidFill>
            <a:srgbClr val="001327"/>
          </a:solidFill>
          <a:ln w="6096">
            <a:solidFill>
              <a:srgbClr val="285773"/>
            </a:solidFill>
            <a:prstDash val="solid"/>
          </a:ln>
        </p:spPr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3BD728BD-B4F8-4AF3-8A8E-F70832AFA49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5151120" y="4747260"/>
            <a:ext cx="1569720" cy="1409700"/>
          </a:xfrm>
          <a:prstGeom prst="rect">
            <a:avLst/>
          </a:prstGeom>
        </p:spPr>
      </p:pic>
      <p:sp>
        <p:nvSpPr>
          <p:cNvPr id="67" name="飞书复核面板">
            <a:extLst>
              <a:ext uri="{FF2B5EF4-FFF2-40B4-BE49-F238E27FC236}">
                <a16:creationId xmlns:a16="http://schemas.microsoft.com/office/drawing/2014/main" id="{3E01C158-F55F-4C5A-8612-A68A52BECE5C}"/>
              </a:ext>
            </a:extLst>
          </p:cNvPr>
          <p:cNvSpPr>
            <a:spLocks noGrp="1"/>
          </p:cNvSpPr>
          <p:nvPr/>
        </p:nvSpPr>
        <p:spPr>
          <a:xfrm>
            <a:off x="6812280" y="4457700"/>
            <a:ext cx="1752600" cy="1744980"/>
          </a:xfrm>
          <a:prstGeom prst="roundRect">
            <a:avLst>
              <a:gd name="adj" fmla="val 2620"/>
            </a:avLst>
          </a:prstGeom>
          <a:solidFill>
            <a:srgbClr val="001327"/>
          </a:solidFill>
          <a:ln w="6096">
            <a:solidFill>
              <a:srgbClr val="285773"/>
            </a:solidFill>
            <a:prstDash val="solid"/>
          </a:ln>
        </p:spPr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91D88D66-A460-4519-8D65-79454D30DB9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6858000" y="4747260"/>
            <a:ext cx="1668780" cy="1409700"/>
          </a:xfrm>
          <a:prstGeom prst="rect">
            <a:avLst/>
          </a:prstGeom>
        </p:spPr>
      </p:pic>
      <p:sp>
        <p:nvSpPr>
          <p:cNvPr id="69" name="多人复核面板">
            <a:extLst>
              <a:ext uri="{FF2B5EF4-FFF2-40B4-BE49-F238E27FC236}">
                <a16:creationId xmlns:a16="http://schemas.microsoft.com/office/drawing/2014/main" id="{EAE6D880-08A3-4BF1-BC44-72555E271912}"/>
              </a:ext>
            </a:extLst>
          </p:cNvPr>
          <p:cNvSpPr>
            <a:spLocks noGrp="1"/>
          </p:cNvSpPr>
          <p:nvPr/>
        </p:nvSpPr>
        <p:spPr>
          <a:xfrm>
            <a:off x="8633460" y="4457700"/>
            <a:ext cx="1546860" cy="1744980"/>
          </a:xfrm>
          <a:prstGeom prst="roundRect">
            <a:avLst>
              <a:gd name="adj" fmla="val 2956"/>
            </a:avLst>
          </a:prstGeom>
          <a:solidFill>
            <a:srgbClr val="001327"/>
          </a:solidFill>
          <a:ln w="6096">
            <a:solidFill>
              <a:srgbClr val="285773"/>
            </a:solidFill>
            <a:prstDash val="solid"/>
          </a:ln>
        </p:spPr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BD3DBF-E1EE-4A2D-BA35-C9EF57F1E34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8671560" y="4754880"/>
            <a:ext cx="1478280" cy="1402080"/>
          </a:xfrm>
          <a:prstGeom prst="rect">
            <a:avLst/>
          </a:prstGeom>
        </p:spPr>
      </p:pic>
      <p:sp>
        <p:nvSpPr>
          <p:cNvPr id="71" name="进度追踪面板">
            <a:extLst>
              <a:ext uri="{FF2B5EF4-FFF2-40B4-BE49-F238E27FC236}">
                <a16:creationId xmlns:a16="http://schemas.microsoft.com/office/drawing/2014/main" id="{6B112532-92F0-40F0-B63E-3D4D38BC390E}"/>
              </a:ext>
            </a:extLst>
          </p:cNvPr>
          <p:cNvSpPr>
            <a:spLocks noGrp="1"/>
          </p:cNvSpPr>
          <p:nvPr/>
        </p:nvSpPr>
        <p:spPr>
          <a:xfrm>
            <a:off x="10233660" y="4457700"/>
            <a:ext cx="1866900" cy="1744980"/>
          </a:xfrm>
          <a:prstGeom prst="roundRect">
            <a:avLst>
              <a:gd name="adj" fmla="val 2620"/>
            </a:avLst>
          </a:prstGeom>
          <a:solidFill>
            <a:srgbClr val="001327"/>
          </a:solidFill>
          <a:ln w="6096">
            <a:solidFill>
              <a:srgbClr val="285773"/>
            </a:solidFill>
            <a:prstDash val="solid"/>
          </a:ln>
        </p:spPr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077F327B-DD6E-4C44-B9B1-49F84CEA3D7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10279380" y="4754880"/>
            <a:ext cx="1760220" cy="1394460"/>
          </a:xfrm>
          <a:prstGeom prst="rect">
            <a:avLst/>
          </a:prstGeom>
        </p:spPr>
      </p:pic>
      <p:sp>
        <p:nvSpPr>
          <p:cNvPr id="73" name="系统看板标题标签">
            <a:extLst>
              <a:ext uri="{FF2B5EF4-FFF2-40B4-BE49-F238E27FC236}">
                <a16:creationId xmlns:a16="http://schemas.microsoft.com/office/drawing/2014/main" id="{0790ECBA-1703-4F49-8F8F-E99654EB8458}"/>
              </a:ext>
            </a:extLst>
          </p:cNvPr>
          <p:cNvSpPr>
            <a:spLocks noGrp="1"/>
          </p:cNvSpPr>
          <p:nvPr/>
        </p:nvSpPr>
        <p:spPr>
          <a:xfrm>
            <a:off x="182880" y="2034540"/>
            <a:ext cx="899160" cy="243840"/>
          </a:xfrm>
          <a:prstGeom prst="roundRect">
            <a:avLst>
              <a:gd name="adj" fmla="val 15625"/>
            </a:avLst>
          </a:prstGeom>
          <a:solidFill>
            <a:srgbClr val="00172C"/>
          </a:solidFill>
          <a:ln w="4953">
            <a:solidFill>
              <a:srgbClr val="007F9B"/>
            </a:solidFill>
            <a:prstDash val="solid"/>
          </a:ln>
        </p:spPr>
      </p:sp>
      <p:sp>
        <p:nvSpPr>
          <p:cNvPr id="74" name="系统看板">
            <a:extLst>
              <a:ext uri="{FF2B5EF4-FFF2-40B4-BE49-F238E27FC236}">
                <a16:creationId xmlns:a16="http://schemas.microsoft.com/office/drawing/2014/main" id="{18734792-A4D8-44DB-B866-0E218B541656}"/>
              </a:ext>
            </a:extLst>
          </p:cNvPr>
          <p:cNvSpPr>
            <a:spLocks noGrp="1"/>
          </p:cNvSpPr>
          <p:nvPr/>
        </p:nvSpPr>
        <p:spPr>
          <a:xfrm>
            <a:off x="251460" y="2049780"/>
            <a:ext cx="7620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系统看板</a:t>
            </a:r>
          </a:p>
        </p:txBody>
      </p:sp>
      <p:sp>
        <p:nvSpPr>
          <p:cNvPr id="75" name="AI 智能填价标题标签">
            <a:extLst>
              <a:ext uri="{FF2B5EF4-FFF2-40B4-BE49-F238E27FC236}">
                <a16:creationId xmlns:a16="http://schemas.microsoft.com/office/drawing/2014/main" id="{58E3B053-0885-4237-A7FA-9BF1ACC7C48F}"/>
              </a:ext>
            </a:extLst>
          </p:cNvPr>
          <p:cNvSpPr>
            <a:spLocks noGrp="1"/>
          </p:cNvSpPr>
          <p:nvPr/>
        </p:nvSpPr>
        <p:spPr>
          <a:xfrm>
            <a:off x="4785360" y="2034540"/>
            <a:ext cx="1181100" cy="243840"/>
          </a:xfrm>
          <a:prstGeom prst="roundRect">
            <a:avLst>
              <a:gd name="adj" fmla="val 15625"/>
            </a:avLst>
          </a:prstGeom>
          <a:solidFill>
            <a:srgbClr val="00172C"/>
          </a:solidFill>
          <a:ln w="4953">
            <a:solidFill>
              <a:srgbClr val="007F9B"/>
            </a:solidFill>
            <a:prstDash val="solid"/>
          </a:ln>
        </p:spPr>
      </p:sp>
      <p:sp>
        <p:nvSpPr>
          <p:cNvPr id="76" name="AI 智能填价">
            <a:extLst>
              <a:ext uri="{FF2B5EF4-FFF2-40B4-BE49-F238E27FC236}">
                <a16:creationId xmlns:a16="http://schemas.microsoft.com/office/drawing/2014/main" id="{5C9773B4-B918-4BB7-8A52-9C43C3295B2F}"/>
              </a:ext>
            </a:extLst>
          </p:cNvPr>
          <p:cNvSpPr>
            <a:spLocks noGrp="1"/>
          </p:cNvSpPr>
          <p:nvPr/>
        </p:nvSpPr>
        <p:spPr>
          <a:xfrm>
            <a:off x="4853940" y="2049780"/>
            <a:ext cx="104394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AI 智能填价</a:t>
            </a:r>
          </a:p>
        </p:txBody>
      </p:sp>
      <p:sp>
        <p:nvSpPr>
          <p:cNvPr id="77" name="WeACT/ 飞书嵌入式服务标题标签">
            <a:extLst>
              <a:ext uri="{FF2B5EF4-FFF2-40B4-BE49-F238E27FC236}">
                <a16:creationId xmlns:a16="http://schemas.microsoft.com/office/drawing/2014/main" id="{8C40B7E8-9153-498C-9381-9C8872048A49}"/>
              </a:ext>
            </a:extLst>
          </p:cNvPr>
          <p:cNvSpPr>
            <a:spLocks noGrp="1"/>
          </p:cNvSpPr>
          <p:nvPr/>
        </p:nvSpPr>
        <p:spPr>
          <a:xfrm>
            <a:off x="8450580" y="2034540"/>
            <a:ext cx="1950720" cy="243840"/>
          </a:xfrm>
          <a:prstGeom prst="roundRect">
            <a:avLst>
              <a:gd name="adj" fmla="val 15625"/>
            </a:avLst>
          </a:prstGeom>
          <a:solidFill>
            <a:srgbClr val="00172C"/>
          </a:solidFill>
          <a:ln w="4953">
            <a:solidFill>
              <a:srgbClr val="007F9B"/>
            </a:solidFill>
            <a:prstDash val="solid"/>
          </a:ln>
        </p:spPr>
      </p:sp>
      <p:sp>
        <p:nvSpPr>
          <p:cNvPr id="78" name="WeACT/ 飞书嵌入式服务">
            <a:extLst>
              <a:ext uri="{FF2B5EF4-FFF2-40B4-BE49-F238E27FC236}">
                <a16:creationId xmlns:a16="http://schemas.microsoft.com/office/drawing/2014/main" id="{721C16CD-84F0-4407-999D-505E22A899CB}"/>
              </a:ext>
            </a:extLst>
          </p:cNvPr>
          <p:cNvSpPr>
            <a:spLocks noGrp="1"/>
          </p:cNvSpPr>
          <p:nvPr/>
        </p:nvSpPr>
        <p:spPr>
          <a:xfrm>
            <a:off x="8519160" y="2049780"/>
            <a:ext cx="181356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WeACT/ 飞书嵌入式服务</a:t>
            </a:r>
          </a:p>
        </p:txBody>
      </p:sp>
      <p:sp>
        <p:nvSpPr>
          <p:cNvPr id="79" name="问问智算标题标签">
            <a:extLst>
              <a:ext uri="{FF2B5EF4-FFF2-40B4-BE49-F238E27FC236}">
                <a16:creationId xmlns:a16="http://schemas.microsoft.com/office/drawing/2014/main" id="{F3B6B45C-32E5-430D-B2CF-9E817577621E}"/>
              </a:ext>
            </a:extLst>
          </p:cNvPr>
          <p:cNvSpPr>
            <a:spLocks noGrp="1"/>
          </p:cNvSpPr>
          <p:nvPr/>
        </p:nvSpPr>
        <p:spPr>
          <a:xfrm>
            <a:off x="190500" y="4526280"/>
            <a:ext cx="899160" cy="243840"/>
          </a:xfrm>
          <a:prstGeom prst="roundRect">
            <a:avLst>
              <a:gd name="adj" fmla="val 15625"/>
            </a:avLst>
          </a:prstGeom>
          <a:solidFill>
            <a:srgbClr val="00172C"/>
          </a:solidFill>
          <a:ln w="4953">
            <a:solidFill>
              <a:srgbClr val="007F9B"/>
            </a:solidFill>
            <a:prstDash val="solid"/>
          </a:ln>
        </p:spPr>
      </p:sp>
      <p:sp>
        <p:nvSpPr>
          <p:cNvPr id="80" name="问问智算">
            <a:extLst>
              <a:ext uri="{FF2B5EF4-FFF2-40B4-BE49-F238E27FC236}">
                <a16:creationId xmlns:a16="http://schemas.microsoft.com/office/drawing/2014/main" id="{F022778F-E5EF-47D9-B9FB-946AF5F11D62}"/>
              </a:ext>
            </a:extLst>
          </p:cNvPr>
          <p:cNvSpPr>
            <a:spLocks noGrp="1"/>
          </p:cNvSpPr>
          <p:nvPr/>
        </p:nvSpPr>
        <p:spPr>
          <a:xfrm>
            <a:off x="259080" y="4541520"/>
            <a:ext cx="7620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问问智算</a:t>
            </a:r>
          </a:p>
        </p:txBody>
      </p:sp>
      <p:sp>
        <p:nvSpPr>
          <p:cNvPr id="81" name="风险报告标题标签">
            <a:extLst>
              <a:ext uri="{FF2B5EF4-FFF2-40B4-BE49-F238E27FC236}">
                <a16:creationId xmlns:a16="http://schemas.microsoft.com/office/drawing/2014/main" id="{B4E4DBA6-4CE6-43B3-A490-6C98CEC55BD4}"/>
              </a:ext>
            </a:extLst>
          </p:cNvPr>
          <p:cNvSpPr>
            <a:spLocks noGrp="1"/>
          </p:cNvSpPr>
          <p:nvPr/>
        </p:nvSpPr>
        <p:spPr>
          <a:xfrm>
            <a:off x="3535680" y="4526280"/>
            <a:ext cx="899160" cy="243840"/>
          </a:xfrm>
          <a:prstGeom prst="roundRect">
            <a:avLst>
              <a:gd name="adj" fmla="val 15625"/>
            </a:avLst>
          </a:prstGeom>
          <a:solidFill>
            <a:srgbClr val="00172C"/>
          </a:solidFill>
          <a:ln w="4953">
            <a:solidFill>
              <a:srgbClr val="007F9B"/>
            </a:solidFill>
            <a:prstDash val="solid"/>
          </a:ln>
        </p:spPr>
      </p:sp>
      <p:sp>
        <p:nvSpPr>
          <p:cNvPr id="82" name="风险报告">
            <a:extLst>
              <a:ext uri="{FF2B5EF4-FFF2-40B4-BE49-F238E27FC236}">
                <a16:creationId xmlns:a16="http://schemas.microsoft.com/office/drawing/2014/main" id="{6BE3F27D-D184-424D-839C-BE0DBDDE940C}"/>
              </a:ext>
            </a:extLst>
          </p:cNvPr>
          <p:cNvSpPr>
            <a:spLocks noGrp="1"/>
          </p:cNvSpPr>
          <p:nvPr/>
        </p:nvSpPr>
        <p:spPr>
          <a:xfrm>
            <a:off x="3604260" y="4541520"/>
            <a:ext cx="7620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风险报告</a:t>
            </a:r>
          </a:p>
        </p:txBody>
      </p:sp>
      <p:sp>
        <p:nvSpPr>
          <p:cNvPr id="83" name="成果导出标题标签">
            <a:extLst>
              <a:ext uri="{FF2B5EF4-FFF2-40B4-BE49-F238E27FC236}">
                <a16:creationId xmlns:a16="http://schemas.microsoft.com/office/drawing/2014/main" id="{A4D569F4-C479-4731-B202-A2D567881F21}"/>
              </a:ext>
            </a:extLst>
          </p:cNvPr>
          <p:cNvSpPr>
            <a:spLocks noGrp="1"/>
          </p:cNvSpPr>
          <p:nvPr/>
        </p:nvSpPr>
        <p:spPr>
          <a:xfrm>
            <a:off x="5181600" y="4526280"/>
            <a:ext cx="899160" cy="243840"/>
          </a:xfrm>
          <a:prstGeom prst="roundRect">
            <a:avLst>
              <a:gd name="adj" fmla="val 15625"/>
            </a:avLst>
          </a:prstGeom>
          <a:solidFill>
            <a:srgbClr val="00172C"/>
          </a:solidFill>
          <a:ln w="4953">
            <a:solidFill>
              <a:srgbClr val="007F9B"/>
            </a:solidFill>
            <a:prstDash val="solid"/>
          </a:ln>
        </p:spPr>
      </p:sp>
      <p:sp>
        <p:nvSpPr>
          <p:cNvPr id="84" name="成果导出">
            <a:extLst>
              <a:ext uri="{FF2B5EF4-FFF2-40B4-BE49-F238E27FC236}">
                <a16:creationId xmlns:a16="http://schemas.microsoft.com/office/drawing/2014/main" id="{EC999050-626A-49CB-9ABD-87FC14731A95}"/>
              </a:ext>
            </a:extLst>
          </p:cNvPr>
          <p:cNvSpPr>
            <a:spLocks noGrp="1"/>
          </p:cNvSpPr>
          <p:nvPr/>
        </p:nvSpPr>
        <p:spPr>
          <a:xfrm>
            <a:off x="5250180" y="4541520"/>
            <a:ext cx="7620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成果导出</a:t>
            </a:r>
          </a:p>
        </p:txBody>
      </p:sp>
      <p:sp>
        <p:nvSpPr>
          <p:cNvPr id="85" name="飞书复核标题标签">
            <a:extLst>
              <a:ext uri="{FF2B5EF4-FFF2-40B4-BE49-F238E27FC236}">
                <a16:creationId xmlns:a16="http://schemas.microsoft.com/office/drawing/2014/main" id="{2D4360D9-4F24-4419-9401-CC8CA00FC6C3}"/>
              </a:ext>
            </a:extLst>
          </p:cNvPr>
          <p:cNvSpPr>
            <a:spLocks noGrp="1"/>
          </p:cNvSpPr>
          <p:nvPr/>
        </p:nvSpPr>
        <p:spPr>
          <a:xfrm>
            <a:off x="6880860" y="4526280"/>
            <a:ext cx="906780" cy="243840"/>
          </a:xfrm>
          <a:prstGeom prst="roundRect">
            <a:avLst>
              <a:gd name="adj" fmla="val 15625"/>
            </a:avLst>
          </a:prstGeom>
          <a:solidFill>
            <a:srgbClr val="00172C"/>
          </a:solidFill>
          <a:ln w="4953">
            <a:solidFill>
              <a:srgbClr val="007F9B"/>
            </a:solidFill>
            <a:prstDash val="solid"/>
          </a:ln>
        </p:spPr>
      </p:sp>
      <p:sp>
        <p:nvSpPr>
          <p:cNvPr id="86" name="飞书复核">
            <a:extLst>
              <a:ext uri="{FF2B5EF4-FFF2-40B4-BE49-F238E27FC236}">
                <a16:creationId xmlns:a16="http://schemas.microsoft.com/office/drawing/2014/main" id="{F9CF4C0B-207C-4F16-8240-D1740C079693}"/>
              </a:ext>
            </a:extLst>
          </p:cNvPr>
          <p:cNvSpPr>
            <a:spLocks noGrp="1"/>
          </p:cNvSpPr>
          <p:nvPr/>
        </p:nvSpPr>
        <p:spPr>
          <a:xfrm>
            <a:off x="6949440" y="4541520"/>
            <a:ext cx="76962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飞书复核</a:t>
            </a:r>
          </a:p>
        </p:txBody>
      </p:sp>
      <p:sp>
        <p:nvSpPr>
          <p:cNvPr id="87" name="多人复核标题标签">
            <a:extLst>
              <a:ext uri="{FF2B5EF4-FFF2-40B4-BE49-F238E27FC236}">
                <a16:creationId xmlns:a16="http://schemas.microsoft.com/office/drawing/2014/main" id="{F34E9495-E9A0-4533-8A21-DF6AC8BA2298}"/>
              </a:ext>
            </a:extLst>
          </p:cNvPr>
          <p:cNvSpPr>
            <a:spLocks noGrp="1"/>
          </p:cNvSpPr>
          <p:nvPr/>
        </p:nvSpPr>
        <p:spPr>
          <a:xfrm>
            <a:off x="8648700" y="4526280"/>
            <a:ext cx="899160" cy="243840"/>
          </a:xfrm>
          <a:prstGeom prst="roundRect">
            <a:avLst>
              <a:gd name="adj" fmla="val 15625"/>
            </a:avLst>
          </a:prstGeom>
          <a:solidFill>
            <a:srgbClr val="00172C"/>
          </a:solidFill>
          <a:ln w="4953">
            <a:solidFill>
              <a:srgbClr val="007F9B"/>
            </a:solidFill>
            <a:prstDash val="solid"/>
          </a:ln>
        </p:spPr>
      </p:sp>
      <p:sp>
        <p:nvSpPr>
          <p:cNvPr id="88" name="多人复核">
            <a:extLst>
              <a:ext uri="{FF2B5EF4-FFF2-40B4-BE49-F238E27FC236}">
                <a16:creationId xmlns:a16="http://schemas.microsoft.com/office/drawing/2014/main" id="{7E872E5B-FD87-49A3-868F-B6DE0A07D7F5}"/>
              </a:ext>
            </a:extLst>
          </p:cNvPr>
          <p:cNvSpPr>
            <a:spLocks noGrp="1"/>
          </p:cNvSpPr>
          <p:nvPr/>
        </p:nvSpPr>
        <p:spPr>
          <a:xfrm>
            <a:off x="8717280" y="4541520"/>
            <a:ext cx="76200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多人复核</a:t>
            </a:r>
          </a:p>
        </p:txBody>
      </p:sp>
      <p:sp>
        <p:nvSpPr>
          <p:cNvPr id="89" name="进度追踪标题标签">
            <a:extLst>
              <a:ext uri="{FF2B5EF4-FFF2-40B4-BE49-F238E27FC236}">
                <a16:creationId xmlns:a16="http://schemas.microsoft.com/office/drawing/2014/main" id="{A4348F4A-9442-462B-BD5E-E8CDD63F2160}"/>
              </a:ext>
            </a:extLst>
          </p:cNvPr>
          <p:cNvSpPr>
            <a:spLocks noGrp="1"/>
          </p:cNvSpPr>
          <p:nvPr/>
        </p:nvSpPr>
        <p:spPr>
          <a:xfrm>
            <a:off x="10271760" y="4526280"/>
            <a:ext cx="906780" cy="243840"/>
          </a:xfrm>
          <a:prstGeom prst="roundRect">
            <a:avLst>
              <a:gd name="adj" fmla="val 15625"/>
            </a:avLst>
          </a:prstGeom>
          <a:solidFill>
            <a:srgbClr val="00172C"/>
          </a:solidFill>
          <a:ln w="4953">
            <a:solidFill>
              <a:srgbClr val="007F9B"/>
            </a:solidFill>
            <a:prstDash val="solid"/>
          </a:ln>
        </p:spPr>
      </p:sp>
      <p:sp>
        <p:nvSpPr>
          <p:cNvPr id="90" name="进度追踪">
            <a:extLst>
              <a:ext uri="{FF2B5EF4-FFF2-40B4-BE49-F238E27FC236}">
                <a16:creationId xmlns:a16="http://schemas.microsoft.com/office/drawing/2014/main" id="{62196CEB-C263-4D82-866D-0ED81302DAA2}"/>
              </a:ext>
            </a:extLst>
          </p:cNvPr>
          <p:cNvSpPr>
            <a:spLocks noGrp="1"/>
          </p:cNvSpPr>
          <p:nvPr/>
        </p:nvSpPr>
        <p:spPr>
          <a:xfrm>
            <a:off x="10340340" y="4541520"/>
            <a:ext cx="769620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进度追踪</a:t>
            </a:r>
          </a:p>
        </p:txBody>
      </p:sp>
      <p:pic>
        <p:nvPicPr>
          <p:cNvPr id="91" name="图片 90">
            <a:extLst>
              <a:ext uri="{FF2B5EF4-FFF2-40B4-BE49-F238E27FC236}">
                <a16:creationId xmlns:a16="http://schemas.microsoft.com/office/drawing/2014/main" id="{AD506712-9ED5-4F3E-874B-6ED5DA6BEBD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320040" y="6301740"/>
            <a:ext cx="274320" cy="297180"/>
          </a:xfrm>
          <a:prstGeom prst="rect">
            <a:avLst/>
          </a:prstGeom>
        </p:spPr>
      </p:pic>
      <p:sp>
        <p:nvSpPr>
          <p:cNvPr id="92" name="规则真的运行">
            <a:extLst>
              <a:ext uri="{FF2B5EF4-FFF2-40B4-BE49-F238E27FC236}">
                <a16:creationId xmlns:a16="http://schemas.microsoft.com/office/drawing/2014/main" id="{EB243113-E70B-4A69-A759-87BAD4A9F911}"/>
              </a:ext>
            </a:extLst>
          </p:cNvPr>
          <p:cNvSpPr>
            <a:spLocks noGrp="1"/>
          </p:cNvSpPr>
          <p:nvPr/>
        </p:nvSpPr>
        <p:spPr>
          <a:xfrm>
            <a:off x="708660" y="6316980"/>
            <a:ext cx="11582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规则真的运行</a:t>
            </a:r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215D95D7-4EFA-4199-B919-CCB0B27D1BD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2011680" y="6301740"/>
            <a:ext cx="243840" cy="304800"/>
          </a:xfrm>
          <a:prstGeom prst="rect">
            <a:avLst/>
          </a:prstGeom>
        </p:spPr>
      </p:pic>
      <p:sp>
        <p:nvSpPr>
          <p:cNvPr id="94" name="依据真的可问">
            <a:extLst>
              <a:ext uri="{FF2B5EF4-FFF2-40B4-BE49-F238E27FC236}">
                <a16:creationId xmlns:a16="http://schemas.microsoft.com/office/drawing/2014/main" id="{FFCD9D3E-DE86-4C15-882F-CEF52E7795F1}"/>
              </a:ext>
            </a:extLst>
          </p:cNvPr>
          <p:cNvSpPr>
            <a:spLocks noGrp="1"/>
          </p:cNvSpPr>
          <p:nvPr/>
        </p:nvSpPr>
        <p:spPr>
          <a:xfrm>
            <a:off x="2354580" y="6316980"/>
            <a:ext cx="122682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依据真的可问</a:t>
            </a:r>
          </a:p>
        </p:txBody>
      </p:sp>
      <p:pic>
        <p:nvPicPr>
          <p:cNvPr id="95" name="图片 94">
            <a:extLst>
              <a:ext uri="{FF2B5EF4-FFF2-40B4-BE49-F238E27FC236}">
                <a16:creationId xmlns:a16="http://schemas.microsoft.com/office/drawing/2014/main" id="{6F2AF0F1-34B2-4F8D-B227-9EEFBE60235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3619500" y="6301740"/>
            <a:ext cx="274320" cy="297180"/>
          </a:xfrm>
          <a:prstGeom prst="rect">
            <a:avLst/>
          </a:prstGeom>
        </p:spPr>
      </p:pic>
      <p:sp>
        <p:nvSpPr>
          <p:cNvPr id="96" name="风险真的暴露">
            <a:extLst>
              <a:ext uri="{FF2B5EF4-FFF2-40B4-BE49-F238E27FC236}">
                <a16:creationId xmlns:a16="http://schemas.microsoft.com/office/drawing/2014/main" id="{21BF10C1-C02B-4AC7-B87C-A88016A60271}"/>
              </a:ext>
            </a:extLst>
          </p:cNvPr>
          <p:cNvSpPr>
            <a:spLocks noGrp="1"/>
          </p:cNvSpPr>
          <p:nvPr/>
        </p:nvSpPr>
        <p:spPr>
          <a:xfrm>
            <a:off x="3985260" y="6316980"/>
            <a:ext cx="11734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风险真的暴露</a:t>
            </a:r>
          </a:p>
        </p:txBody>
      </p:sp>
      <p:pic>
        <p:nvPicPr>
          <p:cNvPr id="97" name="图片 96">
            <a:extLst>
              <a:ext uri="{FF2B5EF4-FFF2-40B4-BE49-F238E27FC236}">
                <a16:creationId xmlns:a16="http://schemas.microsoft.com/office/drawing/2014/main" id="{4F8FD576-5AB0-4E1C-8267-0AE91F88D8E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5303520" y="6301740"/>
            <a:ext cx="266700" cy="304800"/>
          </a:xfrm>
          <a:prstGeom prst="rect">
            <a:avLst/>
          </a:prstGeom>
        </p:spPr>
      </p:pic>
      <p:sp>
        <p:nvSpPr>
          <p:cNvPr id="98" name="任务真的找到人">
            <a:extLst>
              <a:ext uri="{FF2B5EF4-FFF2-40B4-BE49-F238E27FC236}">
                <a16:creationId xmlns:a16="http://schemas.microsoft.com/office/drawing/2014/main" id="{9E69B7D1-169F-4A07-A7F9-DA88A969BAA6}"/>
              </a:ext>
            </a:extLst>
          </p:cNvPr>
          <p:cNvSpPr>
            <a:spLocks noGrp="1"/>
          </p:cNvSpPr>
          <p:nvPr/>
        </p:nvSpPr>
        <p:spPr>
          <a:xfrm>
            <a:off x="5646420" y="631698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任务真的找到人</a:t>
            </a:r>
          </a:p>
        </p:txBody>
      </p:sp>
      <p:sp>
        <p:nvSpPr>
          <p:cNvPr id="99" name="过程真的可追溯">
            <a:extLst>
              <a:ext uri="{FF2B5EF4-FFF2-40B4-BE49-F238E27FC236}">
                <a16:creationId xmlns:a16="http://schemas.microsoft.com/office/drawing/2014/main" id="{D8821177-6B06-426C-8CAA-BEB69D94D33F}"/>
              </a:ext>
            </a:extLst>
          </p:cNvPr>
          <p:cNvSpPr>
            <a:spLocks noGrp="1"/>
          </p:cNvSpPr>
          <p:nvPr/>
        </p:nvSpPr>
        <p:spPr>
          <a:xfrm>
            <a:off x="7071360" y="6316980"/>
            <a:ext cx="134112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过程真的可追溯</a:t>
            </a:r>
          </a:p>
        </p:txBody>
      </p:sp>
      <p:sp>
        <p:nvSpPr>
          <p:cNvPr id="100" name="connector">
            <a:extLst>
              <a:ext uri="{FF2B5EF4-FFF2-40B4-BE49-F238E27FC236}">
                <a16:creationId xmlns:a16="http://schemas.microsoft.com/office/drawing/2014/main" id="{B142AAAA-F7BE-474E-A09A-E7B1F124CD39}"/>
              </a:ext>
            </a:extLst>
          </p:cNvPr>
          <p:cNvSpPr>
            <a:spLocks noGrp="1"/>
          </p:cNvSpPr>
          <p:nvPr/>
        </p:nvSpPr>
        <p:spPr>
          <a:xfrm>
            <a:off x="1859280" y="6339840"/>
            <a:ext cx="0" cy="220980"/>
          </a:xfrm>
          <a:prstGeom prst="line">
            <a:avLst/>
          </a:prstGeom>
          <a:noFill/>
          <a:ln w="6858">
            <a:solidFill>
              <a:srgbClr val="93A0B1"/>
            </a:solidFill>
            <a:prstDash val="solid"/>
          </a:ln>
        </p:spPr>
      </p:sp>
      <p:sp>
        <p:nvSpPr>
          <p:cNvPr id="101" name="connector">
            <a:extLst>
              <a:ext uri="{FF2B5EF4-FFF2-40B4-BE49-F238E27FC236}">
                <a16:creationId xmlns:a16="http://schemas.microsoft.com/office/drawing/2014/main" id="{9661015B-F4AE-48EC-9212-4D4306624324}"/>
              </a:ext>
            </a:extLst>
          </p:cNvPr>
          <p:cNvSpPr>
            <a:spLocks noGrp="1"/>
          </p:cNvSpPr>
          <p:nvPr/>
        </p:nvSpPr>
        <p:spPr>
          <a:xfrm>
            <a:off x="3550920" y="6339840"/>
            <a:ext cx="0" cy="220980"/>
          </a:xfrm>
          <a:prstGeom prst="line">
            <a:avLst/>
          </a:prstGeom>
          <a:noFill/>
          <a:ln w="6858">
            <a:solidFill>
              <a:srgbClr val="93A0B1"/>
            </a:solidFill>
            <a:prstDash val="solid"/>
          </a:ln>
        </p:spPr>
      </p:sp>
      <p:sp>
        <p:nvSpPr>
          <p:cNvPr id="102" name="connector">
            <a:extLst>
              <a:ext uri="{FF2B5EF4-FFF2-40B4-BE49-F238E27FC236}">
                <a16:creationId xmlns:a16="http://schemas.microsoft.com/office/drawing/2014/main" id="{4CD9366C-E16C-425B-88DC-09622EEFDF6B}"/>
              </a:ext>
            </a:extLst>
          </p:cNvPr>
          <p:cNvSpPr>
            <a:spLocks noGrp="1"/>
          </p:cNvSpPr>
          <p:nvPr/>
        </p:nvSpPr>
        <p:spPr>
          <a:xfrm>
            <a:off x="5189220" y="6339840"/>
            <a:ext cx="0" cy="220980"/>
          </a:xfrm>
          <a:prstGeom prst="line">
            <a:avLst/>
          </a:prstGeom>
          <a:noFill/>
          <a:ln w="6858">
            <a:solidFill>
              <a:srgbClr val="93A0B1"/>
            </a:solidFill>
            <a:prstDash val="solid"/>
          </a:ln>
        </p:spPr>
      </p:sp>
      <p:sp>
        <p:nvSpPr>
          <p:cNvPr id="103" name="connector">
            <a:extLst>
              <a:ext uri="{FF2B5EF4-FFF2-40B4-BE49-F238E27FC236}">
                <a16:creationId xmlns:a16="http://schemas.microsoft.com/office/drawing/2014/main" id="{FC484723-E3C2-49D5-A391-BB309163F841}"/>
              </a:ext>
            </a:extLst>
          </p:cNvPr>
          <p:cNvSpPr>
            <a:spLocks noGrp="1"/>
          </p:cNvSpPr>
          <p:nvPr/>
        </p:nvSpPr>
        <p:spPr>
          <a:xfrm>
            <a:off x="6903720" y="6339840"/>
            <a:ext cx="0" cy="220980"/>
          </a:xfrm>
          <a:prstGeom prst="line">
            <a:avLst/>
          </a:prstGeom>
          <a:noFill/>
          <a:ln w="6858">
            <a:solidFill>
              <a:srgbClr val="93A0B1"/>
            </a:solidFill>
            <a:prstDash val="solid"/>
          </a:ln>
        </p:spPr>
      </p:sp>
      <p:sp>
        <p:nvSpPr>
          <p:cNvPr id="104" name="panel">
            <a:extLst>
              <a:ext uri="{FF2B5EF4-FFF2-40B4-BE49-F238E27FC236}">
                <a16:creationId xmlns:a16="http://schemas.microsoft.com/office/drawing/2014/main" id="{36A39C1B-82E8-44F1-ABD9-FFB1E4B61C59}"/>
              </a:ext>
            </a:extLst>
          </p:cNvPr>
          <p:cNvSpPr>
            <a:spLocks noGrp="1"/>
          </p:cNvSpPr>
          <p:nvPr/>
        </p:nvSpPr>
        <p:spPr>
          <a:xfrm>
            <a:off x="8458200" y="6278880"/>
            <a:ext cx="3497580" cy="327660"/>
          </a:xfrm>
          <a:prstGeom prst="roundRect">
            <a:avLst>
              <a:gd name="adj" fmla="val 11628"/>
            </a:avLst>
          </a:prstGeom>
          <a:solidFill>
            <a:srgbClr val="101B27"/>
          </a:solidFill>
          <a:ln w="6858">
            <a:solidFill>
              <a:srgbClr val="B88D49"/>
            </a:solidFill>
            <a:prstDash val="solid"/>
          </a:ln>
        </p:spPr>
      </p:sp>
      <p:sp>
        <p:nvSpPr>
          <p:cNvPr id="105" name="同一项 Task │ 真实数据 │ 真实操作 │ 真实成">
            <a:extLst>
              <a:ext uri="{FF2B5EF4-FFF2-40B4-BE49-F238E27FC236}">
                <a16:creationId xmlns:a16="http://schemas.microsoft.com/office/drawing/2014/main" id="{006EF5D7-38ED-4D9C-99E8-7C2EFAF3F723}"/>
              </a:ext>
            </a:extLst>
          </p:cNvPr>
          <p:cNvSpPr>
            <a:spLocks noGrp="1"/>
          </p:cNvSpPr>
          <p:nvPr/>
        </p:nvSpPr>
        <p:spPr>
          <a:xfrm>
            <a:off x="8587740" y="6324600"/>
            <a:ext cx="329184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84" b="0">
                <a:solidFill>
                  <a:srgbClr val="E4B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84" b="0">
                <a:solidFill>
                  <a:srgbClr val="E4B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84" b="0">
                <a:solidFill>
                  <a:srgbClr val="E4B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84" b="0">
                <a:solidFill>
                  <a:srgbClr val="E4B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84" b="0">
                <a:solidFill>
                  <a:srgbClr val="E4B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84" b="0">
                <a:solidFill>
                  <a:srgbClr val="E4B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84" b="0">
                <a:solidFill>
                  <a:srgbClr val="E4B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84" b="0">
                <a:solidFill>
                  <a:srgbClr val="E4B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84" b="0">
                <a:solidFill>
                  <a:srgbClr val="E4B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84" b="0">
                <a:solidFill>
                  <a:srgbClr val="E4B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84" b="0">
                <a:solidFill>
                  <a:srgbClr val="E4B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4" b="0">
                <a:solidFill>
                  <a:srgbClr val="E4BB63"/>
                </a:solidFill>
                <a:latin typeface="Noto Sans CJK SC"/>
                <a:ea typeface="Noto Sans CJK SC"/>
                <a:cs typeface="Noto Sans CJK SC"/>
              </a:rPr>
              <a:t>同一项 Task │ 真实数据 │ 真实操作 │ 真实成果</a:t>
            </a:r>
          </a:p>
        </p:txBody>
      </p:sp>
    </p:spTree>
    <p:extLst>
      <p:ext uri="{BB962C8B-B14F-4D97-AF65-F5344CB8AC3E}">
        <p14:creationId xmlns:p14="http://schemas.microsoft.com/office/powerpoint/2010/main" val="1967934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图片 131">
            <a:extLst>
              <a:ext uri="{FF2B5EF4-FFF2-40B4-BE49-F238E27FC236}">
                <a16:creationId xmlns:a16="http://schemas.microsoft.com/office/drawing/2014/main" id="{6422B310-6D8E-483B-A0D5-479DD1E13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3124200" cy="83058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E78DD2D-8A23-4732-B54D-C371B43FB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72600" y="0"/>
            <a:ext cx="2819400" cy="845820"/>
          </a:xfrm>
          <a:prstGeom prst="rect">
            <a:avLst/>
          </a:prstGeom>
        </p:spPr>
      </p:pic>
      <p:sp>
        <p:nvSpPr>
          <p:cNvPr id="3" name="复制的不是页面，是">
            <a:extLst>
              <a:ext uri="{FF2B5EF4-FFF2-40B4-BE49-F238E27FC236}">
                <a16:creationId xmlns:a16="http://schemas.microsoft.com/office/drawing/2014/main" id="{A402AE6D-BA9C-46E6-9BCE-BE6FABC2DB9A}"/>
              </a:ext>
            </a:extLst>
          </p:cNvPr>
          <p:cNvSpPr>
            <a:spLocks noGrp="1"/>
          </p:cNvSpPr>
          <p:nvPr/>
        </p:nvSpPr>
        <p:spPr>
          <a:xfrm>
            <a:off x="3147060" y="91440"/>
            <a:ext cx="3710940" cy="487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1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1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1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1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1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1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1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1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1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1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21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1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复制的不是页面，是</a:t>
            </a:r>
          </a:p>
        </p:txBody>
      </p:sp>
      <p:sp>
        <p:nvSpPr>
          <p:cNvPr id="4" name="专业能力">
            <a:extLst>
              <a:ext uri="{FF2B5EF4-FFF2-40B4-BE49-F238E27FC236}">
                <a16:creationId xmlns:a16="http://schemas.microsoft.com/office/drawing/2014/main" id="{DC08D313-BFED-49E6-AB30-F280B01DC1B0}"/>
              </a:ext>
            </a:extLst>
          </p:cNvPr>
          <p:cNvSpPr>
            <a:spLocks noGrp="1"/>
          </p:cNvSpPr>
          <p:nvPr/>
        </p:nvSpPr>
        <p:spPr>
          <a:xfrm>
            <a:off x="6873240" y="91440"/>
            <a:ext cx="1729740" cy="487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1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1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1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1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1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1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1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1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1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1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21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1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专业能力</a:t>
            </a:r>
          </a:p>
        </p:txBody>
      </p:sp>
      <p:sp>
        <p:nvSpPr>
          <p:cNvPr id="5" name="把专业知识变成机器可以调用的能力">
            <a:extLst>
              <a:ext uri="{FF2B5EF4-FFF2-40B4-BE49-F238E27FC236}">
                <a16:creationId xmlns:a16="http://schemas.microsoft.com/office/drawing/2014/main" id="{CF50395A-BF3C-4D0E-9D56-D3A5AD53A511}"/>
              </a:ext>
            </a:extLst>
          </p:cNvPr>
          <p:cNvSpPr>
            <a:spLocks noGrp="1"/>
          </p:cNvSpPr>
          <p:nvPr/>
        </p:nvSpPr>
        <p:spPr>
          <a:xfrm>
            <a:off x="4290060" y="586740"/>
            <a:ext cx="439674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把专业知识变成机器可以调用的能力</a:t>
            </a:r>
          </a:p>
        </p:txBody>
      </p:sp>
      <p:sp>
        <p:nvSpPr>
          <p:cNvPr id="6" name="专业资产体系">
            <a:extLst>
              <a:ext uri="{FF2B5EF4-FFF2-40B4-BE49-F238E27FC236}">
                <a16:creationId xmlns:a16="http://schemas.microsoft.com/office/drawing/2014/main" id="{DA6CC977-0831-48C4-AFE8-DC64120ECF87}"/>
              </a:ext>
            </a:extLst>
          </p:cNvPr>
          <p:cNvSpPr>
            <a:spLocks noGrp="1"/>
          </p:cNvSpPr>
          <p:nvPr/>
        </p:nvSpPr>
        <p:spPr>
          <a:xfrm>
            <a:off x="342900" y="845820"/>
            <a:ext cx="3566160" cy="3436620"/>
          </a:xfrm>
          <a:prstGeom prst="roundRect">
            <a:avLst>
              <a:gd name="adj" fmla="val 2661"/>
            </a:avLst>
          </a:prstGeom>
          <a:solidFill>
            <a:srgbClr val="00172C"/>
          </a:solidFill>
          <a:ln w="7620">
            <a:solidFill>
              <a:srgbClr val="34A2CB"/>
            </a:solidFill>
            <a:prstDash val="solid"/>
          </a:ln>
        </p:spPr>
      </p:sp>
      <p:sp>
        <p:nvSpPr>
          <p:cNvPr id="7" name="资料资产卡片">
            <a:extLst>
              <a:ext uri="{FF2B5EF4-FFF2-40B4-BE49-F238E27FC236}">
                <a16:creationId xmlns:a16="http://schemas.microsoft.com/office/drawing/2014/main" id="{DDEF7159-B116-4DC6-AC58-75A8123BBDCE}"/>
              </a:ext>
            </a:extLst>
          </p:cNvPr>
          <p:cNvSpPr>
            <a:spLocks noGrp="1"/>
          </p:cNvSpPr>
          <p:nvPr/>
        </p:nvSpPr>
        <p:spPr>
          <a:xfrm>
            <a:off x="472440" y="952500"/>
            <a:ext cx="3337560" cy="609600"/>
          </a:xfrm>
          <a:prstGeom prst="roundRect">
            <a:avLst>
              <a:gd name="adj" fmla="val 10000"/>
            </a:avLst>
          </a:prstGeom>
          <a:solidFill>
            <a:srgbClr val="031A2D"/>
          </a:solidFill>
          <a:ln w="6096">
            <a:solidFill>
              <a:srgbClr val="286886"/>
            </a:solidFill>
            <a:prstDash val="solid"/>
          </a:ln>
        </p:spPr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D62E4E5-503D-455C-B19E-327413908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95300" y="967740"/>
            <a:ext cx="601980" cy="579120"/>
          </a:xfrm>
          <a:prstGeom prst="rect">
            <a:avLst/>
          </a:prstGeom>
        </p:spPr>
      </p:pic>
      <p:sp>
        <p:nvSpPr>
          <p:cNvPr id="9" name="资料">
            <a:extLst>
              <a:ext uri="{FF2B5EF4-FFF2-40B4-BE49-F238E27FC236}">
                <a16:creationId xmlns:a16="http://schemas.microsoft.com/office/drawing/2014/main" id="{C0A1486D-0E1D-4052-99F4-DE34EB36F0FA}"/>
              </a:ext>
            </a:extLst>
          </p:cNvPr>
          <p:cNvSpPr>
            <a:spLocks noGrp="1"/>
          </p:cNvSpPr>
          <p:nvPr/>
        </p:nvSpPr>
        <p:spPr>
          <a:xfrm>
            <a:off x="1242060" y="1028700"/>
            <a:ext cx="44958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资料</a:t>
            </a:r>
          </a:p>
        </p:txBody>
      </p:sp>
      <p:sp>
        <p:nvSpPr>
          <p:cNvPr id="10" name="│ 标准、定额、制度、业务说明">
            <a:extLst>
              <a:ext uri="{FF2B5EF4-FFF2-40B4-BE49-F238E27FC236}">
                <a16:creationId xmlns:a16="http://schemas.microsoft.com/office/drawing/2014/main" id="{9559C333-D574-4881-A496-F1790FB0ABBA}"/>
              </a:ext>
            </a:extLst>
          </p:cNvPr>
          <p:cNvSpPr>
            <a:spLocks noGrp="1"/>
          </p:cNvSpPr>
          <p:nvPr/>
        </p:nvSpPr>
        <p:spPr>
          <a:xfrm>
            <a:off x="1630680" y="1051560"/>
            <a:ext cx="215646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│ 标准、定额、制度、业务说明</a:t>
            </a:r>
          </a:p>
        </p:txBody>
      </p:sp>
      <p:sp>
        <p:nvSpPr>
          <p:cNvPr id="11" name="统一规范与业务口径，构建专业知识底座">
            <a:extLst>
              <a:ext uri="{FF2B5EF4-FFF2-40B4-BE49-F238E27FC236}">
                <a16:creationId xmlns:a16="http://schemas.microsoft.com/office/drawing/2014/main" id="{5C0A3411-744D-43AF-BE38-C8C36D3B7F03}"/>
              </a:ext>
            </a:extLst>
          </p:cNvPr>
          <p:cNvSpPr>
            <a:spLocks noGrp="1"/>
          </p:cNvSpPr>
          <p:nvPr/>
        </p:nvSpPr>
        <p:spPr>
          <a:xfrm>
            <a:off x="1242060" y="1295400"/>
            <a:ext cx="249936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统一规范与业务口径，构建专业知识底座</a:t>
            </a:r>
          </a:p>
        </p:txBody>
      </p:sp>
      <p:sp>
        <p:nvSpPr>
          <p:cNvPr id="12" name="结构化数据资产卡片">
            <a:extLst>
              <a:ext uri="{FF2B5EF4-FFF2-40B4-BE49-F238E27FC236}">
                <a16:creationId xmlns:a16="http://schemas.microsoft.com/office/drawing/2014/main" id="{1AA87198-BF94-43D0-A8B4-F332DFB41313}"/>
              </a:ext>
            </a:extLst>
          </p:cNvPr>
          <p:cNvSpPr>
            <a:spLocks noGrp="1"/>
          </p:cNvSpPr>
          <p:nvPr/>
        </p:nvSpPr>
        <p:spPr>
          <a:xfrm>
            <a:off x="472440" y="1607820"/>
            <a:ext cx="3337560" cy="617220"/>
          </a:xfrm>
          <a:prstGeom prst="roundRect">
            <a:avLst>
              <a:gd name="adj" fmla="val 9877"/>
            </a:avLst>
          </a:prstGeom>
          <a:solidFill>
            <a:srgbClr val="031A2D"/>
          </a:solidFill>
          <a:ln w="6096">
            <a:solidFill>
              <a:srgbClr val="286886"/>
            </a:solidFill>
            <a:prstDash val="solid"/>
          </a:ln>
        </p:spPr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EB9B1F4-7F61-456E-ACCF-BD7C161CE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87680" y="1623060"/>
            <a:ext cx="609600" cy="586740"/>
          </a:xfrm>
          <a:prstGeom prst="rect">
            <a:avLst/>
          </a:prstGeom>
        </p:spPr>
      </p:pic>
      <p:sp>
        <p:nvSpPr>
          <p:cNvPr id="14" name="结构化数据">
            <a:extLst>
              <a:ext uri="{FF2B5EF4-FFF2-40B4-BE49-F238E27FC236}">
                <a16:creationId xmlns:a16="http://schemas.microsoft.com/office/drawing/2014/main" id="{CFC9C00B-36EA-4522-9EEC-34B3F9306C58}"/>
              </a:ext>
            </a:extLst>
          </p:cNvPr>
          <p:cNvSpPr>
            <a:spLocks noGrp="1"/>
          </p:cNvSpPr>
          <p:nvPr/>
        </p:nvSpPr>
        <p:spPr>
          <a:xfrm>
            <a:off x="1242060" y="1684020"/>
            <a:ext cx="8382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结构化数据</a:t>
            </a:r>
          </a:p>
        </p:txBody>
      </p:sp>
      <p:sp>
        <p:nvSpPr>
          <p:cNvPr id="15" name="│ 计价库、字段结构、编码和单位">
            <a:extLst>
              <a:ext uri="{FF2B5EF4-FFF2-40B4-BE49-F238E27FC236}">
                <a16:creationId xmlns:a16="http://schemas.microsoft.com/office/drawing/2014/main" id="{04B3021B-B0F6-410F-83B5-B8C0D8230ABF}"/>
              </a:ext>
            </a:extLst>
          </p:cNvPr>
          <p:cNvSpPr>
            <a:spLocks noGrp="1"/>
          </p:cNvSpPr>
          <p:nvPr/>
        </p:nvSpPr>
        <p:spPr>
          <a:xfrm>
            <a:off x="2110740" y="1706880"/>
            <a:ext cx="167640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│ 计价库、字段结构、编码和单位</a:t>
            </a:r>
          </a:p>
        </p:txBody>
      </p:sp>
      <p:sp>
        <p:nvSpPr>
          <p:cNvPr id="16" name="统一数据结构与编码，支撑自动化处理">
            <a:extLst>
              <a:ext uri="{FF2B5EF4-FFF2-40B4-BE49-F238E27FC236}">
                <a16:creationId xmlns:a16="http://schemas.microsoft.com/office/drawing/2014/main" id="{9E7BB34C-CE97-497E-9EA9-421A0F0D08B8}"/>
              </a:ext>
            </a:extLst>
          </p:cNvPr>
          <p:cNvSpPr>
            <a:spLocks noGrp="1"/>
          </p:cNvSpPr>
          <p:nvPr/>
        </p:nvSpPr>
        <p:spPr>
          <a:xfrm>
            <a:off x="1242060" y="1950720"/>
            <a:ext cx="249936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统一数据结构与编码，支撑自动化处理</a:t>
            </a:r>
          </a:p>
        </p:txBody>
      </p:sp>
      <p:sp>
        <p:nvSpPr>
          <p:cNvPr id="17" name="规则与风险资产卡片">
            <a:extLst>
              <a:ext uri="{FF2B5EF4-FFF2-40B4-BE49-F238E27FC236}">
                <a16:creationId xmlns:a16="http://schemas.microsoft.com/office/drawing/2014/main" id="{660236FA-1F1F-4E20-9ACF-A8EE0F2E87C8}"/>
              </a:ext>
            </a:extLst>
          </p:cNvPr>
          <p:cNvSpPr>
            <a:spLocks noGrp="1"/>
          </p:cNvSpPr>
          <p:nvPr/>
        </p:nvSpPr>
        <p:spPr>
          <a:xfrm>
            <a:off x="472440" y="2270760"/>
            <a:ext cx="3337560" cy="609600"/>
          </a:xfrm>
          <a:prstGeom prst="roundRect">
            <a:avLst>
              <a:gd name="adj" fmla="val 10000"/>
            </a:avLst>
          </a:prstGeom>
          <a:solidFill>
            <a:srgbClr val="031A2D"/>
          </a:solidFill>
          <a:ln w="6096">
            <a:solidFill>
              <a:srgbClr val="286886"/>
            </a:solidFill>
            <a:prstDash val="solid"/>
          </a:ln>
        </p:spPr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D7C3DDC-CE39-49F8-A400-A1CB106375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0060" y="2286000"/>
            <a:ext cx="624840" cy="579120"/>
          </a:xfrm>
          <a:prstGeom prst="rect">
            <a:avLst/>
          </a:prstGeom>
        </p:spPr>
      </p:pic>
      <p:sp>
        <p:nvSpPr>
          <p:cNvPr id="19" name="规则与风险">
            <a:extLst>
              <a:ext uri="{FF2B5EF4-FFF2-40B4-BE49-F238E27FC236}">
                <a16:creationId xmlns:a16="http://schemas.microsoft.com/office/drawing/2014/main" id="{AC692D76-03DA-46B4-9F47-CAA56E8142F0}"/>
              </a:ext>
            </a:extLst>
          </p:cNvPr>
          <p:cNvSpPr>
            <a:spLocks noGrp="1"/>
          </p:cNvSpPr>
          <p:nvPr/>
        </p:nvSpPr>
        <p:spPr>
          <a:xfrm>
            <a:off x="1242060" y="2346960"/>
            <a:ext cx="8382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规则与风险</a:t>
            </a:r>
          </a:p>
        </p:txBody>
      </p:sp>
      <p:sp>
        <p:nvSpPr>
          <p:cNvPr id="20" name="│ 匹配顺序、失败出口、风险口径">
            <a:extLst>
              <a:ext uri="{FF2B5EF4-FFF2-40B4-BE49-F238E27FC236}">
                <a16:creationId xmlns:a16="http://schemas.microsoft.com/office/drawing/2014/main" id="{C17987AD-4700-4CFB-8F01-CE00426F491D}"/>
              </a:ext>
            </a:extLst>
          </p:cNvPr>
          <p:cNvSpPr>
            <a:spLocks noGrp="1"/>
          </p:cNvSpPr>
          <p:nvPr/>
        </p:nvSpPr>
        <p:spPr>
          <a:xfrm>
            <a:off x="2110740" y="2369820"/>
            <a:ext cx="167640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58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│ 匹配顺序、失败出口、风险口径</a:t>
            </a:r>
          </a:p>
        </p:txBody>
      </p:sp>
      <p:sp>
        <p:nvSpPr>
          <p:cNvPr id="21" name="明确规则与风控边界，保障结果可靠可解释">
            <a:extLst>
              <a:ext uri="{FF2B5EF4-FFF2-40B4-BE49-F238E27FC236}">
                <a16:creationId xmlns:a16="http://schemas.microsoft.com/office/drawing/2014/main" id="{DF0BE4E9-163E-4D77-B16F-0BD3B530CFFD}"/>
              </a:ext>
            </a:extLst>
          </p:cNvPr>
          <p:cNvSpPr>
            <a:spLocks noGrp="1"/>
          </p:cNvSpPr>
          <p:nvPr/>
        </p:nvSpPr>
        <p:spPr>
          <a:xfrm>
            <a:off x="1242060" y="2613660"/>
            <a:ext cx="249936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明确规则与风控边界，保障结果可靠可解释</a:t>
            </a:r>
          </a:p>
        </p:txBody>
      </p:sp>
      <p:sp>
        <p:nvSpPr>
          <p:cNvPr id="22" name="成果模板资产卡片">
            <a:extLst>
              <a:ext uri="{FF2B5EF4-FFF2-40B4-BE49-F238E27FC236}">
                <a16:creationId xmlns:a16="http://schemas.microsoft.com/office/drawing/2014/main" id="{5E2562BA-5623-42F4-ADCA-31F72DC27F7A}"/>
              </a:ext>
            </a:extLst>
          </p:cNvPr>
          <p:cNvSpPr>
            <a:spLocks noGrp="1"/>
          </p:cNvSpPr>
          <p:nvPr/>
        </p:nvSpPr>
        <p:spPr>
          <a:xfrm>
            <a:off x="472440" y="2926080"/>
            <a:ext cx="3337560" cy="624840"/>
          </a:xfrm>
          <a:prstGeom prst="roundRect">
            <a:avLst>
              <a:gd name="adj" fmla="val 9756"/>
            </a:avLst>
          </a:prstGeom>
          <a:solidFill>
            <a:srgbClr val="031A2D"/>
          </a:solidFill>
          <a:ln w="6096">
            <a:solidFill>
              <a:srgbClr val="286886"/>
            </a:solidFill>
            <a:prstDash val="solid"/>
          </a:ln>
        </p:spPr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FEC85E3-578D-4198-9637-17134007EE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87680" y="2933700"/>
            <a:ext cx="609600" cy="594360"/>
          </a:xfrm>
          <a:prstGeom prst="rect">
            <a:avLst/>
          </a:prstGeom>
        </p:spPr>
      </p:pic>
      <p:sp>
        <p:nvSpPr>
          <p:cNvPr id="24" name="成果模板">
            <a:extLst>
              <a:ext uri="{FF2B5EF4-FFF2-40B4-BE49-F238E27FC236}">
                <a16:creationId xmlns:a16="http://schemas.microsoft.com/office/drawing/2014/main" id="{EFA8C828-9A1A-4CA1-B549-912F9CC634C6}"/>
              </a:ext>
            </a:extLst>
          </p:cNvPr>
          <p:cNvSpPr>
            <a:spLocks noGrp="1"/>
          </p:cNvSpPr>
          <p:nvPr/>
        </p:nvSpPr>
        <p:spPr>
          <a:xfrm>
            <a:off x="1242060" y="3002280"/>
            <a:ext cx="8382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成果模板</a:t>
            </a:r>
          </a:p>
        </p:txBody>
      </p:sp>
      <p:sp>
        <p:nvSpPr>
          <p:cNvPr id="25" name="│ 输入模板、Excel、Word">
            <a:extLst>
              <a:ext uri="{FF2B5EF4-FFF2-40B4-BE49-F238E27FC236}">
                <a16:creationId xmlns:a16="http://schemas.microsoft.com/office/drawing/2014/main" id="{79024A09-FE03-4EC8-860D-B1BAD6BCA3D7}"/>
              </a:ext>
            </a:extLst>
          </p:cNvPr>
          <p:cNvSpPr>
            <a:spLocks noGrp="1"/>
          </p:cNvSpPr>
          <p:nvPr/>
        </p:nvSpPr>
        <p:spPr>
          <a:xfrm>
            <a:off x="1950720" y="3025140"/>
            <a:ext cx="183642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1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│ 输入模板、Excel、Word</a:t>
            </a:r>
          </a:p>
        </p:txBody>
      </p:sp>
      <p:sp>
        <p:nvSpPr>
          <p:cNvPr id="26" name="沉淀交付模板，确保输出标准统一">
            <a:extLst>
              <a:ext uri="{FF2B5EF4-FFF2-40B4-BE49-F238E27FC236}">
                <a16:creationId xmlns:a16="http://schemas.microsoft.com/office/drawing/2014/main" id="{ED51706C-AE22-44D0-9089-FEB61A62185B}"/>
              </a:ext>
            </a:extLst>
          </p:cNvPr>
          <p:cNvSpPr>
            <a:spLocks noGrp="1"/>
          </p:cNvSpPr>
          <p:nvPr/>
        </p:nvSpPr>
        <p:spPr>
          <a:xfrm>
            <a:off x="1242060" y="3268980"/>
            <a:ext cx="249936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沉淀交付模板，确保输出标准统一</a:t>
            </a:r>
          </a:p>
        </p:txBody>
      </p:sp>
      <p:sp>
        <p:nvSpPr>
          <p:cNvPr id="27" name="验收样例资产卡片">
            <a:extLst>
              <a:ext uri="{FF2B5EF4-FFF2-40B4-BE49-F238E27FC236}">
                <a16:creationId xmlns:a16="http://schemas.microsoft.com/office/drawing/2014/main" id="{031DDE37-0E2A-4B42-8359-5FF60CD3E211}"/>
              </a:ext>
            </a:extLst>
          </p:cNvPr>
          <p:cNvSpPr>
            <a:spLocks noGrp="1"/>
          </p:cNvSpPr>
          <p:nvPr/>
        </p:nvSpPr>
        <p:spPr>
          <a:xfrm>
            <a:off x="472440" y="3589020"/>
            <a:ext cx="3337560" cy="609600"/>
          </a:xfrm>
          <a:prstGeom prst="roundRect">
            <a:avLst>
              <a:gd name="adj" fmla="val 10000"/>
            </a:avLst>
          </a:prstGeom>
          <a:solidFill>
            <a:srgbClr val="031A2D"/>
          </a:solidFill>
          <a:ln w="6096">
            <a:solidFill>
              <a:srgbClr val="286886"/>
            </a:solidFill>
            <a:prstDash val="solid"/>
          </a:ln>
        </p:spPr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5848D62-364D-47F8-9608-40B2C7759E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495300" y="3604260"/>
            <a:ext cx="601980" cy="579120"/>
          </a:xfrm>
          <a:prstGeom prst="rect">
            <a:avLst/>
          </a:prstGeom>
        </p:spPr>
      </p:pic>
      <p:sp>
        <p:nvSpPr>
          <p:cNvPr id="29" name="验收样例">
            <a:extLst>
              <a:ext uri="{FF2B5EF4-FFF2-40B4-BE49-F238E27FC236}">
                <a16:creationId xmlns:a16="http://schemas.microsoft.com/office/drawing/2014/main" id="{85651E00-AD2E-4839-B469-7AD7AAAA1DDD}"/>
              </a:ext>
            </a:extLst>
          </p:cNvPr>
          <p:cNvSpPr>
            <a:spLocks noGrp="1"/>
          </p:cNvSpPr>
          <p:nvPr/>
        </p:nvSpPr>
        <p:spPr>
          <a:xfrm>
            <a:off x="1242060" y="3665220"/>
            <a:ext cx="838200" cy="243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验收样例</a:t>
            </a:r>
          </a:p>
        </p:txBody>
      </p:sp>
      <p:sp>
        <p:nvSpPr>
          <p:cNvPr id="30" name="│ 真实输入、预期结果、人工复核点">
            <a:extLst>
              <a:ext uri="{FF2B5EF4-FFF2-40B4-BE49-F238E27FC236}">
                <a16:creationId xmlns:a16="http://schemas.microsoft.com/office/drawing/2014/main" id="{9F447B92-7A4E-4A70-ABB8-324EFC51B1DA}"/>
              </a:ext>
            </a:extLst>
          </p:cNvPr>
          <p:cNvSpPr>
            <a:spLocks noGrp="1"/>
          </p:cNvSpPr>
          <p:nvPr/>
        </p:nvSpPr>
        <p:spPr>
          <a:xfrm>
            <a:off x="1950720" y="3688080"/>
            <a:ext cx="183642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88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88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88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88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88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88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88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88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88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88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88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2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│ 真实输入、预期结果、人工复核点</a:t>
            </a:r>
          </a:p>
        </p:txBody>
      </p:sp>
      <p:sp>
        <p:nvSpPr>
          <p:cNvPr id="31" name="以真实案例锚定验收标准，闭环质量控制">
            <a:extLst>
              <a:ext uri="{FF2B5EF4-FFF2-40B4-BE49-F238E27FC236}">
                <a16:creationId xmlns:a16="http://schemas.microsoft.com/office/drawing/2014/main" id="{3E1893C0-6875-4B45-B65B-169C8740B344}"/>
              </a:ext>
            </a:extLst>
          </p:cNvPr>
          <p:cNvSpPr>
            <a:spLocks noGrp="1"/>
          </p:cNvSpPr>
          <p:nvPr/>
        </p:nvSpPr>
        <p:spPr>
          <a:xfrm>
            <a:off x="1242060" y="3931920"/>
            <a:ext cx="249936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以真实案例锚定验收标准，闭环质量控制</a:t>
            </a:r>
          </a:p>
        </p:txBody>
      </p:sp>
      <p:sp>
        <p:nvSpPr>
          <p:cNvPr id="32" name="专家与技术协作">
            <a:extLst>
              <a:ext uri="{FF2B5EF4-FFF2-40B4-BE49-F238E27FC236}">
                <a16:creationId xmlns:a16="http://schemas.microsoft.com/office/drawing/2014/main" id="{4B9DACD1-83D7-45DF-BC67-044B82E51711}"/>
              </a:ext>
            </a:extLst>
          </p:cNvPr>
          <p:cNvSpPr>
            <a:spLocks noGrp="1"/>
          </p:cNvSpPr>
          <p:nvPr/>
        </p:nvSpPr>
        <p:spPr>
          <a:xfrm>
            <a:off x="342900" y="4389120"/>
            <a:ext cx="3451860" cy="1051560"/>
          </a:xfrm>
          <a:prstGeom prst="roundRect">
            <a:avLst>
              <a:gd name="adj" fmla="val 6522"/>
            </a:avLst>
          </a:prstGeom>
          <a:solidFill>
            <a:srgbClr val="03182D"/>
          </a:solidFill>
          <a:ln w="7620">
            <a:solidFill>
              <a:srgbClr val="2E7095"/>
            </a:solidFill>
            <a:prstDash val="solid"/>
          </a:ln>
        </p:spPr>
      </p:sp>
      <p:sp>
        <p:nvSpPr>
          <p:cNvPr id="33" name="connector">
            <a:extLst>
              <a:ext uri="{FF2B5EF4-FFF2-40B4-BE49-F238E27FC236}">
                <a16:creationId xmlns:a16="http://schemas.microsoft.com/office/drawing/2014/main" id="{EABB0BBB-95FA-4136-9C4F-675196FA84F1}"/>
              </a:ext>
            </a:extLst>
          </p:cNvPr>
          <p:cNvSpPr>
            <a:spLocks noGrp="1"/>
          </p:cNvSpPr>
          <p:nvPr/>
        </p:nvSpPr>
        <p:spPr>
          <a:xfrm>
            <a:off x="457200" y="4907280"/>
            <a:ext cx="3208020" cy="0"/>
          </a:xfrm>
          <a:prstGeom prst="line">
            <a:avLst/>
          </a:prstGeom>
          <a:noFill/>
          <a:ln w="6096">
            <a:solidFill>
              <a:srgbClr val="2A566E"/>
            </a:solidFill>
            <a:prstDash val="solid"/>
          </a:ln>
        </p:spPr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74430D5-97D5-41AA-8F5D-CF5C8CB594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457200" y="4480560"/>
            <a:ext cx="388620" cy="358140"/>
          </a:xfrm>
          <a:prstGeom prst="rect">
            <a:avLst/>
          </a:prstGeom>
        </p:spPr>
      </p:pic>
      <p:sp>
        <p:nvSpPr>
          <p:cNvPr id="35" name="懂造价的人定义规则">
            <a:extLst>
              <a:ext uri="{FF2B5EF4-FFF2-40B4-BE49-F238E27FC236}">
                <a16:creationId xmlns:a16="http://schemas.microsoft.com/office/drawing/2014/main" id="{8EECD226-988B-4662-B7F9-ADDCE1CF1199}"/>
              </a:ext>
            </a:extLst>
          </p:cNvPr>
          <p:cNvSpPr>
            <a:spLocks noGrp="1"/>
          </p:cNvSpPr>
          <p:nvPr/>
        </p:nvSpPr>
        <p:spPr>
          <a:xfrm>
            <a:off x="960120" y="4518660"/>
            <a:ext cx="27051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懂造价的人定义规则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0662E07E-9746-48D3-9ABE-3748D9020D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449580" y="4975860"/>
            <a:ext cx="396240" cy="358140"/>
          </a:xfrm>
          <a:prstGeom prst="rect">
            <a:avLst/>
          </a:prstGeom>
        </p:spPr>
      </p:pic>
      <p:sp>
        <p:nvSpPr>
          <p:cNvPr id="37" name="懂技术的人把规则变成能力">
            <a:extLst>
              <a:ext uri="{FF2B5EF4-FFF2-40B4-BE49-F238E27FC236}">
                <a16:creationId xmlns:a16="http://schemas.microsoft.com/office/drawing/2014/main" id="{B96919BC-A465-47A0-BEA2-3B9CD78B4B3A}"/>
              </a:ext>
            </a:extLst>
          </p:cNvPr>
          <p:cNvSpPr>
            <a:spLocks noGrp="1"/>
          </p:cNvSpPr>
          <p:nvPr/>
        </p:nvSpPr>
        <p:spPr>
          <a:xfrm>
            <a:off x="960120" y="5021580"/>
            <a:ext cx="2705100" cy="289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懂技术的人把规则变成能力</a:t>
            </a:r>
          </a:p>
        </p:txBody>
      </p:sp>
      <p:sp>
        <p:nvSpPr>
          <p:cNvPr id="38" name="node">
            <a:extLst>
              <a:ext uri="{FF2B5EF4-FFF2-40B4-BE49-F238E27FC236}">
                <a16:creationId xmlns:a16="http://schemas.microsoft.com/office/drawing/2014/main" id="{3EC17892-C204-4DD1-AA00-E396714386F9}"/>
              </a:ext>
            </a:extLst>
          </p:cNvPr>
          <p:cNvSpPr>
            <a:spLocks noGrp="1"/>
          </p:cNvSpPr>
          <p:nvPr/>
        </p:nvSpPr>
        <p:spPr>
          <a:xfrm>
            <a:off x="3924300" y="1127760"/>
            <a:ext cx="60960" cy="60960"/>
          </a:xfrm>
          <a:prstGeom prst="ellipse">
            <a:avLst/>
          </a:prstGeom>
          <a:solidFill>
            <a:srgbClr val="43CFF1"/>
          </a:solidFill>
          <a:ln w="0">
            <a:noFill/>
            <a:prstDash val="solid"/>
          </a:ln>
        </p:spPr>
      </p:sp>
      <p:sp>
        <p:nvSpPr>
          <p:cNvPr id="39" name="connector">
            <a:extLst>
              <a:ext uri="{FF2B5EF4-FFF2-40B4-BE49-F238E27FC236}">
                <a16:creationId xmlns:a16="http://schemas.microsoft.com/office/drawing/2014/main" id="{F2509AC9-800A-487E-B19C-96EE12DA2567}"/>
              </a:ext>
            </a:extLst>
          </p:cNvPr>
          <p:cNvSpPr>
            <a:spLocks noGrp="1"/>
          </p:cNvSpPr>
          <p:nvPr/>
        </p:nvSpPr>
        <p:spPr>
          <a:xfrm>
            <a:off x="3977640" y="1158240"/>
            <a:ext cx="55626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40" name="connector">
            <a:extLst>
              <a:ext uri="{FF2B5EF4-FFF2-40B4-BE49-F238E27FC236}">
                <a16:creationId xmlns:a16="http://schemas.microsoft.com/office/drawing/2014/main" id="{0E6D718F-363E-4E25-ABDE-090685EFEBC1}"/>
              </a:ext>
            </a:extLst>
          </p:cNvPr>
          <p:cNvSpPr>
            <a:spLocks noGrp="1"/>
          </p:cNvSpPr>
          <p:nvPr/>
        </p:nvSpPr>
        <p:spPr>
          <a:xfrm>
            <a:off x="4533900" y="1158240"/>
            <a:ext cx="0" cy="69342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41" name="connector">
            <a:extLst>
              <a:ext uri="{FF2B5EF4-FFF2-40B4-BE49-F238E27FC236}">
                <a16:creationId xmlns:a16="http://schemas.microsoft.com/office/drawing/2014/main" id="{199CDF3C-10AF-42A1-8913-5E6AB43F7697}"/>
              </a:ext>
            </a:extLst>
          </p:cNvPr>
          <p:cNvSpPr>
            <a:spLocks noGrp="1"/>
          </p:cNvSpPr>
          <p:nvPr/>
        </p:nvSpPr>
        <p:spPr>
          <a:xfrm>
            <a:off x="4533900" y="1851660"/>
            <a:ext cx="38862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42" name="node">
            <a:extLst>
              <a:ext uri="{FF2B5EF4-FFF2-40B4-BE49-F238E27FC236}">
                <a16:creationId xmlns:a16="http://schemas.microsoft.com/office/drawing/2014/main" id="{6D4FD487-1871-4E58-8416-0060F69968F5}"/>
              </a:ext>
            </a:extLst>
          </p:cNvPr>
          <p:cNvSpPr>
            <a:spLocks noGrp="1"/>
          </p:cNvSpPr>
          <p:nvPr/>
        </p:nvSpPr>
        <p:spPr>
          <a:xfrm>
            <a:off x="3924300" y="1783080"/>
            <a:ext cx="60960" cy="60960"/>
          </a:xfrm>
          <a:prstGeom prst="ellipse">
            <a:avLst/>
          </a:prstGeom>
          <a:solidFill>
            <a:srgbClr val="43CFF1"/>
          </a:solidFill>
          <a:ln w="0">
            <a:noFill/>
            <a:prstDash val="solid"/>
          </a:ln>
        </p:spPr>
      </p:sp>
      <p:sp>
        <p:nvSpPr>
          <p:cNvPr id="43" name="connector">
            <a:extLst>
              <a:ext uri="{FF2B5EF4-FFF2-40B4-BE49-F238E27FC236}">
                <a16:creationId xmlns:a16="http://schemas.microsoft.com/office/drawing/2014/main" id="{FAFA99EA-AA8B-4121-824D-3A9D04DA9D0D}"/>
              </a:ext>
            </a:extLst>
          </p:cNvPr>
          <p:cNvSpPr>
            <a:spLocks noGrp="1"/>
          </p:cNvSpPr>
          <p:nvPr/>
        </p:nvSpPr>
        <p:spPr>
          <a:xfrm>
            <a:off x="3977640" y="1813560"/>
            <a:ext cx="33528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44" name="connector">
            <a:extLst>
              <a:ext uri="{FF2B5EF4-FFF2-40B4-BE49-F238E27FC236}">
                <a16:creationId xmlns:a16="http://schemas.microsoft.com/office/drawing/2014/main" id="{1393AE20-C738-4DF4-B3F6-FCFF1D8927C4}"/>
              </a:ext>
            </a:extLst>
          </p:cNvPr>
          <p:cNvSpPr>
            <a:spLocks noGrp="1"/>
          </p:cNvSpPr>
          <p:nvPr/>
        </p:nvSpPr>
        <p:spPr>
          <a:xfrm>
            <a:off x="4312920" y="1813560"/>
            <a:ext cx="0" cy="26670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45" name="connector">
            <a:extLst>
              <a:ext uri="{FF2B5EF4-FFF2-40B4-BE49-F238E27FC236}">
                <a16:creationId xmlns:a16="http://schemas.microsoft.com/office/drawing/2014/main" id="{1FE009EA-9B72-4FAD-A10B-0BB74E3E945A}"/>
              </a:ext>
            </a:extLst>
          </p:cNvPr>
          <p:cNvSpPr>
            <a:spLocks noGrp="1"/>
          </p:cNvSpPr>
          <p:nvPr/>
        </p:nvSpPr>
        <p:spPr>
          <a:xfrm>
            <a:off x="4312920" y="2080260"/>
            <a:ext cx="60960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46" name="node">
            <a:extLst>
              <a:ext uri="{FF2B5EF4-FFF2-40B4-BE49-F238E27FC236}">
                <a16:creationId xmlns:a16="http://schemas.microsoft.com/office/drawing/2014/main" id="{DB56191C-2BCB-4A81-9BE8-ABAEDFE989FC}"/>
              </a:ext>
            </a:extLst>
          </p:cNvPr>
          <p:cNvSpPr>
            <a:spLocks noGrp="1"/>
          </p:cNvSpPr>
          <p:nvPr/>
        </p:nvSpPr>
        <p:spPr>
          <a:xfrm>
            <a:off x="3924300" y="2446020"/>
            <a:ext cx="60960" cy="60960"/>
          </a:xfrm>
          <a:prstGeom prst="ellipse">
            <a:avLst/>
          </a:prstGeom>
          <a:solidFill>
            <a:srgbClr val="43CFF1"/>
          </a:solidFill>
          <a:ln w="0">
            <a:noFill/>
            <a:prstDash val="solid"/>
          </a:ln>
        </p:spPr>
      </p:sp>
      <p:sp>
        <p:nvSpPr>
          <p:cNvPr id="47" name="connector">
            <a:extLst>
              <a:ext uri="{FF2B5EF4-FFF2-40B4-BE49-F238E27FC236}">
                <a16:creationId xmlns:a16="http://schemas.microsoft.com/office/drawing/2014/main" id="{73583B4A-B9ED-4843-BC88-A7242FF4E1F3}"/>
              </a:ext>
            </a:extLst>
          </p:cNvPr>
          <p:cNvSpPr>
            <a:spLocks noGrp="1"/>
          </p:cNvSpPr>
          <p:nvPr/>
        </p:nvSpPr>
        <p:spPr>
          <a:xfrm>
            <a:off x="3977640" y="2476500"/>
            <a:ext cx="33528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48" name="connector">
            <a:extLst>
              <a:ext uri="{FF2B5EF4-FFF2-40B4-BE49-F238E27FC236}">
                <a16:creationId xmlns:a16="http://schemas.microsoft.com/office/drawing/2014/main" id="{74EBC3E1-C027-4B6E-9DD8-2B0BB06C4A5E}"/>
              </a:ext>
            </a:extLst>
          </p:cNvPr>
          <p:cNvSpPr>
            <a:spLocks noGrp="1"/>
          </p:cNvSpPr>
          <p:nvPr/>
        </p:nvSpPr>
        <p:spPr>
          <a:xfrm>
            <a:off x="4312920" y="2263140"/>
            <a:ext cx="0" cy="21336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49" name="connector">
            <a:extLst>
              <a:ext uri="{FF2B5EF4-FFF2-40B4-BE49-F238E27FC236}">
                <a16:creationId xmlns:a16="http://schemas.microsoft.com/office/drawing/2014/main" id="{26FB4E3F-9F96-4F19-96CA-2D6A14170A49}"/>
              </a:ext>
            </a:extLst>
          </p:cNvPr>
          <p:cNvSpPr>
            <a:spLocks noGrp="1"/>
          </p:cNvSpPr>
          <p:nvPr/>
        </p:nvSpPr>
        <p:spPr>
          <a:xfrm>
            <a:off x="4312920" y="2263140"/>
            <a:ext cx="60960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50" name="node">
            <a:extLst>
              <a:ext uri="{FF2B5EF4-FFF2-40B4-BE49-F238E27FC236}">
                <a16:creationId xmlns:a16="http://schemas.microsoft.com/office/drawing/2014/main" id="{E3AE5302-3EA7-4D21-ABF5-3DE35729C30D}"/>
              </a:ext>
            </a:extLst>
          </p:cNvPr>
          <p:cNvSpPr>
            <a:spLocks noGrp="1"/>
          </p:cNvSpPr>
          <p:nvPr/>
        </p:nvSpPr>
        <p:spPr>
          <a:xfrm>
            <a:off x="3924300" y="3101340"/>
            <a:ext cx="60960" cy="60960"/>
          </a:xfrm>
          <a:prstGeom prst="ellipse">
            <a:avLst/>
          </a:prstGeom>
          <a:solidFill>
            <a:srgbClr val="43CFF1"/>
          </a:solidFill>
          <a:ln w="0">
            <a:noFill/>
            <a:prstDash val="solid"/>
          </a:ln>
        </p:spPr>
      </p:sp>
      <p:sp>
        <p:nvSpPr>
          <p:cNvPr id="51" name="connector">
            <a:extLst>
              <a:ext uri="{FF2B5EF4-FFF2-40B4-BE49-F238E27FC236}">
                <a16:creationId xmlns:a16="http://schemas.microsoft.com/office/drawing/2014/main" id="{D265EB0A-1D66-4583-9577-01EF5361C960}"/>
              </a:ext>
            </a:extLst>
          </p:cNvPr>
          <p:cNvSpPr>
            <a:spLocks noGrp="1"/>
          </p:cNvSpPr>
          <p:nvPr/>
        </p:nvSpPr>
        <p:spPr>
          <a:xfrm>
            <a:off x="3977640" y="3131820"/>
            <a:ext cx="55626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52" name="connector">
            <a:extLst>
              <a:ext uri="{FF2B5EF4-FFF2-40B4-BE49-F238E27FC236}">
                <a16:creationId xmlns:a16="http://schemas.microsoft.com/office/drawing/2014/main" id="{22353A13-6F06-4AF8-8081-958157D11667}"/>
              </a:ext>
            </a:extLst>
          </p:cNvPr>
          <p:cNvSpPr>
            <a:spLocks noGrp="1"/>
          </p:cNvSpPr>
          <p:nvPr/>
        </p:nvSpPr>
        <p:spPr>
          <a:xfrm>
            <a:off x="4533900" y="2484120"/>
            <a:ext cx="0" cy="64770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53" name="connector">
            <a:extLst>
              <a:ext uri="{FF2B5EF4-FFF2-40B4-BE49-F238E27FC236}">
                <a16:creationId xmlns:a16="http://schemas.microsoft.com/office/drawing/2014/main" id="{649D2EAE-0612-4316-83BD-B1BF75367652}"/>
              </a:ext>
            </a:extLst>
          </p:cNvPr>
          <p:cNvSpPr>
            <a:spLocks noGrp="1"/>
          </p:cNvSpPr>
          <p:nvPr/>
        </p:nvSpPr>
        <p:spPr>
          <a:xfrm>
            <a:off x="4533900" y="2484120"/>
            <a:ext cx="38862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54" name="node">
            <a:extLst>
              <a:ext uri="{FF2B5EF4-FFF2-40B4-BE49-F238E27FC236}">
                <a16:creationId xmlns:a16="http://schemas.microsoft.com/office/drawing/2014/main" id="{8B043913-7083-45C5-8381-B8D43F119D0B}"/>
              </a:ext>
            </a:extLst>
          </p:cNvPr>
          <p:cNvSpPr>
            <a:spLocks noGrp="1"/>
          </p:cNvSpPr>
          <p:nvPr/>
        </p:nvSpPr>
        <p:spPr>
          <a:xfrm>
            <a:off x="3924300" y="3764280"/>
            <a:ext cx="60960" cy="60960"/>
          </a:xfrm>
          <a:prstGeom prst="ellipse">
            <a:avLst/>
          </a:prstGeom>
          <a:solidFill>
            <a:srgbClr val="43CFF1"/>
          </a:solidFill>
          <a:ln w="0">
            <a:noFill/>
            <a:prstDash val="solid"/>
          </a:ln>
        </p:spPr>
      </p:sp>
      <p:sp>
        <p:nvSpPr>
          <p:cNvPr id="55" name="connector">
            <a:extLst>
              <a:ext uri="{FF2B5EF4-FFF2-40B4-BE49-F238E27FC236}">
                <a16:creationId xmlns:a16="http://schemas.microsoft.com/office/drawing/2014/main" id="{97CC1D69-3979-4222-B48E-257A8CFE944B}"/>
              </a:ext>
            </a:extLst>
          </p:cNvPr>
          <p:cNvSpPr>
            <a:spLocks noGrp="1"/>
          </p:cNvSpPr>
          <p:nvPr/>
        </p:nvSpPr>
        <p:spPr>
          <a:xfrm>
            <a:off x="3977640" y="3794760"/>
            <a:ext cx="73152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56" name="connector">
            <a:extLst>
              <a:ext uri="{FF2B5EF4-FFF2-40B4-BE49-F238E27FC236}">
                <a16:creationId xmlns:a16="http://schemas.microsoft.com/office/drawing/2014/main" id="{68ACEF84-99E5-44F8-B2A8-12BEE96F0297}"/>
              </a:ext>
            </a:extLst>
          </p:cNvPr>
          <p:cNvSpPr>
            <a:spLocks noGrp="1"/>
          </p:cNvSpPr>
          <p:nvPr/>
        </p:nvSpPr>
        <p:spPr>
          <a:xfrm>
            <a:off x="4709160" y="2720340"/>
            <a:ext cx="0" cy="107442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57" name="connector">
            <a:extLst>
              <a:ext uri="{FF2B5EF4-FFF2-40B4-BE49-F238E27FC236}">
                <a16:creationId xmlns:a16="http://schemas.microsoft.com/office/drawing/2014/main" id="{69925862-2623-495B-ADE9-CCB0AEB3E383}"/>
              </a:ext>
            </a:extLst>
          </p:cNvPr>
          <p:cNvSpPr>
            <a:spLocks noGrp="1"/>
          </p:cNvSpPr>
          <p:nvPr/>
        </p:nvSpPr>
        <p:spPr>
          <a:xfrm>
            <a:off x="4709160" y="2720340"/>
            <a:ext cx="21336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58" name="专业Skill能力核心">
            <a:extLst>
              <a:ext uri="{FF2B5EF4-FFF2-40B4-BE49-F238E27FC236}">
                <a16:creationId xmlns:a16="http://schemas.microsoft.com/office/drawing/2014/main" id="{0E1B1FD8-5CBC-4471-9F56-A972548F46CA}"/>
              </a:ext>
            </a:extLst>
          </p:cNvPr>
          <p:cNvSpPr>
            <a:spLocks noGrp="1"/>
          </p:cNvSpPr>
          <p:nvPr/>
        </p:nvSpPr>
        <p:spPr>
          <a:xfrm>
            <a:off x="4914900" y="1089660"/>
            <a:ext cx="2316480" cy="2385060"/>
          </a:xfrm>
          <a:prstGeom prst="roundRect">
            <a:avLst>
              <a:gd name="adj" fmla="val 3947"/>
            </a:avLst>
          </a:prstGeom>
          <a:solidFill>
            <a:srgbClr val="01172E"/>
          </a:solidFill>
          <a:ln w="11430">
            <a:solidFill>
              <a:srgbClr val="34B4D7"/>
            </a:solidFill>
            <a:prstDash val="solid"/>
          </a:ln>
        </p:spPr>
      </p:sp>
      <p:sp>
        <p:nvSpPr>
          <p:cNvPr id="59" name="专业Skill核心内框">
            <a:extLst>
              <a:ext uri="{FF2B5EF4-FFF2-40B4-BE49-F238E27FC236}">
                <a16:creationId xmlns:a16="http://schemas.microsoft.com/office/drawing/2014/main" id="{C82E892B-4A79-4670-9990-7CA7C7B60D2F}"/>
              </a:ext>
            </a:extLst>
          </p:cNvPr>
          <p:cNvSpPr>
            <a:spLocks noGrp="1"/>
          </p:cNvSpPr>
          <p:nvPr/>
        </p:nvSpPr>
        <p:spPr>
          <a:xfrm>
            <a:off x="4983480" y="1143000"/>
            <a:ext cx="2186940" cy="2270760"/>
          </a:xfrm>
          <a:prstGeom prst="roundRect">
            <a:avLst>
              <a:gd name="adj" fmla="val 3136"/>
            </a:avLst>
          </a:prstGeom>
          <a:solidFill>
            <a:srgbClr val="03192E"/>
          </a:solidFill>
          <a:ln w="6096">
            <a:solidFill>
              <a:srgbClr val="1C5C7B"/>
            </a:solidFill>
            <a:prstDash val="solid"/>
          </a:ln>
        </p:spPr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E56B4541-01C9-4A7D-9D1D-FC6DCC27AA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5440680" y="899160"/>
            <a:ext cx="1303020" cy="876300"/>
          </a:xfrm>
          <a:prstGeom prst="rect">
            <a:avLst/>
          </a:prstGeom>
        </p:spPr>
      </p:pic>
      <p:sp>
        <p:nvSpPr>
          <p:cNvPr id="61" name="专业">
            <a:extLst>
              <a:ext uri="{FF2B5EF4-FFF2-40B4-BE49-F238E27FC236}">
                <a16:creationId xmlns:a16="http://schemas.microsoft.com/office/drawing/2014/main" id="{6DB07ECA-473A-4B3A-8FEF-164FAFD6FFF5}"/>
              </a:ext>
            </a:extLst>
          </p:cNvPr>
          <p:cNvSpPr>
            <a:spLocks noGrp="1"/>
          </p:cNvSpPr>
          <p:nvPr/>
        </p:nvSpPr>
        <p:spPr>
          <a:xfrm>
            <a:off x="5410200" y="1775460"/>
            <a:ext cx="662940" cy="3276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6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专业</a:t>
            </a:r>
          </a:p>
        </p:txBody>
      </p:sp>
      <p:sp>
        <p:nvSpPr>
          <p:cNvPr id="62" name="Skill">
            <a:extLst>
              <a:ext uri="{FF2B5EF4-FFF2-40B4-BE49-F238E27FC236}">
                <a16:creationId xmlns:a16="http://schemas.microsoft.com/office/drawing/2014/main" id="{CAE735FE-BC96-4072-AEBF-4EF41E237227}"/>
              </a:ext>
            </a:extLst>
          </p:cNvPr>
          <p:cNvSpPr>
            <a:spLocks noGrp="1"/>
          </p:cNvSpPr>
          <p:nvPr/>
        </p:nvSpPr>
        <p:spPr>
          <a:xfrm>
            <a:off x="6088380" y="1775460"/>
            <a:ext cx="868680" cy="3276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6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Skill</a:t>
            </a:r>
          </a:p>
        </p:txBody>
      </p:sp>
      <p:sp>
        <p:nvSpPr>
          <p:cNvPr id="63" name="能力核心">
            <a:extLst>
              <a:ext uri="{FF2B5EF4-FFF2-40B4-BE49-F238E27FC236}">
                <a16:creationId xmlns:a16="http://schemas.microsoft.com/office/drawing/2014/main" id="{1A1DF363-7747-4819-8222-C6B1B25EB34F}"/>
              </a:ext>
            </a:extLst>
          </p:cNvPr>
          <p:cNvSpPr>
            <a:spLocks noGrp="1"/>
          </p:cNvSpPr>
          <p:nvPr/>
        </p:nvSpPr>
        <p:spPr>
          <a:xfrm>
            <a:off x="5600700" y="2110740"/>
            <a:ext cx="1287780" cy="297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能力核心</a:t>
            </a:r>
          </a:p>
        </p:txBody>
      </p:sp>
      <p:sp>
        <p:nvSpPr>
          <p:cNvPr id="64" name="panel">
            <a:extLst>
              <a:ext uri="{FF2B5EF4-FFF2-40B4-BE49-F238E27FC236}">
                <a16:creationId xmlns:a16="http://schemas.microsoft.com/office/drawing/2014/main" id="{A5AD8993-96CC-4766-BF81-7BD79B4103DC}"/>
              </a:ext>
            </a:extLst>
          </p:cNvPr>
          <p:cNvSpPr>
            <a:spLocks noGrp="1"/>
          </p:cNvSpPr>
          <p:nvPr/>
        </p:nvSpPr>
        <p:spPr>
          <a:xfrm>
            <a:off x="5295900" y="2423160"/>
            <a:ext cx="1584960" cy="944880"/>
          </a:xfrm>
          <a:prstGeom prst="roundRect">
            <a:avLst>
              <a:gd name="adj" fmla="val 4839"/>
            </a:avLst>
          </a:prstGeom>
          <a:solidFill>
            <a:srgbClr val="02162A"/>
          </a:solidFill>
          <a:ln w="6096">
            <a:solidFill>
              <a:srgbClr val="2D5975"/>
            </a:solidFill>
            <a:prstDash val="solid"/>
          </a:ln>
        </p:spPr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BAB26691-8233-4459-941B-C625728D927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5372100" y="2468880"/>
            <a:ext cx="160020" cy="160020"/>
          </a:xfrm>
          <a:prstGeom prst="rect">
            <a:avLst/>
          </a:prstGeom>
        </p:spPr>
      </p:pic>
      <p:sp>
        <p:nvSpPr>
          <p:cNvPr id="66" name="任务级运行时快照">
            <a:extLst>
              <a:ext uri="{FF2B5EF4-FFF2-40B4-BE49-F238E27FC236}">
                <a16:creationId xmlns:a16="http://schemas.microsoft.com/office/drawing/2014/main" id="{73248C43-C20F-47B7-99B6-F04F6A7D5F43}"/>
              </a:ext>
            </a:extLst>
          </p:cNvPr>
          <p:cNvSpPr>
            <a:spLocks noGrp="1"/>
          </p:cNvSpPr>
          <p:nvPr/>
        </p:nvSpPr>
        <p:spPr>
          <a:xfrm>
            <a:off x="5600700" y="2461260"/>
            <a:ext cx="122682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任务级运行时快照</a:t>
            </a:r>
          </a:p>
        </p:txBody>
      </p:sp>
      <p:sp>
        <p:nvSpPr>
          <p:cNvPr id="67" name="connector">
            <a:extLst>
              <a:ext uri="{FF2B5EF4-FFF2-40B4-BE49-F238E27FC236}">
                <a16:creationId xmlns:a16="http://schemas.microsoft.com/office/drawing/2014/main" id="{856454D6-4E3C-44B0-9F14-9934D2C6DEBD}"/>
              </a:ext>
            </a:extLst>
          </p:cNvPr>
          <p:cNvSpPr>
            <a:spLocks noGrp="1"/>
          </p:cNvSpPr>
          <p:nvPr/>
        </p:nvSpPr>
        <p:spPr>
          <a:xfrm>
            <a:off x="5341620" y="2674620"/>
            <a:ext cx="1485900" cy="0"/>
          </a:xfrm>
          <a:prstGeom prst="line">
            <a:avLst/>
          </a:prstGeom>
          <a:noFill/>
          <a:ln w="5334">
            <a:solidFill>
              <a:srgbClr val="244D65"/>
            </a:solidFill>
            <a:prstDash val="solid"/>
          </a:ln>
        </p:spPr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559221F6-E3E9-4F48-9F2E-DB1C7E0AE87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5372100" y="2705100"/>
            <a:ext cx="160020" cy="160020"/>
          </a:xfrm>
          <a:prstGeom prst="rect">
            <a:avLst/>
          </a:prstGeom>
        </p:spPr>
      </p:pic>
      <p:sp>
        <p:nvSpPr>
          <p:cNvPr id="69" name="专业资产隔离">
            <a:extLst>
              <a:ext uri="{FF2B5EF4-FFF2-40B4-BE49-F238E27FC236}">
                <a16:creationId xmlns:a16="http://schemas.microsoft.com/office/drawing/2014/main" id="{A419DF51-2554-43CA-B528-94A101756B4D}"/>
              </a:ext>
            </a:extLst>
          </p:cNvPr>
          <p:cNvSpPr>
            <a:spLocks noGrp="1"/>
          </p:cNvSpPr>
          <p:nvPr/>
        </p:nvSpPr>
        <p:spPr>
          <a:xfrm>
            <a:off x="5600700" y="2697480"/>
            <a:ext cx="122682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专业资产隔离</a:t>
            </a:r>
          </a:p>
        </p:txBody>
      </p:sp>
      <p:sp>
        <p:nvSpPr>
          <p:cNvPr id="70" name="connector">
            <a:extLst>
              <a:ext uri="{FF2B5EF4-FFF2-40B4-BE49-F238E27FC236}">
                <a16:creationId xmlns:a16="http://schemas.microsoft.com/office/drawing/2014/main" id="{B215DB44-6FF6-4D8F-9C3A-BB7D3DC34D6F}"/>
              </a:ext>
            </a:extLst>
          </p:cNvPr>
          <p:cNvSpPr>
            <a:spLocks noGrp="1"/>
          </p:cNvSpPr>
          <p:nvPr/>
        </p:nvSpPr>
        <p:spPr>
          <a:xfrm>
            <a:off x="5341620" y="2910840"/>
            <a:ext cx="1485900" cy="0"/>
          </a:xfrm>
          <a:prstGeom prst="line">
            <a:avLst/>
          </a:prstGeom>
          <a:noFill/>
          <a:ln w="5334">
            <a:solidFill>
              <a:srgbClr val="244D65"/>
            </a:solidFill>
            <a:prstDash val="solid"/>
          </a:ln>
        </p:spPr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9EF4423D-DD47-40A6-9A55-C6F12722BA6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5372100" y="2941320"/>
            <a:ext cx="160020" cy="160020"/>
          </a:xfrm>
          <a:prstGeom prst="rect">
            <a:avLst/>
          </a:prstGeom>
        </p:spPr>
      </p:pic>
      <p:sp>
        <p:nvSpPr>
          <p:cNvPr id="72" name="版本可追溯">
            <a:extLst>
              <a:ext uri="{FF2B5EF4-FFF2-40B4-BE49-F238E27FC236}">
                <a16:creationId xmlns:a16="http://schemas.microsoft.com/office/drawing/2014/main" id="{34CC3081-8857-4309-9B25-2843D3674900}"/>
              </a:ext>
            </a:extLst>
          </p:cNvPr>
          <p:cNvSpPr>
            <a:spLocks noGrp="1"/>
          </p:cNvSpPr>
          <p:nvPr/>
        </p:nvSpPr>
        <p:spPr>
          <a:xfrm>
            <a:off x="5600700" y="2933700"/>
            <a:ext cx="122682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版本可追溯</a:t>
            </a:r>
          </a:p>
        </p:txBody>
      </p:sp>
      <p:sp>
        <p:nvSpPr>
          <p:cNvPr id="73" name="connector">
            <a:extLst>
              <a:ext uri="{FF2B5EF4-FFF2-40B4-BE49-F238E27FC236}">
                <a16:creationId xmlns:a16="http://schemas.microsoft.com/office/drawing/2014/main" id="{65CE27EE-2B3D-4649-931F-8648971DF0AF}"/>
              </a:ext>
            </a:extLst>
          </p:cNvPr>
          <p:cNvSpPr>
            <a:spLocks noGrp="1"/>
          </p:cNvSpPr>
          <p:nvPr/>
        </p:nvSpPr>
        <p:spPr>
          <a:xfrm>
            <a:off x="5341620" y="3147060"/>
            <a:ext cx="1485900" cy="0"/>
          </a:xfrm>
          <a:prstGeom prst="line">
            <a:avLst/>
          </a:prstGeom>
          <a:noFill/>
          <a:ln w="5334">
            <a:solidFill>
              <a:srgbClr val="244D65"/>
            </a:solidFill>
            <a:prstDash val="solid"/>
          </a:ln>
        </p:spPr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599D97D0-43EA-45E6-B5E6-C039E2B722A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5372100" y="3177540"/>
            <a:ext cx="160020" cy="160020"/>
          </a:xfrm>
          <a:prstGeom prst="rect">
            <a:avLst/>
          </a:prstGeom>
        </p:spPr>
      </p:pic>
      <p:sp>
        <p:nvSpPr>
          <p:cNvPr id="75" name="结果可验证">
            <a:extLst>
              <a:ext uri="{FF2B5EF4-FFF2-40B4-BE49-F238E27FC236}">
                <a16:creationId xmlns:a16="http://schemas.microsoft.com/office/drawing/2014/main" id="{838963F0-0128-477E-A3D1-696B10A8570C}"/>
              </a:ext>
            </a:extLst>
          </p:cNvPr>
          <p:cNvSpPr>
            <a:spLocks noGrp="1"/>
          </p:cNvSpPr>
          <p:nvPr/>
        </p:nvSpPr>
        <p:spPr>
          <a:xfrm>
            <a:off x="5600700" y="3169920"/>
            <a:ext cx="122682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结果可验证</a:t>
            </a:r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B07C4842-509B-491C-8678-A789F93B81D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3954780" y="3421380"/>
            <a:ext cx="4168140" cy="2346960"/>
          </a:xfrm>
          <a:prstGeom prst="rect">
            <a:avLst/>
          </a:prstGeom>
        </p:spPr>
      </p:pic>
      <p:sp>
        <p:nvSpPr>
          <p:cNvPr id="77" name="任务准入门槛">
            <a:extLst>
              <a:ext uri="{FF2B5EF4-FFF2-40B4-BE49-F238E27FC236}">
                <a16:creationId xmlns:a16="http://schemas.microsoft.com/office/drawing/2014/main" id="{452AB012-7D5D-4E41-B122-9AF37218C7B6}"/>
              </a:ext>
            </a:extLst>
          </p:cNvPr>
          <p:cNvSpPr>
            <a:spLocks noGrp="1"/>
          </p:cNvSpPr>
          <p:nvPr/>
        </p:nvSpPr>
        <p:spPr>
          <a:xfrm>
            <a:off x="8031480" y="853440"/>
            <a:ext cx="3810000" cy="1379220"/>
          </a:xfrm>
          <a:prstGeom prst="roundRect">
            <a:avLst>
              <a:gd name="adj" fmla="val 5525"/>
            </a:avLst>
          </a:prstGeom>
          <a:solidFill>
            <a:srgbClr val="021B31"/>
          </a:solidFill>
          <a:ln w="8382">
            <a:solidFill>
              <a:srgbClr val="35A1C6"/>
            </a:solidFill>
            <a:prstDash val="solid"/>
          </a:ln>
        </p:spPr>
      </p:sp>
      <p:sp>
        <p:nvSpPr>
          <p:cNvPr id="78" name="准入门槛：每个任务必须具备">
            <a:extLst>
              <a:ext uri="{FF2B5EF4-FFF2-40B4-BE49-F238E27FC236}">
                <a16:creationId xmlns:a16="http://schemas.microsoft.com/office/drawing/2014/main" id="{AE4563D9-40AF-4495-B8EB-B4A305A371FE}"/>
              </a:ext>
            </a:extLst>
          </p:cNvPr>
          <p:cNvSpPr>
            <a:spLocks noGrp="1"/>
          </p:cNvSpPr>
          <p:nvPr/>
        </p:nvSpPr>
        <p:spPr>
          <a:xfrm>
            <a:off x="8336280" y="929640"/>
            <a:ext cx="3268980" cy="297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准入门槛：每个任务必须具备</a:t>
            </a:r>
          </a:p>
        </p:txBody>
      </p:sp>
      <p:sp>
        <p:nvSpPr>
          <p:cNvPr id="79" name="panel">
            <a:extLst>
              <a:ext uri="{FF2B5EF4-FFF2-40B4-BE49-F238E27FC236}">
                <a16:creationId xmlns:a16="http://schemas.microsoft.com/office/drawing/2014/main" id="{D8E1DA14-6AAC-439F-B262-F699938ED3F6}"/>
              </a:ext>
            </a:extLst>
          </p:cNvPr>
          <p:cNvSpPr>
            <a:spLocks noGrp="1"/>
          </p:cNvSpPr>
          <p:nvPr/>
        </p:nvSpPr>
        <p:spPr>
          <a:xfrm>
            <a:off x="8130540" y="1226820"/>
            <a:ext cx="3611880" cy="944880"/>
          </a:xfrm>
          <a:prstGeom prst="roundRect">
            <a:avLst>
              <a:gd name="adj" fmla="val 5645"/>
            </a:avLst>
          </a:prstGeom>
          <a:solidFill>
            <a:srgbClr val="02172B"/>
          </a:solidFill>
          <a:ln w="6096">
            <a:solidFill>
              <a:srgbClr val="2B6180"/>
            </a:solidFill>
            <a:prstDash val="solid"/>
          </a:ln>
        </p:spPr>
      </p:sp>
      <p:sp>
        <p:nvSpPr>
          <p:cNvPr id="80" name="connector">
            <a:extLst>
              <a:ext uri="{FF2B5EF4-FFF2-40B4-BE49-F238E27FC236}">
                <a16:creationId xmlns:a16="http://schemas.microsoft.com/office/drawing/2014/main" id="{A1806FC6-7050-4348-A673-1A22904335CF}"/>
              </a:ext>
            </a:extLst>
          </p:cNvPr>
          <p:cNvSpPr>
            <a:spLocks noGrp="1"/>
          </p:cNvSpPr>
          <p:nvPr/>
        </p:nvSpPr>
        <p:spPr>
          <a:xfrm>
            <a:off x="9928860" y="1242060"/>
            <a:ext cx="0" cy="922020"/>
          </a:xfrm>
          <a:prstGeom prst="line">
            <a:avLst/>
          </a:prstGeom>
          <a:noFill/>
          <a:ln w="6096">
            <a:solidFill>
              <a:srgbClr val="28526D"/>
            </a:solidFill>
            <a:prstDash val="solid"/>
          </a:ln>
        </p:spPr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6B519EE3-9889-4DFF-B088-D61FBC817B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8252460" y="1295400"/>
            <a:ext cx="259080" cy="251460"/>
          </a:xfrm>
          <a:prstGeom prst="rect">
            <a:avLst/>
          </a:prstGeom>
        </p:spPr>
      </p:pic>
      <p:sp>
        <p:nvSpPr>
          <p:cNvPr id="82" name="任务目标明确">
            <a:extLst>
              <a:ext uri="{FF2B5EF4-FFF2-40B4-BE49-F238E27FC236}">
                <a16:creationId xmlns:a16="http://schemas.microsoft.com/office/drawing/2014/main" id="{37CDA656-8FD1-47A2-BE2C-0C623901C9BE}"/>
              </a:ext>
            </a:extLst>
          </p:cNvPr>
          <p:cNvSpPr>
            <a:spLocks noGrp="1"/>
          </p:cNvSpPr>
          <p:nvPr/>
        </p:nvSpPr>
        <p:spPr>
          <a:xfrm>
            <a:off x="8595360" y="1310640"/>
            <a:ext cx="127254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任务目标明确</a:t>
            </a:r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5A0815D3-4EA8-4DB7-9DEE-01E885AED64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8260080" y="1607820"/>
            <a:ext cx="243840" cy="213360"/>
          </a:xfrm>
          <a:prstGeom prst="rect">
            <a:avLst/>
          </a:prstGeom>
        </p:spPr>
      </p:pic>
      <p:sp>
        <p:nvSpPr>
          <p:cNvPr id="84" name="确定性边界清楚">
            <a:extLst>
              <a:ext uri="{FF2B5EF4-FFF2-40B4-BE49-F238E27FC236}">
                <a16:creationId xmlns:a16="http://schemas.microsoft.com/office/drawing/2014/main" id="{23C84C2E-13B9-4D5D-B11C-BF4B5D28A4C3}"/>
              </a:ext>
            </a:extLst>
          </p:cNvPr>
          <p:cNvSpPr>
            <a:spLocks noGrp="1"/>
          </p:cNvSpPr>
          <p:nvPr/>
        </p:nvSpPr>
        <p:spPr>
          <a:xfrm>
            <a:off x="8595360" y="1615440"/>
            <a:ext cx="127254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确定性边界清楚</a:t>
            </a: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B8702F54-06DD-48AC-B825-55710CC2B0B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8267700" y="1859280"/>
            <a:ext cx="243840" cy="274320"/>
          </a:xfrm>
          <a:prstGeom prst="rect">
            <a:avLst/>
          </a:prstGeom>
        </p:spPr>
      </p:pic>
      <p:sp>
        <p:nvSpPr>
          <p:cNvPr id="86" name="有正式交付物">
            <a:extLst>
              <a:ext uri="{FF2B5EF4-FFF2-40B4-BE49-F238E27FC236}">
                <a16:creationId xmlns:a16="http://schemas.microsoft.com/office/drawing/2014/main" id="{C98684DD-7AF6-43CD-A861-05A530951F1D}"/>
              </a:ext>
            </a:extLst>
          </p:cNvPr>
          <p:cNvSpPr>
            <a:spLocks noGrp="1"/>
          </p:cNvSpPr>
          <p:nvPr/>
        </p:nvSpPr>
        <p:spPr>
          <a:xfrm>
            <a:off x="8595360" y="1882140"/>
            <a:ext cx="127254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有正式交付物</a:t>
            </a: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604A14C7-31E6-4857-8A06-614C32ED5F4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0096500" y="1295400"/>
            <a:ext cx="251460" cy="281940"/>
          </a:xfrm>
          <a:prstGeom prst="rect">
            <a:avLst/>
          </a:prstGeom>
        </p:spPr>
      </p:pic>
      <p:sp>
        <p:nvSpPr>
          <p:cNvPr id="88" name="有人工责任人">
            <a:extLst>
              <a:ext uri="{FF2B5EF4-FFF2-40B4-BE49-F238E27FC236}">
                <a16:creationId xmlns:a16="http://schemas.microsoft.com/office/drawing/2014/main" id="{8A082925-E743-44EA-BA89-E930886E4B8A}"/>
              </a:ext>
            </a:extLst>
          </p:cNvPr>
          <p:cNvSpPr>
            <a:spLocks noGrp="1"/>
          </p:cNvSpPr>
          <p:nvPr/>
        </p:nvSpPr>
        <p:spPr>
          <a:xfrm>
            <a:off x="10431780" y="1318260"/>
            <a:ext cx="121920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有人工责任人</a:t>
            </a: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B3A58E70-5221-47A8-9B53-9ABDE42911E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10088880" y="1661160"/>
            <a:ext cx="266700" cy="304800"/>
          </a:xfrm>
          <a:prstGeom prst="rect">
            <a:avLst/>
          </a:prstGeom>
        </p:spPr>
      </p:pic>
      <p:sp>
        <p:nvSpPr>
          <p:cNvPr id="90" name="有真实验收样例">
            <a:extLst>
              <a:ext uri="{FF2B5EF4-FFF2-40B4-BE49-F238E27FC236}">
                <a16:creationId xmlns:a16="http://schemas.microsoft.com/office/drawing/2014/main" id="{1B862412-DAFF-41CD-B442-97B7CF2A7B9E}"/>
              </a:ext>
            </a:extLst>
          </p:cNvPr>
          <p:cNvSpPr>
            <a:spLocks noGrp="1"/>
          </p:cNvSpPr>
          <p:nvPr/>
        </p:nvSpPr>
        <p:spPr>
          <a:xfrm>
            <a:off x="10431780" y="1684020"/>
            <a:ext cx="124968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有真实验收样例</a:t>
            </a:r>
          </a:p>
        </p:txBody>
      </p:sp>
      <p:sp>
        <p:nvSpPr>
          <p:cNvPr id="91" name="复制路线">
            <a:extLst>
              <a:ext uri="{FF2B5EF4-FFF2-40B4-BE49-F238E27FC236}">
                <a16:creationId xmlns:a16="http://schemas.microsoft.com/office/drawing/2014/main" id="{7305DFC5-CA74-46E9-9EAC-AAE2F1084D19}"/>
              </a:ext>
            </a:extLst>
          </p:cNvPr>
          <p:cNvSpPr>
            <a:spLocks noGrp="1"/>
          </p:cNvSpPr>
          <p:nvPr/>
        </p:nvSpPr>
        <p:spPr>
          <a:xfrm>
            <a:off x="8122920" y="2331720"/>
            <a:ext cx="3718560" cy="1661160"/>
          </a:xfrm>
          <a:prstGeom prst="roundRect">
            <a:avLst>
              <a:gd name="adj" fmla="val 4128"/>
            </a:avLst>
          </a:prstGeom>
          <a:solidFill>
            <a:srgbClr val="031A30"/>
          </a:solidFill>
          <a:ln w="7620">
            <a:solidFill>
              <a:srgbClr val="3980AA"/>
            </a:solidFill>
            <a:prstDash val="solid"/>
          </a:ln>
        </p:spPr>
      </p:sp>
      <p:sp>
        <p:nvSpPr>
          <p:cNvPr id="92" name="复制路线：从一个任务开始">
            <a:extLst>
              <a:ext uri="{FF2B5EF4-FFF2-40B4-BE49-F238E27FC236}">
                <a16:creationId xmlns:a16="http://schemas.microsoft.com/office/drawing/2014/main" id="{E359D0FC-6131-46E1-B8AA-2E1F9A5E28FC}"/>
              </a:ext>
            </a:extLst>
          </p:cNvPr>
          <p:cNvSpPr>
            <a:spLocks noGrp="1"/>
          </p:cNvSpPr>
          <p:nvPr/>
        </p:nvSpPr>
        <p:spPr>
          <a:xfrm>
            <a:off x="8336280" y="2385060"/>
            <a:ext cx="3314700" cy="3124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复制路线：从一个任务开始</a:t>
            </a:r>
          </a:p>
        </p:txBody>
      </p:sp>
      <p:sp>
        <p:nvSpPr>
          <p:cNvPr id="93" name="connector">
            <a:extLst>
              <a:ext uri="{FF2B5EF4-FFF2-40B4-BE49-F238E27FC236}">
                <a16:creationId xmlns:a16="http://schemas.microsoft.com/office/drawing/2014/main" id="{8A03D2C2-0FB4-4D87-88E7-37E2F3BD0918}"/>
              </a:ext>
            </a:extLst>
          </p:cNvPr>
          <p:cNvSpPr>
            <a:spLocks noGrp="1"/>
          </p:cNvSpPr>
          <p:nvPr/>
        </p:nvSpPr>
        <p:spPr>
          <a:xfrm>
            <a:off x="8389620" y="2750820"/>
            <a:ext cx="0" cy="1066800"/>
          </a:xfrm>
          <a:prstGeom prst="line">
            <a:avLst/>
          </a:prstGeom>
          <a:noFill/>
          <a:ln w="7620">
            <a:solidFill>
              <a:srgbClr val="4286AC"/>
            </a:solidFill>
            <a:prstDash val="solid"/>
          </a:ln>
        </p:spPr>
      </p:sp>
      <p:sp>
        <p:nvSpPr>
          <p:cNvPr id="94" name="node">
            <a:extLst>
              <a:ext uri="{FF2B5EF4-FFF2-40B4-BE49-F238E27FC236}">
                <a16:creationId xmlns:a16="http://schemas.microsoft.com/office/drawing/2014/main" id="{64233ADF-C5B9-4F33-B720-349D61232FA9}"/>
              </a:ext>
            </a:extLst>
          </p:cNvPr>
          <p:cNvSpPr>
            <a:spLocks noGrp="1"/>
          </p:cNvSpPr>
          <p:nvPr/>
        </p:nvSpPr>
        <p:spPr>
          <a:xfrm>
            <a:off x="8355330" y="2747010"/>
            <a:ext cx="83820" cy="83820"/>
          </a:xfrm>
          <a:prstGeom prst="ellipse">
            <a:avLst/>
          </a:prstGeom>
          <a:solidFill>
            <a:srgbClr val="5AD9EC"/>
          </a:solidFill>
          <a:ln w="0">
            <a:noFill/>
            <a:prstDash val="solid"/>
          </a:ln>
        </p:spPr>
      </p:sp>
      <p:sp>
        <p:nvSpPr>
          <p:cNvPr id="95" name="明确任务边界与验收标准">
            <a:extLst>
              <a:ext uri="{FF2B5EF4-FFF2-40B4-BE49-F238E27FC236}">
                <a16:creationId xmlns:a16="http://schemas.microsoft.com/office/drawing/2014/main" id="{58988F42-B88B-4D8F-B9F3-E314F89128DD}"/>
              </a:ext>
            </a:extLst>
          </p:cNvPr>
          <p:cNvSpPr>
            <a:spLocks noGrp="1"/>
          </p:cNvSpPr>
          <p:nvPr/>
        </p:nvSpPr>
        <p:spPr>
          <a:xfrm>
            <a:off x="8641080" y="2682240"/>
            <a:ext cx="30175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明确任务边界与验收标准</a:t>
            </a:r>
          </a:p>
        </p:txBody>
      </p:sp>
      <p:sp>
        <p:nvSpPr>
          <p:cNvPr id="96" name="node">
            <a:extLst>
              <a:ext uri="{FF2B5EF4-FFF2-40B4-BE49-F238E27FC236}">
                <a16:creationId xmlns:a16="http://schemas.microsoft.com/office/drawing/2014/main" id="{0ED01D37-AD98-4771-BF4C-9A1BCD7C499E}"/>
              </a:ext>
            </a:extLst>
          </p:cNvPr>
          <p:cNvSpPr>
            <a:spLocks noGrp="1"/>
          </p:cNvSpPr>
          <p:nvPr/>
        </p:nvSpPr>
        <p:spPr>
          <a:xfrm>
            <a:off x="8355330" y="2998470"/>
            <a:ext cx="83820" cy="83820"/>
          </a:xfrm>
          <a:prstGeom prst="ellipse">
            <a:avLst/>
          </a:prstGeom>
          <a:solidFill>
            <a:srgbClr val="5AD9EC"/>
          </a:solidFill>
          <a:ln w="0">
            <a:noFill/>
            <a:prstDash val="solid"/>
          </a:ln>
        </p:spPr>
      </p:sp>
      <p:sp>
        <p:nvSpPr>
          <p:cNvPr id="97" name="沉淀资产并装载专业 Skill">
            <a:extLst>
              <a:ext uri="{FF2B5EF4-FFF2-40B4-BE49-F238E27FC236}">
                <a16:creationId xmlns:a16="http://schemas.microsoft.com/office/drawing/2014/main" id="{5D7E6B10-998B-48EA-92F7-397BA9897048}"/>
              </a:ext>
            </a:extLst>
          </p:cNvPr>
          <p:cNvSpPr>
            <a:spLocks noGrp="1"/>
          </p:cNvSpPr>
          <p:nvPr/>
        </p:nvSpPr>
        <p:spPr>
          <a:xfrm>
            <a:off x="8641080" y="2933700"/>
            <a:ext cx="30175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沉淀资产并装载专业 Skill</a:t>
            </a:r>
          </a:p>
        </p:txBody>
      </p:sp>
      <p:sp>
        <p:nvSpPr>
          <p:cNvPr id="98" name="node">
            <a:extLst>
              <a:ext uri="{FF2B5EF4-FFF2-40B4-BE49-F238E27FC236}">
                <a16:creationId xmlns:a16="http://schemas.microsoft.com/office/drawing/2014/main" id="{34945937-920A-41BD-A28A-7CFD445E70D3}"/>
              </a:ext>
            </a:extLst>
          </p:cNvPr>
          <p:cNvSpPr>
            <a:spLocks noGrp="1"/>
          </p:cNvSpPr>
          <p:nvPr/>
        </p:nvSpPr>
        <p:spPr>
          <a:xfrm>
            <a:off x="8355330" y="3249930"/>
            <a:ext cx="83820" cy="83820"/>
          </a:xfrm>
          <a:prstGeom prst="ellipse">
            <a:avLst/>
          </a:prstGeom>
          <a:solidFill>
            <a:srgbClr val="5AD9EC"/>
          </a:solidFill>
          <a:ln w="0">
            <a:noFill/>
            <a:prstDash val="solid"/>
          </a:ln>
        </p:spPr>
      </p:sp>
      <p:sp>
        <p:nvSpPr>
          <p:cNvPr id="99" name="跑通并输出可验证结果">
            <a:extLst>
              <a:ext uri="{FF2B5EF4-FFF2-40B4-BE49-F238E27FC236}">
                <a16:creationId xmlns:a16="http://schemas.microsoft.com/office/drawing/2014/main" id="{E21AD8C1-BA5D-409F-AF83-655BB31CDAC5}"/>
              </a:ext>
            </a:extLst>
          </p:cNvPr>
          <p:cNvSpPr>
            <a:spLocks noGrp="1"/>
          </p:cNvSpPr>
          <p:nvPr/>
        </p:nvSpPr>
        <p:spPr>
          <a:xfrm>
            <a:off x="8641080" y="3185160"/>
            <a:ext cx="30175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跑通并输出可验证结果</a:t>
            </a:r>
          </a:p>
        </p:txBody>
      </p:sp>
      <p:sp>
        <p:nvSpPr>
          <p:cNvPr id="100" name="node">
            <a:extLst>
              <a:ext uri="{FF2B5EF4-FFF2-40B4-BE49-F238E27FC236}">
                <a16:creationId xmlns:a16="http://schemas.microsoft.com/office/drawing/2014/main" id="{E5501B9B-F432-4B44-A1A7-1DB96F40C958}"/>
              </a:ext>
            </a:extLst>
          </p:cNvPr>
          <p:cNvSpPr>
            <a:spLocks noGrp="1"/>
          </p:cNvSpPr>
          <p:nvPr/>
        </p:nvSpPr>
        <p:spPr>
          <a:xfrm>
            <a:off x="8355330" y="3501390"/>
            <a:ext cx="83820" cy="83820"/>
          </a:xfrm>
          <a:prstGeom prst="ellipse">
            <a:avLst/>
          </a:prstGeom>
          <a:solidFill>
            <a:srgbClr val="5AD9EC"/>
          </a:solidFill>
          <a:ln w="0">
            <a:noFill/>
            <a:prstDash val="solid"/>
          </a:ln>
        </p:spPr>
      </p:sp>
      <p:sp>
        <p:nvSpPr>
          <p:cNvPr id="101" name="固化为可复用的任务单元">
            <a:extLst>
              <a:ext uri="{FF2B5EF4-FFF2-40B4-BE49-F238E27FC236}">
                <a16:creationId xmlns:a16="http://schemas.microsoft.com/office/drawing/2014/main" id="{CDB743CA-CA8F-4990-9A6E-F51E30BC2535}"/>
              </a:ext>
            </a:extLst>
          </p:cNvPr>
          <p:cNvSpPr>
            <a:spLocks noGrp="1"/>
          </p:cNvSpPr>
          <p:nvPr/>
        </p:nvSpPr>
        <p:spPr>
          <a:xfrm>
            <a:off x="8641080" y="3436620"/>
            <a:ext cx="30175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固化为可复用的任务单元</a:t>
            </a:r>
          </a:p>
        </p:txBody>
      </p:sp>
      <p:sp>
        <p:nvSpPr>
          <p:cNvPr id="102" name="node">
            <a:extLst>
              <a:ext uri="{FF2B5EF4-FFF2-40B4-BE49-F238E27FC236}">
                <a16:creationId xmlns:a16="http://schemas.microsoft.com/office/drawing/2014/main" id="{F72A5F2E-8514-4D8D-8B90-8B537433DAF8}"/>
              </a:ext>
            </a:extLst>
          </p:cNvPr>
          <p:cNvSpPr>
            <a:spLocks noGrp="1"/>
          </p:cNvSpPr>
          <p:nvPr/>
        </p:nvSpPr>
        <p:spPr>
          <a:xfrm>
            <a:off x="8355330" y="3752850"/>
            <a:ext cx="83820" cy="83820"/>
          </a:xfrm>
          <a:prstGeom prst="ellipse">
            <a:avLst/>
          </a:prstGeom>
          <a:solidFill>
            <a:srgbClr val="5AD9EC"/>
          </a:solidFill>
          <a:ln w="0">
            <a:noFill/>
            <a:prstDash val="solid"/>
          </a:ln>
        </p:spPr>
      </p:sp>
      <p:sp>
        <p:nvSpPr>
          <p:cNvPr id="103" name="在同一框架装载新场景">
            <a:extLst>
              <a:ext uri="{FF2B5EF4-FFF2-40B4-BE49-F238E27FC236}">
                <a16:creationId xmlns:a16="http://schemas.microsoft.com/office/drawing/2014/main" id="{37475CCA-8E3D-444E-93B5-573D1FE53718}"/>
              </a:ext>
            </a:extLst>
          </p:cNvPr>
          <p:cNvSpPr>
            <a:spLocks noGrp="1"/>
          </p:cNvSpPr>
          <p:nvPr/>
        </p:nvSpPr>
        <p:spPr>
          <a:xfrm>
            <a:off x="8641080" y="3688080"/>
            <a:ext cx="30175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在同一框架装载新场景</a:t>
            </a:r>
          </a:p>
        </p:txBody>
      </p:sp>
      <p:sp>
        <p:nvSpPr>
          <p:cNvPr id="104" name="connector">
            <a:extLst>
              <a:ext uri="{FF2B5EF4-FFF2-40B4-BE49-F238E27FC236}">
                <a16:creationId xmlns:a16="http://schemas.microsoft.com/office/drawing/2014/main" id="{E9367BE1-8024-49B6-A5BA-42500007916A}"/>
              </a:ext>
            </a:extLst>
          </p:cNvPr>
          <p:cNvSpPr>
            <a:spLocks noGrp="1"/>
          </p:cNvSpPr>
          <p:nvPr/>
        </p:nvSpPr>
        <p:spPr>
          <a:xfrm>
            <a:off x="7231380" y="1851660"/>
            <a:ext cx="22860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105" name="connector">
            <a:extLst>
              <a:ext uri="{FF2B5EF4-FFF2-40B4-BE49-F238E27FC236}">
                <a16:creationId xmlns:a16="http://schemas.microsoft.com/office/drawing/2014/main" id="{18416DC0-25B8-4311-B5AE-E0AA9717B738}"/>
              </a:ext>
            </a:extLst>
          </p:cNvPr>
          <p:cNvSpPr>
            <a:spLocks noGrp="1"/>
          </p:cNvSpPr>
          <p:nvPr/>
        </p:nvSpPr>
        <p:spPr>
          <a:xfrm>
            <a:off x="7459980" y="1150620"/>
            <a:ext cx="0" cy="70104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106" name="connector">
            <a:extLst>
              <a:ext uri="{FF2B5EF4-FFF2-40B4-BE49-F238E27FC236}">
                <a16:creationId xmlns:a16="http://schemas.microsoft.com/office/drawing/2014/main" id="{2B6DF2D5-C263-4B31-B255-4153DA54A91E}"/>
              </a:ext>
            </a:extLst>
          </p:cNvPr>
          <p:cNvSpPr>
            <a:spLocks noGrp="1"/>
          </p:cNvSpPr>
          <p:nvPr/>
        </p:nvSpPr>
        <p:spPr>
          <a:xfrm>
            <a:off x="7459980" y="1150620"/>
            <a:ext cx="50292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107" name="node">
            <a:extLst>
              <a:ext uri="{FF2B5EF4-FFF2-40B4-BE49-F238E27FC236}">
                <a16:creationId xmlns:a16="http://schemas.microsoft.com/office/drawing/2014/main" id="{BD07655C-C2D5-4F71-B643-6230379B94C1}"/>
              </a:ext>
            </a:extLst>
          </p:cNvPr>
          <p:cNvSpPr>
            <a:spLocks noGrp="1"/>
          </p:cNvSpPr>
          <p:nvPr/>
        </p:nvSpPr>
        <p:spPr>
          <a:xfrm>
            <a:off x="7932420" y="1120140"/>
            <a:ext cx="60960" cy="60960"/>
          </a:xfrm>
          <a:prstGeom prst="ellipse">
            <a:avLst/>
          </a:prstGeom>
          <a:solidFill>
            <a:srgbClr val="43CFF1"/>
          </a:solidFill>
          <a:ln w="0">
            <a:noFill/>
            <a:prstDash val="solid"/>
          </a:ln>
        </p:spPr>
      </p:sp>
      <p:sp>
        <p:nvSpPr>
          <p:cNvPr id="108" name="connector">
            <a:extLst>
              <a:ext uri="{FF2B5EF4-FFF2-40B4-BE49-F238E27FC236}">
                <a16:creationId xmlns:a16="http://schemas.microsoft.com/office/drawing/2014/main" id="{D62D1D73-3CD7-40E5-8A91-CFDF3D83C852}"/>
              </a:ext>
            </a:extLst>
          </p:cNvPr>
          <p:cNvSpPr>
            <a:spLocks noGrp="1"/>
          </p:cNvSpPr>
          <p:nvPr/>
        </p:nvSpPr>
        <p:spPr>
          <a:xfrm>
            <a:off x="7231380" y="2263140"/>
            <a:ext cx="50292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109" name="connector">
            <a:extLst>
              <a:ext uri="{FF2B5EF4-FFF2-40B4-BE49-F238E27FC236}">
                <a16:creationId xmlns:a16="http://schemas.microsoft.com/office/drawing/2014/main" id="{16EA4971-B9B1-4169-96E0-B47B87F11B5A}"/>
              </a:ext>
            </a:extLst>
          </p:cNvPr>
          <p:cNvSpPr>
            <a:spLocks noGrp="1"/>
          </p:cNvSpPr>
          <p:nvPr/>
        </p:nvSpPr>
        <p:spPr>
          <a:xfrm>
            <a:off x="7734300" y="2263140"/>
            <a:ext cx="0" cy="30480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110" name="connector">
            <a:extLst>
              <a:ext uri="{FF2B5EF4-FFF2-40B4-BE49-F238E27FC236}">
                <a16:creationId xmlns:a16="http://schemas.microsoft.com/office/drawing/2014/main" id="{1157AC2E-C34F-42C9-808A-7CF9D3A13988}"/>
              </a:ext>
            </a:extLst>
          </p:cNvPr>
          <p:cNvSpPr>
            <a:spLocks noGrp="1"/>
          </p:cNvSpPr>
          <p:nvPr/>
        </p:nvSpPr>
        <p:spPr>
          <a:xfrm>
            <a:off x="7734300" y="2567940"/>
            <a:ext cx="22860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111" name="node">
            <a:extLst>
              <a:ext uri="{FF2B5EF4-FFF2-40B4-BE49-F238E27FC236}">
                <a16:creationId xmlns:a16="http://schemas.microsoft.com/office/drawing/2014/main" id="{300D46F5-D027-450D-A5FA-043A85A8A835}"/>
              </a:ext>
            </a:extLst>
          </p:cNvPr>
          <p:cNvSpPr>
            <a:spLocks noGrp="1"/>
          </p:cNvSpPr>
          <p:nvPr/>
        </p:nvSpPr>
        <p:spPr>
          <a:xfrm>
            <a:off x="7932420" y="2537460"/>
            <a:ext cx="60960" cy="60960"/>
          </a:xfrm>
          <a:prstGeom prst="ellipse">
            <a:avLst/>
          </a:prstGeom>
          <a:solidFill>
            <a:srgbClr val="43CFF1"/>
          </a:solidFill>
          <a:ln w="0">
            <a:noFill/>
            <a:prstDash val="solid"/>
          </a:ln>
        </p:spPr>
      </p:sp>
      <p:sp>
        <p:nvSpPr>
          <p:cNvPr id="112" name="connector">
            <a:extLst>
              <a:ext uri="{FF2B5EF4-FFF2-40B4-BE49-F238E27FC236}">
                <a16:creationId xmlns:a16="http://schemas.microsoft.com/office/drawing/2014/main" id="{A63D60AD-0E17-4949-8CEB-B5A05233226A}"/>
              </a:ext>
            </a:extLst>
          </p:cNvPr>
          <p:cNvSpPr>
            <a:spLocks noGrp="1"/>
          </p:cNvSpPr>
          <p:nvPr/>
        </p:nvSpPr>
        <p:spPr>
          <a:xfrm>
            <a:off x="7231380" y="2080260"/>
            <a:ext cx="289560" cy="0"/>
          </a:xfrm>
          <a:prstGeom prst="line">
            <a:avLst/>
          </a:prstGeom>
          <a:noFill/>
          <a:ln w="10668">
            <a:solidFill>
              <a:srgbClr val="43CFF1"/>
            </a:solidFill>
            <a:prstDash val="solid"/>
          </a:ln>
        </p:spPr>
      </p:sp>
      <p:sp>
        <p:nvSpPr>
          <p:cNvPr id="113" name="价格裁决边界">
            <a:extLst>
              <a:ext uri="{FF2B5EF4-FFF2-40B4-BE49-F238E27FC236}">
                <a16:creationId xmlns:a16="http://schemas.microsoft.com/office/drawing/2014/main" id="{5BD3EE1D-587A-446D-BB96-ED1C1E6B00EC}"/>
              </a:ext>
            </a:extLst>
          </p:cNvPr>
          <p:cNvSpPr>
            <a:spLocks noGrp="1"/>
          </p:cNvSpPr>
          <p:nvPr/>
        </p:nvSpPr>
        <p:spPr>
          <a:xfrm>
            <a:off x="8313420" y="4411980"/>
            <a:ext cx="3543300" cy="967740"/>
          </a:xfrm>
          <a:prstGeom prst="roundRect">
            <a:avLst>
              <a:gd name="adj" fmla="val 7087"/>
            </a:avLst>
          </a:prstGeom>
          <a:solidFill>
            <a:srgbClr val="01172D"/>
          </a:solidFill>
          <a:ln w="7620">
            <a:solidFill>
              <a:srgbClr val="2E668C"/>
            </a:solidFill>
            <a:prstDash val="solid"/>
          </a:ln>
        </p:spPr>
      </p:sp>
      <p:pic>
        <p:nvPicPr>
          <p:cNvPr id="114" name="图片 113">
            <a:extLst>
              <a:ext uri="{FF2B5EF4-FFF2-40B4-BE49-F238E27FC236}">
                <a16:creationId xmlns:a16="http://schemas.microsoft.com/office/drawing/2014/main" id="{9B639718-4D35-46CB-B855-7920BE026CA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8442960" y="4511040"/>
            <a:ext cx="701040" cy="746760"/>
          </a:xfrm>
          <a:prstGeom prst="rect">
            <a:avLst/>
          </a:prstGeom>
        </p:spPr>
      </p:pic>
      <p:sp>
        <p:nvSpPr>
          <p:cNvPr id="115" name="不把价格裁决交给大模型">
            <a:extLst>
              <a:ext uri="{FF2B5EF4-FFF2-40B4-BE49-F238E27FC236}">
                <a16:creationId xmlns:a16="http://schemas.microsoft.com/office/drawing/2014/main" id="{C4D668E8-AF1E-4831-8D54-294905DCC584}"/>
              </a:ext>
            </a:extLst>
          </p:cNvPr>
          <p:cNvSpPr>
            <a:spLocks noGrp="1"/>
          </p:cNvSpPr>
          <p:nvPr/>
        </p:nvSpPr>
        <p:spPr>
          <a:xfrm>
            <a:off x="9204960" y="4625340"/>
            <a:ext cx="2567940" cy="3276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不把价格裁决交给大模型</a:t>
            </a:r>
          </a:p>
        </p:txBody>
      </p:sp>
      <p:sp>
        <p:nvSpPr>
          <p:cNvPr id="116" name="专业边界清晰，结果可解释可追溯">
            <a:extLst>
              <a:ext uri="{FF2B5EF4-FFF2-40B4-BE49-F238E27FC236}">
                <a16:creationId xmlns:a16="http://schemas.microsoft.com/office/drawing/2014/main" id="{03C5E7F2-710C-4A6A-B773-DFF22D682A37}"/>
              </a:ext>
            </a:extLst>
          </p:cNvPr>
          <p:cNvSpPr>
            <a:spLocks noGrp="1"/>
          </p:cNvSpPr>
          <p:nvPr/>
        </p:nvSpPr>
        <p:spPr>
          <a:xfrm>
            <a:off x="9204960" y="4968240"/>
            <a:ext cx="256794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1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专业边界清晰，结果可解释可追溯</a:t>
            </a:r>
          </a:p>
        </p:txBody>
      </p:sp>
      <p:sp>
        <p:nvSpPr>
          <p:cNvPr id="117" name="跑通一项真实任务步骤">
            <a:extLst>
              <a:ext uri="{FF2B5EF4-FFF2-40B4-BE49-F238E27FC236}">
                <a16:creationId xmlns:a16="http://schemas.microsoft.com/office/drawing/2014/main" id="{ED41F018-66DC-4C20-926C-A2A7127B3152}"/>
              </a:ext>
            </a:extLst>
          </p:cNvPr>
          <p:cNvSpPr>
            <a:spLocks noGrp="1"/>
          </p:cNvSpPr>
          <p:nvPr/>
        </p:nvSpPr>
        <p:spPr>
          <a:xfrm>
            <a:off x="441960" y="5798820"/>
            <a:ext cx="2621280" cy="716280"/>
          </a:xfrm>
          <a:prstGeom prst="roundRect">
            <a:avLst>
              <a:gd name="adj" fmla="val 11702"/>
            </a:avLst>
          </a:prstGeom>
          <a:solidFill>
            <a:srgbClr val="031A30"/>
          </a:solidFill>
          <a:ln w="7620">
            <a:solidFill>
              <a:srgbClr val="37A1CF"/>
            </a:solidFill>
            <a:prstDash val="solid"/>
          </a:ln>
        </p:spPr>
      </p:sp>
      <p:pic>
        <p:nvPicPr>
          <p:cNvPr id="118" name="图片 117">
            <a:extLst>
              <a:ext uri="{FF2B5EF4-FFF2-40B4-BE49-F238E27FC236}">
                <a16:creationId xmlns:a16="http://schemas.microsoft.com/office/drawing/2014/main" id="{5B97C8B9-51CF-4817-9A74-72935F294B7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640080" y="5905500"/>
            <a:ext cx="487680" cy="495300"/>
          </a:xfrm>
          <a:prstGeom prst="rect">
            <a:avLst/>
          </a:prstGeom>
        </p:spPr>
      </p:pic>
      <p:sp>
        <p:nvSpPr>
          <p:cNvPr id="119" name="跑通一项真实任务">
            <a:extLst>
              <a:ext uri="{FF2B5EF4-FFF2-40B4-BE49-F238E27FC236}">
                <a16:creationId xmlns:a16="http://schemas.microsoft.com/office/drawing/2014/main" id="{3B094020-F842-488D-8E67-C01525425B95}"/>
              </a:ext>
            </a:extLst>
          </p:cNvPr>
          <p:cNvSpPr>
            <a:spLocks noGrp="1"/>
          </p:cNvSpPr>
          <p:nvPr/>
        </p:nvSpPr>
        <p:spPr>
          <a:xfrm>
            <a:off x="1264920" y="5989320"/>
            <a:ext cx="17221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跑通一项真实任务</a:t>
            </a:r>
          </a:p>
        </p:txBody>
      </p:sp>
      <p:sp>
        <p:nvSpPr>
          <p:cNvPr id="120" name="arrow">
            <a:extLst>
              <a:ext uri="{FF2B5EF4-FFF2-40B4-BE49-F238E27FC236}">
                <a16:creationId xmlns:a16="http://schemas.microsoft.com/office/drawing/2014/main" id="{AA751FE7-778E-4634-9AC9-B08F3DD911AD}"/>
              </a:ext>
            </a:extLst>
          </p:cNvPr>
          <p:cNvSpPr>
            <a:spLocks noGrp="1"/>
          </p:cNvSpPr>
          <p:nvPr/>
        </p:nvSpPr>
        <p:spPr>
          <a:xfrm>
            <a:off x="3139440" y="6027420"/>
            <a:ext cx="274320" cy="220980"/>
          </a:xfrm>
          <a:prstGeom prst="rightArrow">
            <a:avLst/>
          </a:prstGeom>
          <a:solidFill>
            <a:srgbClr val="3794BD"/>
          </a:solidFill>
          <a:ln w="0">
            <a:noFill/>
            <a:prstDash val="solid"/>
          </a:ln>
        </p:spPr>
      </p:sp>
      <p:sp>
        <p:nvSpPr>
          <p:cNvPr id="121" name="固化专业 Skill步骤">
            <a:extLst>
              <a:ext uri="{FF2B5EF4-FFF2-40B4-BE49-F238E27FC236}">
                <a16:creationId xmlns:a16="http://schemas.microsoft.com/office/drawing/2014/main" id="{05A0E5E8-A7C2-4C4C-AA93-63AB7ADC3326}"/>
              </a:ext>
            </a:extLst>
          </p:cNvPr>
          <p:cNvSpPr>
            <a:spLocks noGrp="1"/>
          </p:cNvSpPr>
          <p:nvPr/>
        </p:nvSpPr>
        <p:spPr>
          <a:xfrm>
            <a:off x="3459480" y="5798820"/>
            <a:ext cx="2202180" cy="716280"/>
          </a:xfrm>
          <a:prstGeom prst="roundRect">
            <a:avLst>
              <a:gd name="adj" fmla="val 11702"/>
            </a:avLst>
          </a:prstGeom>
          <a:solidFill>
            <a:srgbClr val="031A30"/>
          </a:solidFill>
          <a:ln w="7620">
            <a:solidFill>
              <a:srgbClr val="37A1CF"/>
            </a:solidFill>
            <a:prstDash val="solid"/>
          </a:ln>
        </p:spPr>
      </p:sp>
      <p:pic>
        <p:nvPicPr>
          <p:cNvPr id="122" name="图片 121">
            <a:extLst>
              <a:ext uri="{FF2B5EF4-FFF2-40B4-BE49-F238E27FC236}">
                <a16:creationId xmlns:a16="http://schemas.microsoft.com/office/drawing/2014/main" id="{04392D02-DCEA-4EEC-99F0-277C4D3E300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3619500" y="5905500"/>
            <a:ext cx="487680" cy="495300"/>
          </a:xfrm>
          <a:prstGeom prst="rect">
            <a:avLst/>
          </a:prstGeom>
        </p:spPr>
      </p:pic>
      <p:sp>
        <p:nvSpPr>
          <p:cNvPr id="123" name="固化专业 Skill">
            <a:extLst>
              <a:ext uri="{FF2B5EF4-FFF2-40B4-BE49-F238E27FC236}">
                <a16:creationId xmlns:a16="http://schemas.microsoft.com/office/drawing/2014/main" id="{32F7CE3B-4899-4521-B326-7C97FD0576A4}"/>
              </a:ext>
            </a:extLst>
          </p:cNvPr>
          <p:cNvSpPr>
            <a:spLocks noGrp="1"/>
          </p:cNvSpPr>
          <p:nvPr/>
        </p:nvSpPr>
        <p:spPr>
          <a:xfrm>
            <a:off x="4251960" y="5989320"/>
            <a:ext cx="13335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固化专业 Skill</a:t>
            </a:r>
          </a:p>
        </p:txBody>
      </p:sp>
      <p:sp>
        <p:nvSpPr>
          <p:cNvPr id="124" name="arrow">
            <a:extLst>
              <a:ext uri="{FF2B5EF4-FFF2-40B4-BE49-F238E27FC236}">
                <a16:creationId xmlns:a16="http://schemas.microsoft.com/office/drawing/2014/main" id="{A113C293-8252-48AE-9413-B8392E451998}"/>
              </a:ext>
            </a:extLst>
          </p:cNvPr>
          <p:cNvSpPr>
            <a:spLocks noGrp="1"/>
          </p:cNvSpPr>
          <p:nvPr/>
        </p:nvSpPr>
        <p:spPr>
          <a:xfrm>
            <a:off x="5737860" y="6027420"/>
            <a:ext cx="274320" cy="220980"/>
          </a:xfrm>
          <a:prstGeom prst="rightArrow">
            <a:avLst/>
          </a:prstGeom>
          <a:solidFill>
            <a:srgbClr val="3794BD"/>
          </a:solidFill>
          <a:ln w="0">
            <a:noFill/>
            <a:prstDash val="solid"/>
          </a:ln>
        </p:spPr>
      </p:sp>
      <p:sp>
        <p:nvSpPr>
          <p:cNvPr id="125" name="在同一框架装载新场景步骤">
            <a:extLst>
              <a:ext uri="{FF2B5EF4-FFF2-40B4-BE49-F238E27FC236}">
                <a16:creationId xmlns:a16="http://schemas.microsoft.com/office/drawing/2014/main" id="{1179AEC5-71CC-4A28-9EB9-57E91E42F451}"/>
              </a:ext>
            </a:extLst>
          </p:cNvPr>
          <p:cNvSpPr>
            <a:spLocks noGrp="1"/>
          </p:cNvSpPr>
          <p:nvPr/>
        </p:nvSpPr>
        <p:spPr>
          <a:xfrm>
            <a:off x="6004560" y="5798820"/>
            <a:ext cx="2590800" cy="716280"/>
          </a:xfrm>
          <a:prstGeom prst="roundRect">
            <a:avLst>
              <a:gd name="adj" fmla="val 11702"/>
            </a:avLst>
          </a:prstGeom>
          <a:solidFill>
            <a:srgbClr val="031A30"/>
          </a:solidFill>
          <a:ln w="7620">
            <a:solidFill>
              <a:srgbClr val="37A1CF"/>
            </a:solidFill>
            <a:prstDash val="solid"/>
          </a:ln>
        </p:spPr>
      </p:sp>
      <p:pic>
        <p:nvPicPr>
          <p:cNvPr id="126" name="图片 125">
            <a:extLst>
              <a:ext uri="{FF2B5EF4-FFF2-40B4-BE49-F238E27FC236}">
                <a16:creationId xmlns:a16="http://schemas.microsoft.com/office/drawing/2014/main" id="{745CF0D9-1006-43BD-AF76-C27FFC3D775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6172200" y="5966460"/>
            <a:ext cx="403860" cy="373380"/>
          </a:xfrm>
          <a:prstGeom prst="rect">
            <a:avLst/>
          </a:prstGeom>
        </p:spPr>
      </p:pic>
      <p:sp>
        <p:nvSpPr>
          <p:cNvPr id="127" name="在同一框架装载新场景">
            <a:extLst>
              <a:ext uri="{FF2B5EF4-FFF2-40B4-BE49-F238E27FC236}">
                <a16:creationId xmlns:a16="http://schemas.microsoft.com/office/drawing/2014/main" id="{5314F19D-0813-4B3B-9ACC-39B0F927BDFE}"/>
              </a:ext>
            </a:extLst>
          </p:cNvPr>
          <p:cNvSpPr>
            <a:spLocks noGrp="1"/>
          </p:cNvSpPr>
          <p:nvPr/>
        </p:nvSpPr>
        <p:spPr>
          <a:xfrm>
            <a:off x="6652260" y="5989320"/>
            <a:ext cx="18669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5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5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5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5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5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5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5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5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5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5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5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55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在同一框架装载新场景</a:t>
            </a:r>
          </a:p>
        </p:txBody>
      </p:sp>
      <p:sp>
        <p:nvSpPr>
          <p:cNvPr id="128" name="arrow">
            <a:extLst>
              <a:ext uri="{FF2B5EF4-FFF2-40B4-BE49-F238E27FC236}">
                <a16:creationId xmlns:a16="http://schemas.microsoft.com/office/drawing/2014/main" id="{14E9D533-1465-4821-B6CE-BF8515494951}"/>
              </a:ext>
            </a:extLst>
          </p:cNvPr>
          <p:cNvSpPr>
            <a:spLocks noGrp="1"/>
          </p:cNvSpPr>
          <p:nvPr/>
        </p:nvSpPr>
        <p:spPr>
          <a:xfrm>
            <a:off x="8671560" y="6027420"/>
            <a:ext cx="274320" cy="220980"/>
          </a:xfrm>
          <a:prstGeom prst="rightArrow">
            <a:avLst/>
          </a:prstGeom>
          <a:solidFill>
            <a:srgbClr val="3794BD"/>
          </a:solidFill>
          <a:ln w="0">
            <a:noFill/>
            <a:prstDash val="solid"/>
          </a:ln>
        </p:spPr>
      </p:sp>
      <p:sp>
        <p:nvSpPr>
          <p:cNvPr id="129" name="逐步形成造价能力网络步骤">
            <a:extLst>
              <a:ext uri="{FF2B5EF4-FFF2-40B4-BE49-F238E27FC236}">
                <a16:creationId xmlns:a16="http://schemas.microsoft.com/office/drawing/2014/main" id="{8C866163-728F-4E58-B36B-0229A215AF19}"/>
              </a:ext>
            </a:extLst>
          </p:cNvPr>
          <p:cNvSpPr>
            <a:spLocks noGrp="1"/>
          </p:cNvSpPr>
          <p:nvPr/>
        </p:nvSpPr>
        <p:spPr>
          <a:xfrm>
            <a:off x="8953500" y="5798820"/>
            <a:ext cx="2689860" cy="716280"/>
          </a:xfrm>
          <a:prstGeom prst="roundRect">
            <a:avLst>
              <a:gd name="adj" fmla="val 11702"/>
            </a:avLst>
          </a:prstGeom>
          <a:solidFill>
            <a:srgbClr val="031A30"/>
          </a:solidFill>
          <a:ln w="7620">
            <a:solidFill>
              <a:srgbClr val="37A1CF"/>
            </a:solidFill>
            <a:prstDash val="solid"/>
          </a:ln>
        </p:spPr>
      </p:sp>
      <p:pic>
        <p:nvPicPr>
          <p:cNvPr id="130" name="图片 129">
            <a:extLst>
              <a:ext uri="{FF2B5EF4-FFF2-40B4-BE49-F238E27FC236}">
                <a16:creationId xmlns:a16="http://schemas.microsoft.com/office/drawing/2014/main" id="{82D7D6E0-8F65-4BDC-B713-7DDBB66F563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9105900" y="5920740"/>
            <a:ext cx="533400" cy="487680"/>
          </a:xfrm>
          <a:prstGeom prst="rect">
            <a:avLst/>
          </a:prstGeom>
        </p:spPr>
      </p:pic>
      <p:sp>
        <p:nvSpPr>
          <p:cNvPr id="131" name="逐步形成造价能力网络">
            <a:extLst>
              <a:ext uri="{FF2B5EF4-FFF2-40B4-BE49-F238E27FC236}">
                <a16:creationId xmlns:a16="http://schemas.microsoft.com/office/drawing/2014/main" id="{E5D3C052-9F48-4A2B-91C8-A9E99F887301}"/>
              </a:ext>
            </a:extLst>
          </p:cNvPr>
          <p:cNvSpPr>
            <a:spLocks noGrp="1"/>
          </p:cNvSpPr>
          <p:nvPr/>
        </p:nvSpPr>
        <p:spPr>
          <a:xfrm>
            <a:off x="9738360" y="5989320"/>
            <a:ext cx="18288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6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6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6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6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6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6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6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6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6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6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6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6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逐步形成造价能力网络</a:t>
            </a:r>
          </a:p>
        </p:txBody>
      </p:sp>
    </p:spTree>
    <p:extLst>
      <p:ext uri="{BB962C8B-B14F-4D97-AF65-F5344CB8AC3E}">
        <p14:creationId xmlns:p14="http://schemas.microsoft.com/office/powerpoint/2010/main" val="508842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>
            <a:extLst>
              <a:ext uri="{FF2B5EF4-FFF2-40B4-BE49-F238E27FC236}">
                <a16:creationId xmlns:a16="http://schemas.microsoft.com/office/drawing/2014/main" id="{49591421-B605-42ED-AD08-72E0693CD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975360"/>
            <a:ext cx="1143000" cy="303276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8180A8A-8E69-400E-86C5-25F5B28C2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55180" y="1196340"/>
            <a:ext cx="2781300" cy="281178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185B926-21B6-4467-9337-920AC3A1B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936480" y="1173480"/>
            <a:ext cx="2255520" cy="128016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D536BCA-4904-44BC-8460-270E219254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936480" y="3429000"/>
            <a:ext cx="2255520" cy="579120"/>
          </a:xfrm>
          <a:prstGeom prst="rect">
            <a:avLst/>
          </a:prstGeom>
        </p:spPr>
      </p:pic>
      <p:sp>
        <p:nvSpPr>
          <p:cNvPr id="5" name="第一项工作">
            <a:extLst>
              <a:ext uri="{FF2B5EF4-FFF2-40B4-BE49-F238E27FC236}">
                <a16:creationId xmlns:a16="http://schemas.microsoft.com/office/drawing/2014/main" id="{9B2E3EC7-5AB9-4768-9C97-E2FA2D209F61}"/>
              </a:ext>
            </a:extLst>
          </p:cNvPr>
          <p:cNvSpPr>
            <a:spLocks noGrp="1"/>
          </p:cNvSpPr>
          <p:nvPr/>
        </p:nvSpPr>
        <p:spPr>
          <a:xfrm>
            <a:off x="487680" y="304800"/>
            <a:ext cx="207264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第一项工作</a:t>
            </a:r>
          </a:p>
        </p:txBody>
      </p:sp>
      <p:sp>
        <p:nvSpPr>
          <p:cNvPr id="6" name=",">
            <a:extLst>
              <a:ext uri="{FF2B5EF4-FFF2-40B4-BE49-F238E27FC236}">
                <a16:creationId xmlns:a16="http://schemas.microsoft.com/office/drawing/2014/main" id="{2113229F-148A-4857-B6F4-ACDDB20BA75D}"/>
              </a:ext>
            </a:extLst>
          </p:cNvPr>
          <p:cNvSpPr>
            <a:spLocks noGrp="1"/>
          </p:cNvSpPr>
          <p:nvPr/>
        </p:nvSpPr>
        <p:spPr>
          <a:xfrm>
            <a:off x="2667000" y="304800"/>
            <a:ext cx="29718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,</a:t>
            </a:r>
          </a:p>
        </p:txBody>
      </p:sp>
      <p:sp>
        <p:nvSpPr>
          <p:cNvPr id="7" name="已经完成">
            <a:extLst>
              <a:ext uri="{FF2B5EF4-FFF2-40B4-BE49-F238E27FC236}">
                <a16:creationId xmlns:a16="http://schemas.microsoft.com/office/drawing/2014/main" id="{F5D2AD7F-48DC-494B-8956-5896E86B590D}"/>
              </a:ext>
            </a:extLst>
          </p:cNvPr>
          <p:cNvSpPr>
            <a:spLocks noGrp="1"/>
          </p:cNvSpPr>
          <p:nvPr/>
        </p:nvSpPr>
        <p:spPr>
          <a:xfrm>
            <a:off x="3040380" y="304800"/>
            <a:ext cx="168402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已经完成</a:t>
            </a:r>
          </a:p>
        </p:txBody>
      </p:sp>
      <p:sp>
        <p:nvSpPr>
          <p:cNvPr id="8" name="/">
            <a:extLst>
              <a:ext uri="{FF2B5EF4-FFF2-40B4-BE49-F238E27FC236}">
                <a16:creationId xmlns:a16="http://schemas.microsoft.com/office/drawing/2014/main" id="{D957F3AF-ADF6-4AE1-9EAB-737EE296F9CF}"/>
              </a:ext>
            </a:extLst>
          </p:cNvPr>
          <p:cNvSpPr>
            <a:spLocks noGrp="1"/>
          </p:cNvSpPr>
          <p:nvPr/>
        </p:nvSpPr>
        <p:spPr>
          <a:xfrm>
            <a:off x="4823460" y="388620"/>
            <a:ext cx="32004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06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306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306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306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306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306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306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306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306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306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306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6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/</a:t>
            </a:r>
          </a:p>
        </p:txBody>
      </p:sp>
      <p:sp>
        <p:nvSpPr>
          <p:cNvPr id="9" name="第一公里">
            <a:extLst>
              <a:ext uri="{FF2B5EF4-FFF2-40B4-BE49-F238E27FC236}">
                <a16:creationId xmlns:a16="http://schemas.microsoft.com/office/drawing/2014/main" id="{716B5A76-0DB9-4950-922F-EDDA46ED88E2}"/>
              </a:ext>
            </a:extLst>
          </p:cNvPr>
          <p:cNvSpPr>
            <a:spLocks noGrp="1"/>
          </p:cNvSpPr>
          <p:nvPr/>
        </p:nvSpPr>
        <p:spPr>
          <a:xfrm>
            <a:off x="5204460" y="304800"/>
            <a:ext cx="168402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第一公里</a:t>
            </a:r>
          </a:p>
        </p:txBody>
      </p:sp>
      <p:sp>
        <p:nvSpPr>
          <p:cNvPr id="10" name=",">
            <a:extLst>
              <a:ext uri="{FF2B5EF4-FFF2-40B4-BE49-F238E27FC236}">
                <a16:creationId xmlns:a16="http://schemas.microsoft.com/office/drawing/2014/main" id="{F1ADCD89-EB99-4E35-B5EA-9CD8DBDDCDAC}"/>
              </a:ext>
            </a:extLst>
          </p:cNvPr>
          <p:cNvSpPr>
            <a:spLocks noGrp="1"/>
          </p:cNvSpPr>
          <p:nvPr/>
        </p:nvSpPr>
        <p:spPr>
          <a:xfrm>
            <a:off x="6964680" y="304800"/>
            <a:ext cx="29718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,</a:t>
            </a:r>
          </a:p>
        </p:txBody>
      </p:sp>
      <p:sp>
        <p:nvSpPr>
          <p:cNvPr id="11" name="刚刚开始">
            <a:extLst>
              <a:ext uri="{FF2B5EF4-FFF2-40B4-BE49-F238E27FC236}">
                <a16:creationId xmlns:a16="http://schemas.microsoft.com/office/drawing/2014/main" id="{8CD30BED-17BA-41D1-8E3D-1A9D4BEE365A}"/>
              </a:ext>
            </a:extLst>
          </p:cNvPr>
          <p:cNvSpPr>
            <a:spLocks noGrp="1"/>
          </p:cNvSpPr>
          <p:nvPr/>
        </p:nvSpPr>
        <p:spPr>
          <a:xfrm>
            <a:off x="7345680" y="304800"/>
            <a:ext cx="168402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00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刚刚开始</a:t>
            </a:r>
          </a:p>
        </p:txBody>
      </p:sp>
      <p:sp>
        <p:nvSpPr>
          <p:cNvPr id="12" name="标准 → 可执行规则路线">
            <a:extLst>
              <a:ext uri="{FF2B5EF4-FFF2-40B4-BE49-F238E27FC236}">
                <a16:creationId xmlns:a16="http://schemas.microsoft.com/office/drawing/2014/main" id="{30299DAF-E80B-47E3-8D2E-3DAEAFA6E864}"/>
              </a:ext>
            </a:extLst>
          </p:cNvPr>
          <p:cNvSpPr>
            <a:spLocks noGrp="1"/>
          </p:cNvSpPr>
          <p:nvPr/>
        </p:nvSpPr>
        <p:spPr>
          <a:xfrm>
            <a:off x="1150620" y="1280160"/>
            <a:ext cx="6019800" cy="563880"/>
          </a:xfrm>
          <a:custGeom>
            <a:avLst/>
            <a:gdLst/>
            <a:ahLst/>
            <a:cxnLst/>
            <a:rect l="0" t="0" r="0" b="0"/>
            <a:pathLst>
              <a:path w="7524750" h="704850">
                <a:moveTo>
                  <a:pt x="0" y="0"/>
                </a:moveTo>
                <a:lnTo>
                  <a:pt x="7286625" y="0"/>
                </a:lnTo>
                <a:lnTo>
                  <a:pt x="7400925" y="76200"/>
                </a:lnTo>
                <a:lnTo>
                  <a:pt x="7524750" y="352425"/>
                </a:lnTo>
                <a:lnTo>
                  <a:pt x="7400925" y="628650"/>
                </a:lnTo>
                <a:lnTo>
                  <a:pt x="7286625" y="704850"/>
                </a:lnTo>
                <a:lnTo>
                  <a:pt x="0" y="704850"/>
                </a:lnTo>
                <a:close/>
              </a:path>
            </a:pathLst>
          </a:custGeom>
          <a:solidFill>
            <a:srgbClr val="02142A"/>
          </a:solidFill>
          <a:ln w="7620">
            <a:solidFill>
              <a:srgbClr val="3C8CB1"/>
            </a:solidFill>
            <a:prstDash val="solid"/>
          </a:ln>
        </p:spPr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CCEA7B3-2935-4A6D-A1C7-E51C89B896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158240" y="1219200"/>
            <a:ext cx="693420" cy="678180"/>
          </a:xfrm>
          <a:prstGeom prst="rect">
            <a:avLst/>
          </a:prstGeom>
        </p:spPr>
      </p:pic>
      <p:sp>
        <p:nvSpPr>
          <p:cNvPr id="14" name="标准 → 可执行规则">
            <a:extLst>
              <a:ext uri="{FF2B5EF4-FFF2-40B4-BE49-F238E27FC236}">
                <a16:creationId xmlns:a16="http://schemas.microsoft.com/office/drawing/2014/main" id="{F8C8D04F-28E6-4F70-B21A-8557ACE20A58}"/>
              </a:ext>
            </a:extLst>
          </p:cNvPr>
          <p:cNvSpPr>
            <a:spLocks noGrp="1"/>
          </p:cNvSpPr>
          <p:nvPr/>
        </p:nvSpPr>
        <p:spPr>
          <a:xfrm>
            <a:off x="2065020" y="1379220"/>
            <a:ext cx="2080260" cy="350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标准 → 可执行规则</a:t>
            </a:r>
          </a:p>
        </p:txBody>
      </p:sp>
      <p:sp>
        <p:nvSpPr>
          <p:cNvPr id="15" name="让标准走出文件，成为可执行的规则">
            <a:extLst>
              <a:ext uri="{FF2B5EF4-FFF2-40B4-BE49-F238E27FC236}">
                <a16:creationId xmlns:a16="http://schemas.microsoft.com/office/drawing/2014/main" id="{07EC9A7D-9517-42BA-8C93-561ED493D65F}"/>
              </a:ext>
            </a:extLst>
          </p:cNvPr>
          <p:cNvSpPr>
            <a:spLocks noGrp="1"/>
          </p:cNvSpPr>
          <p:nvPr/>
        </p:nvSpPr>
        <p:spPr>
          <a:xfrm>
            <a:off x="4274820" y="1371600"/>
            <a:ext cx="268224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rPr>
              <a:t>让标准走出文件，成为可执行的规则</a:t>
            </a:r>
          </a:p>
        </p:txBody>
      </p:sp>
      <p:sp>
        <p:nvSpPr>
          <p:cNvPr id="16" name="node">
            <a:extLst>
              <a:ext uri="{FF2B5EF4-FFF2-40B4-BE49-F238E27FC236}">
                <a16:creationId xmlns:a16="http://schemas.microsoft.com/office/drawing/2014/main" id="{E05A28DB-EF7F-43F3-8336-E4C5026F0407}"/>
              </a:ext>
            </a:extLst>
          </p:cNvPr>
          <p:cNvSpPr>
            <a:spLocks noGrp="1"/>
          </p:cNvSpPr>
          <p:nvPr/>
        </p:nvSpPr>
        <p:spPr>
          <a:xfrm>
            <a:off x="4065270" y="1809750"/>
            <a:ext cx="53340" cy="53340"/>
          </a:xfrm>
          <a:prstGeom prst="ellipse">
            <a:avLst/>
          </a:prstGeom>
          <a:solidFill>
            <a:srgbClr val="31B7E8"/>
          </a:solidFill>
          <a:ln w="0">
            <a:noFill/>
            <a:prstDash val="solid"/>
          </a:ln>
        </p:spPr>
      </p:sp>
      <p:sp>
        <p:nvSpPr>
          <p:cNvPr id="17" name="node">
            <a:extLst>
              <a:ext uri="{FF2B5EF4-FFF2-40B4-BE49-F238E27FC236}">
                <a16:creationId xmlns:a16="http://schemas.microsoft.com/office/drawing/2014/main" id="{91BD351D-5349-433D-B917-22C193831778}"/>
              </a:ext>
            </a:extLst>
          </p:cNvPr>
          <p:cNvSpPr>
            <a:spLocks noGrp="1"/>
          </p:cNvSpPr>
          <p:nvPr/>
        </p:nvSpPr>
        <p:spPr>
          <a:xfrm>
            <a:off x="4834890" y="1809750"/>
            <a:ext cx="53340" cy="53340"/>
          </a:xfrm>
          <a:prstGeom prst="ellipse">
            <a:avLst/>
          </a:prstGeom>
          <a:solidFill>
            <a:srgbClr val="31B7E8"/>
          </a:solidFill>
          <a:ln w="0">
            <a:noFill/>
            <a:prstDash val="solid"/>
          </a:ln>
        </p:spPr>
      </p:sp>
      <p:sp>
        <p:nvSpPr>
          <p:cNvPr id="18" name="node">
            <a:extLst>
              <a:ext uri="{FF2B5EF4-FFF2-40B4-BE49-F238E27FC236}">
                <a16:creationId xmlns:a16="http://schemas.microsoft.com/office/drawing/2014/main" id="{D8D6378A-512D-41D0-9D08-B7531E17B8ED}"/>
              </a:ext>
            </a:extLst>
          </p:cNvPr>
          <p:cNvSpPr>
            <a:spLocks noGrp="1"/>
          </p:cNvSpPr>
          <p:nvPr/>
        </p:nvSpPr>
        <p:spPr>
          <a:xfrm>
            <a:off x="6084570" y="1809750"/>
            <a:ext cx="53340" cy="53340"/>
          </a:xfrm>
          <a:prstGeom prst="ellipse">
            <a:avLst/>
          </a:prstGeom>
          <a:solidFill>
            <a:srgbClr val="31B7E8"/>
          </a:solidFill>
          <a:ln w="0">
            <a:noFill/>
            <a:prstDash val="solid"/>
          </a:ln>
        </p:spPr>
      </p:sp>
      <p:sp>
        <p:nvSpPr>
          <p:cNvPr id="19" name="任务 → 组织协同路线">
            <a:extLst>
              <a:ext uri="{FF2B5EF4-FFF2-40B4-BE49-F238E27FC236}">
                <a16:creationId xmlns:a16="http://schemas.microsoft.com/office/drawing/2014/main" id="{E454B2EB-BC2F-41B7-BE76-022F3D5118B5}"/>
              </a:ext>
            </a:extLst>
          </p:cNvPr>
          <p:cNvSpPr>
            <a:spLocks noGrp="1"/>
          </p:cNvSpPr>
          <p:nvPr/>
        </p:nvSpPr>
        <p:spPr>
          <a:xfrm>
            <a:off x="1150620" y="2087880"/>
            <a:ext cx="6019800" cy="563880"/>
          </a:xfrm>
          <a:custGeom>
            <a:avLst/>
            <a:gdLst/>
            <a:ahLst/>
            <a:cxnLst/>
            <a:rect l="0" t="0" r="0" b="0"/>
            <a:pathLst>
              <a:path w="7524750" h="704850">
                <a:moveTo>
                  <a:pt x="0" y="0"/>
                </a:moveTo>
                <a:lnTo>
                  <a:pt x="7286625" y="0"/>
                </a:lnTo>
                <a:lnTo>
                  <a:pt x="7400925" y="76200"/>
                </a:lnTo>
                <a:lnTo>
                  <a:pt x="7524750" y="352425"/>
                </a:lnTo>
                <a:lnTo>
                  <a:pt x="7400925" y="628650"/>
                </a:lnTo>
                <a:lnTo>
                  <a:pt x="7286625" y="704850"/>
                </a:lnTo>
                <a:lnTo>
                  <a:pt x="0" y="704850"/>
                </a:lnTo>
                <a:close/>
              </a:path>
            </a:pathLst>
          </a:custGeom>
          <a:solidFill>
            <a:srgbClr val="02142A"/>
          </a:solidFill>
          <a:ln w="7620">
            <a:solidFill>
              <a:srgbClr val="3C8CB1"/>
            </a:solidFill>
            <a:prstDash val="solid"/>
          </a:ln>
        </p:spPr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59D2AA5-0E2D-4D7B-8BB3-35FB0C6207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158240" y="2042160"/>
            <a:ext cx="693420" cy="678180"/>
          </a:xfrm>
          <a:prstGeom prst="rect">
            <a:avLst/>
          </a:prstGeom>
        </p:spPr>
      </p:pic>
      <p:sp>
        <p:nvSpPr>
          <p:cNvPr id="21" name="任务 → 组织协同">
            <a:extLst>
              <a:ext uri="{FF2B5EF4-FFF2-40B4-BE49-F238E27FC236}">
                <a16:creationId xmlns:a16="http://schemas.microsoft.com/office/drawing/2014/main" id="{E3ED86B0-8FED-4B45-B642-6ED3C9C9B811}"/>
              </a:ext>
            </a:extLst>
          </p:cNvPr>
          <p:cNvSpPr>
            <a:spLocks noGrp="1"/>
          </p:cNvSpPr>
          <p:nvPr/>
        </p:nvSpPr>
        <p:spPr>
          <a:xfrm>
            <a:off x="2065020" y="2186940"/>
            <a:ext cx="2080260" cy="350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任务 → 组织协同</a:t>
            </a:r>
          </a:p>
        </p:txBody>
      </p:sp>
      <p:sp>
        <p:nvSpPr>
          <p:cNvPr id="22" name="让任务走出页面，进入真实的组织协同">
            <a:extLst>
              <a:ext uri="{FF2B5EF4-FFF2-40B4-BE49-F238E27FC236}">
                <a16:creationId xmlns:a16="http://schemas.microsoft.com/office/drawing/2014/main" id="{3309E5F0-3D74-44A4-A64D-1FAFF58D5437}"/>
              </a:ext>
            </a:extLst>
          </p:cNvPr>
          <p:cNvSpPr>
            <a:spLocks noGrp="1"/>
          </p:cNvSpPr>
          <p:nvPr/>
        </p:nvSpPr>
        <p:spPr>
          <a:xfrm>
            <a:off x="4274820" y="2179320"/>
            <a:ext cx="2682240" cy="373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rPr>
              <a:t>让任务走出页面，进入真实的组织协同</a:t>
            </a:r>
          </a:p>
        </p:txBody>
      </p:sp>
      <p:sp>
        <p:nvSpPr>
          <p:cNvPr id="23" name="node">
            <a:extLst>
              <a:ext uri="{FF2B5EF4-FFF2-40B4-BE49-F238E27FC236}">
                <a16:creationId xmlns:a16="http://schemas.microsoft.com/office/drawing/2014/main" id="{9ADD84CA-55E5-44D7-816B-5A0EE3222656}"/>
              </a:ext>
            </a:extLst>
          </p:cNvPr>
          <p:cNvSpPr>
            <a:spLocks noGrp="1"/>
          </p:cNvSpPr>
          <p:nvPr/>
        </p:nvSpPr>
        <p:spPr>
          <a:xfrm>
            <a:off x="4065270" y="2617470"/>
            <a:ext cx="53340" cy="53340"/>
          </a:xfrm>
          <a:prstGeom prst="ellipse">
            <a:avLst/>
          </a:prstGeom>
          <a:solidFill>
            <a:srgbClr val="31B7E8"/>
          </a:solidFill>
          <a:ln w="0">
            <a:noFill/>
            <a:prstDash val="solid"/>
          </a:ln>
        </p:spPr>
      </p:sp>
      <p:sp>
        <p:nvSpPr>
          <p:cNvPr id="24" name="node">
            <a:extLst>
              <a:ext uri="{FF2B5EF4-FFF2-40B4-BE49-F238E27FC236}">
                <a16:creationId xmlns:a16="http://schemas.microsoft.com/office/drawing/2014/main" id="{74616FD7-3FD6-4F62-A753-6C8223EAB0BB}"/>
              </a:ext>
            </a:extLst>
          </p:cNvPr>
          <p:cNvSpPr>
            <a:spLocks noGrp="1"/>
          </p:cNvSpPr>
          <p:nvPr/>
        </p:nvSpPr>
        <p:spPr>
          <a:xfrm>
            <a:off x="4834890" y="2617470"/>
            <a:ext cx="53340" cy="53340"/>
          </a:xfrm>
          <a:prstGeom prst="ellipse">
            <a:avLst/>
          </a:prstGeom>
          <a:solidFill>
            <a:srgbClr val="31B7E8"/>
          </a:solidFill>
          <a:ln w="0">
            <a:noFill/>
            <a:prstDash val="solid"/>
          </a:ln>
        </p:spPr>
      </p:sp>
      <p:sp>
        <p:nvSpPr>
          <p:cNvPr id="25" name="node">
            <a:extLst>
              <a:ext uri="{FF2B5EF4-FFF2-40B4-BE49-F238E27FC236}">
                <a16:creationId xmlns:a16="http://schemas.microsoft.com/office/drawing/2014/main" id="{68668007-84B6-4024-A638-2F714804EF5E}"/>
              </a:ext>
            </a:extLst>
          </p:cNvPr>
          <p:cNvSpPr>
            <a:spLocks noGrp="1"/>
          </p:cNvSpPr>
          <p:nvPr/>
        </p:nvSpPr>
        <p:spPr>
          <a:xfrm>
            <a:off x="6084570" y="2617470"/>
            <a:ext cx="53340" cy="53340"/>
          </a:xfrm>
          <a:prstGeom prst="ellipse">
            <a:avLst/>
          </a:prstGeom>
          <a:solidFill>
            <a:srgbClr val="31B7E8"/>
          </a:solidFill>
          <a:ln w="0">
            <a:noFill/>
            <a:prstDash val="solid"/>
          </a:ln>
        </p:spPr>
      </p:sp>
      <p:sp>
        <p:nvSpPr>
          <p:cNvPr id="26" name="AI → 工程造价辅助智能体路线">
            <a:extLst>
              <a:ext uri="{FF2B5EF4-FFF2-40B4-BE49-F238E27FC236}">
                <a16:creationId xmlns:a16="http://schemas.microsoft.com/office/drawing/2014/main" id="{14E0FC4C-D477-47B2-A8F6-25BE1AADDFD3}"/>
              </a:ext>
            </a:extLst>
          </p:cNvPr>
          <p:cNvSpPr>
            <a:spLocks noGrp="1"/>
          </p:cNvSpPr>
          <p:nvPr/>
        </p:nvSpPr>
        <p:spPr>
          <a:xfrm>
            <a:off x="1150620" y="2910840"/>
            <a:ext cx="6019800" cy="601980"/>
          </a:xfrm>
          <a:custGeom>
            <a:avLst/>
            <a:gdLst/>
            <a:ahLst/>
            <a:cxnLst/>
            <a:rect l="0" t="0" r="0" b="0"/>
            <a:pathLst>
              <a:path w="7524750" h="752475">
                <a:moveTo>
                  <a:pt x="0" y="0"/>
                </a:moveTo>
                <a:lnTo>
                  <a:pt x="7286625" y="0"/>
                </a:lnTo>
                <a:lnTo>
                  <a:pt x="7400925" y="76200"/>
                </a:lnTo>
                <a:lnTo>
                  <a:pt x="7524750" y="376238"/>
                </a:lnTo>
                <a:lnTo>
                  <a:pt x="7400925" y="676275"/>
                </a:lnTo>
                <a:lnTo>
                  <a:pt x="7286625" y="752475"/>
                </a:lnTo>
                <a:lnTo>
                  <a:pt x="0" y="752475"/>
                </a:lnTo>
                <a:close/>
              </a:path>
            </a:pathLst>
          </a:custGeom>
          <a:solidFill>
            <a:srgbClr val="02142A"/>
          </a:solidFill>
          <a:ln w="7620">
            <a:solidFill>
              <a:srgbClr val="3C8CB1"/>
            </a:solidFill>
            <a:prstDash val="solid"/>
          </a:ln>
        </p:spPr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844FE88C-DAD3-4038-B50F-0CF1EFFC0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158240" y="2865120"/>
            <a:ext cx="693420" cy="678180"/>
          </a:xfrm>
          <a:prstGeom prst="rect">
            <a:avLst/>
          </a:prstGeom>
        </p:spPr>
      </p:pic>
      <p:sp>
        <p:nvSpPr>
          <p:cNvPr id="28" name="AI → 工程造价辅助智能体">
            <a:extLst>
              <a:ext uri="{FF2B5EF4-FFF2-40B4-BE49-F238E27FC236}">
                <a16:creationId xmlns:a16="http://schemas.microsoft.com/office/drawing/2014/main" id="{0AAFB319-44B8-43B1-863F-05E8B1170ECA}"/>
              </a:ext>
            </a:extLst>
          </p:cNvPr>
          <p:cNvSpPr>
            <a:spLocks noGrp="1"/>
          </p:cNvSpPr>
          <p:nvPr/>
        </p:nvSpPr>
        <p:spPr>
          <a:xfrm>
            <a:off x="2065020" y="3009900"/>
            <a:ext cx="2080260" cy="350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AI → 工程造价辅助智能体</a:t>
            </a:r>
          </a:p>
        </p:txBody>
      </p:sp>
      <p:sp>
        <p:nvSpPr>
          <p:cNvPr id="29" name="让 AI 走出对话框，成为有任务、有边界、&#10;可管理的工程">
            <a:extLst>
              <a:ext uri="{FF2B5EF4-FFF2-40B4-BE49-F238E27FC236}">
                <a16:creationId xmlns:a16="http://schemas.microsoft.com/office/drawing/2014/main" id="{BF704828-F90D-42CB-9896-28A666E1A941}"/>
              </a:ext>
            </a:extLst>
          </p:cNvPr>
          <p:cNvSpPr>
            <a:spLocks noGrp="1"/>
          </p:cNvSpPr>
          <p:nvPr/>
        </p:nvSpPr>
        <p:spPr>
          <a:xfrm>
            <a:off x="4274820" y="3002280"/>
            <a:ext cx="268224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rPr>
              <a:t>让 AI 走出对话框，成为有任务、有边界、</a:t>
            </a:r>
          </a:p>
          <a:p>
            <a:pPr algn="l">
              <a:def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39" b="0">
                <a:solidFill>
                  <a:srgbClr val="ADC2D9"/>
                </a:solidFill>
                <a:latin typeface="Noto Sans CJK SC"/>
                <a:ea typeface="Noto Sans CJK SC"/>
                <a:cs typeface="Noto Sans CJK SC"/>
              </a:rPr>
              <a:t>可管理的工程造价辅助智能体</a:t>
            </a:r>
          </a:p>
        </p:txBody>
      </p:sp>
      <p:sp>
        <p:nvSpPr>
          <p:cNvPr id="30" name="node">
            <a:extLst>
              <a:ext uri="{FF2B5EF4-FFF2-40B4-BE49-F238E27FC236}">
                <a16:creationId xmlns:a16="http://schemas.microsoft.com/office/drawing/2014/main" id="{C0C410C2-C745-4560-85F0-87738D195121}"/>
              </a:ext>
            </a:extLst>
          </p:cNvPr>
          <p:cNvSpPr>
            <a:spLocks noGrp="1"/>
          </p:cNvSpPr>
          <p:nvPr/>
        </p:nvSpPr>
        <p:spPr>
          <a:xfrm>
            <a:off x="4065270" y="3486150"/>
            <a:ext cx="53340" cy="53340"/>
          </a:xfrm>
          <a:prstGeom prst="ellipse">
            <a:avLst/>
          </a:prstGeom>
          <a:solidFill>
            <a:srgbClr val="31B7E8"/>
          </a:solidFill>
          <a:ln w="0">
            <a:noFill/>
            <a:prstDash val="solid"/>
          </a:ln>
        </p:spPr>
      </p:sp>
      <p:sp>
        <p:nvSpPr>
          <p:cNvPr id="31" name="node">
            <a:extLst>
              <a:ext uri="{FF2B5EF4-FFF2-40B4-BE49-F238E27FC236}">
                <a16:creationId xmlns:a16="http://schemas.microsoft.com/office/drawing/2014/main" id="{E47A3DDE-BF7D-4016-BBD3-E978A0DBBE0F}"/>
              </a:ext>
            </a:extLst>
          </p:cNvPr>
          <p:cNvSpPr>
            <a:spLocks noGrp="1"/>
          </p:cNvSpPr>
          <p:nvPr/>
        </p:nvSpPr>
        <p:spPr>
          <a:xfrm>
            <a:off x="4834890" y="3486150"/>
            <a:ext cx="53340" cy="53340"/>
          </a:xfrm>
          <a:prstGeom prst="ellipse">
            <a:avLst/>
          </a:prstGeom>
          <a:solidFill>
            <a:srgbClr val="31B7E8"/>
          </a:solidFill>
          <a:ln w="0">
            <a:noFill/>
            <a:prstDash val="solid"/>
          </a:ln>
        </p:spPr>
      </p:sp>
      <p:sp>
        <p:nvSpPr>
          <p:cNvPr id="32" name="node">
            <a:extLst>
              <a:ext uri="{FF2B5EF4-FFF2-40B4-BE49-F238E27FC236}">
                <a16:creationId xmlns:a16="http://schemas.microsoft.com/office/drawing/2014/main" id="{F357566F-C313-4FAF-A257-53CF04917F71}"/>
              </a:ext>
            </a:extLst>
          </p:cNvPr>
          <p:cNvSpPr>
            <a:spLocks noGrp="1"/>
          </p:cNvSpPr>
          <p:nvPr/>
        </p:nvSpPr>
        <p:spPr>
          <a:xfrm>
            <a:off x="6084570" y="3486150"/>
            <a:ext cx="53340" cy="53340"/>
          </a:xfrm>
          <a:prstGeom prst="ellipse">
            <a:avLst/>
          </a:prstGeom>
          <a:solidFill>
            <a:srgbClr val="31B7E8"/>
          </a:solidFill>
          <a:ln w="0">
            <a:noFill/>
            <a:prstDash val="solid"/>
          </a:ln>
        </p:spPr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E7DAE967-D7AE-4968-B307-E2531F9A51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9974580" y="2461260"/>
            <a:ext cx="403860" cy="419100"/>
          </a:xfrm>
          <a:prstGeom prst="rect">
            <a:avLst/>
          </a:prstGeom>
        </p:spPr>
      </p:pic>
      <p:sp>
        <p:nvSpPr>
          <p:cNvPr id="34" name="第一公里">
            <a:extLst>
              <a:ext uri="{FF2B5EF4-FFF2-40B4-BE49-F238E27FC236}">
                <a16:creationId xmlns:a16="http://schemas.microsoft.com/office/drawing/2014/main" id="{E6A61914-27B5-45D7-BCB1-F9F0CBF1C75C}"/>
              </a:ext>
            </a:extLst>
          </p:cNvPr>
          <p:cNvSpPr>
            <a:spLocks noGrp="1"/>
          </p:cNvSpPr>
          <p:nvPr/>
        </p:nvSpPr>
        <p:spPr>
          <a:xfrm>
            <a:off x="10447020" y="2461260"/>
            <a:ext cx="1379220" cy="434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8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8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8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8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8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8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8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8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8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8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28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8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第一公里</a:t>
            </a:r>
          </a:p>
        </p:txBody>
      </p:sp>
      <p:sp>
        <p:nvSpPr>
          <p:cNvPr id="35" name="勘察测量最高投标限价，&#10;是它完成的第一项工作">
            <a:extLst>
              <a:ext uri="{FF2B5EF4-FFF2-40B4-BE49-F238E27FC236}">
                <a16:creationId xmlns:a16="http://schemas.microsoft.com/office/drawing/2014/main" id="{64A3597B-2434-490E-AA07-0479BDACCB2A}"/>
              </a:ext>
            </a:extLst>
          </p:cNvPr>
          <p:cNvSpPr>
            <a:spLocks noGrp="1"/>
          </p:cNvSpPr>
          <p:nvPr/>
        </p:nvSpPr>
        <p:spPr>
          <a:xfrm>
            <a:off x="9936480" y="2910840"/>
            <a:ext cx="2026920" cy="518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勘察测量最高投标限价，</a:t>
            </a:r>
          </a:p>
          <a:p>
            <a:pPr algn="l">
              <a:def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80" b="0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是它完成的第一项工作</a:t>
            </a:r>
          </a:p>
        </p:txBody>
      </p:sp>
      <p:sp>
        <p:nvSpPr>
          <p:cNvPr id="36" name="专业能力底座">
            <a:extLst>
              <a:ext uri="{FF2B5EF4-FFF2-40B4-BE49-F238E27FC236}">
                <a16:creationId xmlns:a16="http://schemas.microsoft.com/office/drawing/2014/main" id="{941F395E-91AA-4A0B-AB94-2C8FE909D708}"/>
              </a:ext>
            </a:extLst>
          </p:cNvPr>
          <p:cNvSpPr>
            <a:spLocks noGrp="1"/>
          </p:cNvSpPr>
          <p:nvPr/>
        </p:nvSpPr>
        <p:spPr>
          <a:xfrm>
            <a:off x="548640" y="4008120"/>
            <a:ext cx="11087100" cy="1356360"/>
          </a:xfrm>
          <a:prstGeom prst="roundRect">
            <a:avLst>
              <a:gd name="adj" fmla="val 7865"/>
            </a:avLst>
          </a:prstGeom>
          <a:solidFill>
            <a:srgbClr val="021429"/>
          </a:solidFill>
          <a:ln w="7620">
            <a:solidFill>
              <a:srgbClr val="7C9AB9"/>
            </a:solidFill>
            <a:prstDash val="solid"/>
          </a:ln>
        </p:spPr>
      </p:sp>
      <p:sp>
        <p:nvSpPr>
          <p:cNvPr id="37" name="panel">
            <a:extLst>
              <a:ext uri="{FF2B5EF4-FFF2-40B4-BE49-F238E27FC236}">
                <a16:creationId xmlns:a16="http://schemas.microsoft.com/office/drawing/2014/main" id="{28ED6CA0-48CF-4FE1-BDA7-41473D9EA96A}"/>
              </a:ext>
            </a:extLst>
          </p:cNvPr>
          <p:cNvSpPr>
            <a:spLocks noGrp="1"/>
          </p:cNvSpPr>
          <p:nvPr/>
        </p:nvSpPr>
        <p:spPr>
          <a:xfrm>
            <a:off x="5029200" y="3863340"/>
            <a:ext cx="1524000" cy="327660"/>
          </a:xfrm>
          <a:prstGeom prst="rect">
            <a:avLst/>
          </a:prstGeom>
          <a:solidFill>
            <a:srgbClr val="001023"/>
          </a:solidFill>
          <a:ln w="0">
            <a:noFill/>
            <a:prstDash val="solid"/>
          </a:ln>
        </p:spPr>
      </p:sp>
      <p:sp>
        <p:nvSpPr>
          <p:cNvPr id="38" name="专业能力底座">
            <a:extLst>
              <a:ext uri="{FF2B5EF4-FFF2-40B4-BE49-F238E27FC236}">
                <a16:creationId xmlns:a16="http://schemas.microsoft.com/office/drawing/2014/main" id="{80DFEFF3-A029-43C6-B925-EFFFEF8771FC}"/>
              </a:ext>
            </a:extLst>
          </p:cNvPr>
          <p:cNvSpPr>
            <a:spLocks noGrp="1"/>
          </p:cNvSpPr>
          <p:nvPr/>
        </p:nvSpPr>
        <p:spPr>
          <a:xfrm>
            <a:off x="5166360" y="3870960"/>
            <a:ext cx="1371600" cy="297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0" b="1">
                <a:solidFill>
                  <a:srgbClr val="43CFF1"/>
                </a:solidFill>
                <a:latin typeface="Noto Sans CJK SC"/>
                <a:ea typeface="Noto Sans CJK SC"/>
                <a:cs typeface="Noto Sans CJK SC"/>
              </a:rPr>
              <a:t>专业能力底座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8CB249FE-5C1D-4900-9C8A-17B7CC36C1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784860" y="4282440"/>
            <a:ext cx="381000" cy="388620"/>
          </a:xfrm>
          <a:prstGeom prst="rect">
            <a:avLst/>
          </a:prstGeom>
        </p:spPr>
      </p:pic>
      <p:sp>
        <p:nvSpPr>
          <p:cNvPr id="40" name="规则治理与执行">
            <a:extLst>
              <a:ext uri="{FF2B5EF4-FFF2-40B4-BE49-F238E27FC236}">
                <a16:creationId xmlns:a16="http://schemas.microsoft.com/office/drawing/2014/main" id="{9FA34035-62F8-414E-95CA-90CF952E8DE7}"/>
              </a:ext>
            </a:extLst>
          </p:cNvPr>
          <p:cNvSpPr>
            <a:spLocks noGrp="1"/>
          </p:cNvSpPr>
          <p:nvPr/>
        </p:nvSpPr>
        <p:spPr>
          <a:xfrm>
            <a:off x="1242060" y="4274820"/>
            <a:ext cx="121158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rPr>
              <a:t>规则治理与执行</a:t>
            </a:r>
          </a:p>
        </p:txBody>
      </p:sp>
      <p:sp>
        <p:nvSpPr>
          <p:cNvPr id="41" name="· 规则标准化管理&#10;· 自动校验与告警&#10;· 版本追溯与闭">
            <a:extLst>
              <a:ext uri="{FF2B5EF4-FFF2-40B4-BE49-F238E27FC236}">
                <a16:creationId xmlns:a16="http://schemas.microsoft.com/office/drawing/2014/main" id="{192EEA41-35F2-4BA9-AE0C-3061CE7EBFB0}"/>
              </a:ext>
            </a:extLst>
          </p:cNvPr>
          <p:cNvSpPr>
            <a:spLocks noGrp="1"/>
          </p:cNvSpPr>
          <p:nvPr/>
        </p:nvSpPr>
        <p:spPr>
          <a:xfrm>
            <a:off x="1242060" y="4572000"/>
            <a:ext cx="118110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规则标准化管理</a:t>
            </a:r>
          </a:p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自动校验与告警</a:t>
            </a:r>
          </a:p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版本追溯与闭环</a:t>
            </a:r>
          </a:p>
        </p:txBody>
      </p:sp>
      <p:sp>
        <p:nvSpPr>
          <p:cNvPr id="42" name="connector">
            <a:extLst>
              <a:ext uri="{FF2B5EF4-FFF2-40B4-BE49-F238E27FC236}">
                <a16:creationId xmlns:a16="http://schemas.microsoft.com/office/drawing/2014/main" id="{E22B720F-0B8D-4A39-984E-58B28C504347}"/>
              </a:ext>
            </a:extLst>
          </p:cNvPr>
          <p:cNvSpPr>
            <a:spLocks noGrp="1"/>
          </p:cNvSpPr>
          <p:nvPr/>
        </p:nvSpPr>
        <p:spPr>
          <a:xfrm>
            <a:off x="2415540" y="4229100"/>
            <a:ext cx="0" cy="929640"/>
          </a:xfrm>
          <a:prstGeom prst="line">
            <a:avLst/>
          </a:prstGeom>
          <a:noFill/>
          <a:ln w="5334">
            <a:solidFill>
              <a:srgbClr val="61718E"/>
            </a:solidFill>
            <a:prstDash val="solid"/>
          </a:ln>
        </p:spPr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D47D25DF-BBCC-4145-9ED2-759CBE5DADD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2575560" y="4297680"/>
            <a:ext cx="396240" cy="388620"/>
          </a:xfrm>
          <a:prstGeom prst="rect">
            <a:avLst/>
          </a:prstGeom>
        </p:spPr>
      </p:pic>
      <p:sp>
        <p:nvSpPr>
          <p:cNvPr id="44" name="任务与流程引擎">
            <a:extLst>
              <a:ext uri="{FF2B5EF4-FFF2-40B4-BE49-F238E27FC236}">
                <a16:creationId xmlns:a16="http://schemas.microsoft.com/office/drawing/2014/main" id="{5B997280-4A4B-442D-9F86-2B86ABE1A123}"/>
              </a:ext>
            </a:extLst>
          </p:cNvPr>
          <p:cNvSpPr>
            <a:spLocks noGrp="1"/>
          </p:cNvSpPr>
          <p:nvPr/>
        </p:nvSpPr>
        <p:spPr>
          <a:xfrm>
            <a:off x="3055620" y="4274820"/>
            <a:ext cx="121158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rPr>
              <a:t>任务与流程引擎</a:t>
            </a:r>
          </a:p>
        </p:txBody>
      </p:sp>
      <p:sp>
        <p:nvSpPr>
          <p:cNvPr id="45" name="· 流程编排与驱动&#10;· 任务拆解与分配&#10;· 节点监控与回">
            <a:extLst>
              <a:ext uri="{FF2B5EF4-FFF2-40B4-BE49-F238E27FC236}">
                <a16:creationId xmlns:a16="http://schemas.microsoft.com/office/drawing/2014/main" id="{DAD1B6B6-CAFE-4042-AA68-9CB5B22FDD86}"/>
              </a:ext>
            </a:extLst>
          </p:cNvPr>
          <p:cNvSpPr>
            <a:spLocks noGrp="1"/>
          </p:cNvSpPr>
          <p:nvPr/>
        </p:nvSpPr>
        <p:spPr>
          <a:xfrm>
            <a:off x="3055620" y="4572000"/>
            <a:ext cx="118110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流程编排与驱动</a:t>
            </a:r>
          </a:p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任务拆解与分配</a:t>
            </a:r>
          </a:p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节点监控与回溯</a:t>
            </a:r>
          </a:p>
        </p:txBody>
      </p:sp>
      <p:sp>
        <p:nvSpPr>
          <p:cNvPr id="46" name="connector">
            <a:extLst>
              <a:ext uri="{FF2B5EF4-FFF2-40B4-BE49-F238E27FC236}">
                <a16:creationId xmlns:a16="http://schemas.microsoft.com/office/drawing/2014/main" id="{04D5C64F-9EFC-483E-8C81-B2F88EEA514D}"/>
              </a:ext>
            </a:extLst>
          </p:cNvPr>
          <p:cNvSpPr>
            <a:spLocks noGrp="1"/>
          </p:cNvSpPr>
          <p:nvPr/>
        </p:nvSpPr>
        <p:spPr>
          <a:xfrm>
            <a:off x="4244340" y="4229100"/>
            <a:ext cx="0" cy="929640"/>
          </a:xfrm>
          <a:prstGeom prst="line">
            <a:avLst/>
          </a:prstGeom>
          <a:noFill/>
          <a:ln w="5334">
            <a:solidFill>
              <a:srgbClr val="61718E"/>
            </a:solidFill>
            <a:prstDash val="solid"/>
          </a:ln>
        </p:spPr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DC4300BD-6BF5-420F-BD45-08B9F45CA1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4419600" y="4290060"/>
            <a:ext cx="396240" cy="388620"/>
          </a:xfrm>
          <a:prstGeom prst="rect">
            <a:avLst/>
          </a:prstGeom>
        </p:spPr>
      </p:pic>
      <p:sp>
        <p:nvSpPr>
          <p:cNvPr id="48" name="组织与权限体系">
            <a:extLst>
              <a:ext uri="{FF2B5EF4-FFF2-40B4-BE49-F238E27FC236}">
                <a16:creationId xmlns:a16="http://schemas.microsoft.com/office/drawing/2014/main" id="{C612A26C-223D-46A9-A8AF-2DC855DDFF9B}"/>
              </a:ext>
            </a:extLst>
          </p:cNvPr>
          <p:cNvSpPr>
            <a:spLocks noGrp="1"/>
          </p:cNvSpPr>
          <p:nvPr/>
        </p:nvSpPr>
        <p:spPr>
          <a:xfrm>
            <a:off x="4922520" y="4274820"/>
            <a:ext cx="121158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rPr>
              <a:t>组织与权限体系</a:t>
            </a:r>
          </a:p>
        </p:txBody>
      </p:sp>
      <p:sp>
        <p:nvSpPr>
          <p:cNvPr id="49" name="· 组织架构与岗位&#10;· 细粒度权限管控&#10;· 职责分离与审">
            <a:extLst>
              <a:ext uri="{FF2B5EF4-FFF2-40B4-BE49-F238E27FC236}">
                <a16:creationId xmlns:a16="http://schemas.microsoft.com/office/drawing/2014/main" id="{B7C0A067-9303-4FF8-AE76-DA1B32450EAC}"/>
              </a:ext>
            </a:extLst>
          </p:cNvPr>
          <p:cNvSpPr>
            <a:spLocks noGrp="1"/>
          </p:cNvSpPr>
          <p:nvPr/>
        </p:nvSpPr>
        <p:spPr>
          <a:xfrm>
            <a:off x="4922520" y="4572000"/>
            <a:ext cx="118110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组织架构与岗位</a:t>
            </a:r>
          </a:p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细粒度权限管控</a:t>
            </a:r>
          </a:p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职责分离与审计</a:t>
            </a:r>
          </a:p>
        </p:txBody>
      </p:sp>
      <p:sp>
        <p:nvSpPr>
          <p:cNvPr id="50" name="connector">
            <a:extLst>
              <a:ext uri="{FF2B5EF4-FFF2-40B4-BE49-F238E27FC236}">
                <a16:creationId xmlns:a16="http://schemas.microsoft.com/office/drawing/2014/main" id="{0E6AFC8A-CD93-4BD5-979C-14C6367CB2FE}"/>
              </a:ext>
            </a:extLst>
          </p:cNvPr>
          <p:cNvSpPr>
            <a:spLocks noGrp="1"/>
          </p:cNvSpPr>
          <p:nvPr/>
        </p:nvSpPr>
        <p:spPr>
          <a:xfrm>
            <a:off x="6111240" y="4229100"/>
            <a:ext cx="0" cy="929640"/>
          </a:xfrm>
          <a:prstGeom prst="line">
            <a:avLst/>
          </a:prstGeom>
          <a:noFill/>
          <a:ln w="5334">
            <a:solidFill>
              <a:srgbClr val="61718E"/>
            </a:solidFill>
            <a:prstDash val="solid"/>
          </a:ln>
        </p:spPr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B7B41996-B32D-4CCF-ABFC-4F9C5797D14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6271260" y="4297680"/>
            <a:ext cx="403860" cy="388620"/>
          </a:xfrm>
          <a:prstGeom prst="rect">
            <a:avLst/>
          </a:prstGeom>
        </p:spPr>
      </p:pic>
      <p:sp>
        <p:nvSpPr>
          <p:cNvPr id="52" name="数据与知识资产">
            <a:extLst>
              <a:ext uri="{FF2B5EF4-FFF2-40B4-BE49-F238E27FC236}">
                <a16:creationId xmlns:a16="http://schemas.microsoft.com/office/drawing/2014/main" id="{F7802E33-8BD9-4823-A99B-810EFBD4983C}"/>
              </a:ext>
            </a:extLst>
          </p:cNvPr>
          <p:cNvSpPr>
            <a:spLocks noGrp="1"/>
          </p:cNvSpPr>
          <p:nvPr/>
        </p:nvSpPr>
        <p:spPr>
          <a:xfrm>
            <a:off x="6774180" y="4274820"/>
            <a:ext cx="121158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rPr>
              <a:t>数据与知识资产</a:t>
            </a:r>
          </a:p>
        </p:txBody>
      </p:sp>
      <p:sp>
        <p:nvSpPr>
          <p:cNvPr id="53" name="· 数据规范与治理&#10;· 知识沉淀与复用&#10;· 指标体系与看">
            <a:extLst>
              <a:ext uri="{FF2B5EF4-FFF2-40B4-BE49-F238E27FC236}">
                <a16:creationId xmlns:a16="http://schemas.microsoft.com/office/drawing/2014/main" id="{F9CAA2AA-D3F4-4B05-AC9B-B1893B30BEEE}"/>
              </a:ext>
            </a:extLst>
          </p:cNvPr>
          <p:cNvSpPr>
            <a:spLocks noGrp="1"/>
          </p:cNvSpPr>
          <p:nvPr/>
        </p:nvSpPr>
        <p:spPr>
          <a:xfrm>
            <a:off x="6774180" y="4572000"/>
            <a:ext cx="118110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数据规范与治理</a:t>
            </a:r>
          </a:p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知识沉淀与复用</a:t>
            </a:r>
          </a:p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指标体系与看板</a:t>
            </a:r>
          </a:p>
        </p:txBody>
      </p:sp>
      <p:sp>
        <p:nvSpPr>
          <p:cNvPr id="54" name="connector">
            <a:extLst>
              <a:ext uri="{FF2B5EF4-FFF2-40B4-BE49-F238E27FC236}">
                <a16:creationId xmlns:a16="http://schemas.microsoft.com/office/drawing/2014/main" id="{55FFFAD4-1110-440D-8421-3E77C9ECD93F}"/>
              </a:ext>
            </a:extLst>
          </p:cNvPr>
          <p:cNvSpPr>
            <a:spLocks noGrp="1"/>
          </p:cNvSpPr>
          <p:nvPr/>
        </p:nvSpPr>
        <p:spPr>
          <a:xfrm>
            <a:off x="7947660" y="4229100"/>
            <a:ext cx="0" cy="929640"/>
          </a:xfrm>
          <a:prstGeom prst="line">
            <a:avLst/>
          </a:prstGeom>
          <a:noFill/>
          <a:ln w="5334">
            <a:solidFill>
              <a:srgbClr val="61718E"/>
            </a:solidFill>
            <a:prstDash val="solid"/>
          </a:ln>
        </p:spPr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98DC2EC9-B21B-4FB3-8B62-653F3AC7CE5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8115300" y="4297680"/>
            <a:ext cx="411480" cy="419100"/>
          </a:xfrm>
          <a:prstGeom prst="rect">
            <a:avLst/>
          </a:prstGeom>
        </p:spPr>
      </p:pic>
      <p:sp>
        <p:nvSpPr>
          <p:cNvPr id="56" name="安全与合规保障">
            <a:extLst>
              <a:ext uri="{FF2B5EF4-FFF2-40B4-BE49-F238E27FC236}">
                <a16:creationId xmlns:a16="http://schemas.microsoft.com/office/drawing/2014/main" id="{E056BFCC-5C00-4E87-818E-F74BD8071CFB}"/>
              </a:ext>
            </a:extLst>
          </p:cNvPr>
          <p:cNvSpPr>
            <a:spLocks noGrp="1"/>
          </p:cNvSpPr>
          <p:nvPr/>
        </p:nvSpPr>
        <p:spPr>
          <a:xfrm>
            <a:off x="8610600" y="4274820"/>
            <a:ext cx="121158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rPr>
              <a:t>安全与合规保障</a:t>
            </a:r>
          </a:p>
        </p:txBody>
      </p:sp>
      <p:sp>
        <p:nvSpPr>
          <p:cNvPr id="57" name="· 合规策略与审计&#10;· 敏感数据保护&#10;· 可追溯与留痕">
            <a:extLst>
              <a:ext uri="{FF2B5EF4-FFF2-40B4-BE49-F238E27FC236}">
                <a16:creationId xmlns:a16="http://schemas.microsoft.com/office/drawing/2014/main" id="{94A5A2CE-8256-44BB-8311-95CF49D7AC28}"/>
              </a:ext>
            </a:extLst>
          </p:cNvPr>
          <p:cNvSpPr>
            <a:spLocks noGrp="1"/>
          </p:cNvSpPr>
          <p:nvPr/>
        </p:nvSpPr>
        <p:spPr>
          <a:xfrm>
            <a:off x="8610600" y="4572000"/>
            <a:ext cx="118110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合规策略与审计</a:t>
            </a:r>
          </a:p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敏感数据保护</a:t>
            </a:r>
          </a:p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可追溯与留痕</a:t>
            </a:r>
          </a:p>
        </p:txBody>
      </p:sp>
      <p:sp>
        <p:nvSpPr>
          <p:cNvPr id="58" name="connector">
            <a:extLst>
              <a:ext uri="{FF2B5EF4-FFF2-40B4-BE49-F238E27FC236}">
                <a16:creationId xmlns:a16="http://schemas.microsoft.com/office/drawing/2014/main" id="{11495F9B-2CC1-42F1-B1E0-A984D5A30DFC}"/>
              </a:ext>
            </a:extLst>
          </p:cNvPr>
          <p:cNvSpPr>
            <a:spLocks noGrp="1"/>
          </p:cNvSpPr>
          <p:nvPr/>
        </p:nvSpPr>
        <p:spPr>
          <a:xfrm>
            <a:off x="9784080" y="4229100"/>
            <a:ext cx="0" cy="929640"/>
          </a:xfrm>
          <a:prstGeom prst="line">
            <a:avLst/>
          </a:prstGeom>
          <a:noFill/>
          <a:ln w="5334">
            <a:solidFill>
              <a:srgbClr val="61718E"/>
            </a:solidFill>
            <a:prstDash val="solid"/>
          </a:ln>
        </p:spPr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222E2322-6E63-407D-8510-A1D9C7B6EC9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959340" y="4297680"/>
            <a:ext cx="411480" cy="396240"/>
          </a:xfrm>
          <a:prstGeom prst="rect">
            <a:avLst/>
          </a:prstGeom>
        </p:spPr>
      </p:pic>
      <p:sp>
        <p:nvSpPr>
          <p:cNvPr id="60" name="集成与开放能力">
            <a:extLst>
              <a:ext uri="{FF2B5EF4-FFF2-40B4-BE49-F238E27FC236}">
                <a16:creationId xmlns:a16="http://schemas.microsoft.com/office/drawing/2014/main" id="{D73B054C-26B7-433F-B53F-15A584E81256}"/>
              </a:ext>
            </a:extLst>
          </p:cNvPr>
          <p:cNvSpPr>
            <a:spLocks noGrp="1"/>
          </p:cNvSpPr>
          <p:nvPr/>
        </p:nvSpPr>
        <p:spPr>
          <a:xfrm>
            <a:off x="10454640" y="4274820"/>
            <a:ext cx="121158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38" b="0">
                <a:solidFill>
                  <a:srgbClr val="A3CEF1"/>
                </a:solidFill>
                <a:latin typeface="Noto Sans CJK SC"/>
                <a:ea typeface="Noto Sans CJK SC"/>
                <a:cs typeface="Noto Sans CJK SC"/>
              </a:rPr>
              <a:t>集成与开放能力</a:t>
            </a:r>
          </a:p>
        </p:txBody>
      </p:sp>
      <p:sp>
        <p:nvSpPr>
          <p:cNvPr id="61" name="· 接口与集成适配&#10;· 生态协同与扩展&#10;· 开放平台能力">
            <a:extLst>
              <a:ext uri="{FF2B5EF4-FFF2-40B4-BE49-F238E27FC236}">
                <a16:creationId xmlns:a16="http://schemas.microsoft.com/office/drawing/2014/main" id="{117C8C7B-9BDD-4382-BA3A-747B87125EA0}"/>
              </a:ext>
            </a:extLst>
          </p:cNvPr>
          <p:cNvSpPr>
            <a:spLocks noGrp="1"/>
          </p:cNvSpPr>
          <p:nvPr/>
        </p:nvSpPr>
        <p:spPr>
          <a:xfrm>
            <a:off x="10454640" y="4572000"/>
            <a:ext cx="118110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接口与集成适配</a:t>
            </a:r>
          </a:p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生态协同与扩展</a:t>
            </a:r>
          </a:p>
          <a:p>
            <a:pPr algn="l">
              <a:def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" b="0">
                <a:solidFill>
                  <a:srgbClr val="A8B2C3"/>
                </a:solidFill>
                <a:latin typeface="Noto Sans CJK SC"/>
                <a:ea typeface="Noto Sans CJK SC"/>
                <a:cs typeface="Noto Sans CJK SC"/>
              </a:rPr>
              <a:t>· 开放平台能力</a:t>
            </a:r>
          </a:p>
        </p:txBody>
      </p:sp>
      <p:sp>
        <p:nvSpPr>
          <p:cNvPr id="62" name="让 Ai 在规则中上岗，让专业能力在组织中生长">
            <a:extLst>
              <a:ext uri="{FF2B5EF4-FFF2-40B4-BE49-F238E27FC236}">
                <a16:creationId xmlns:a16="http://schemas.microsoft.com/office/drawing/2014/main" id="{AA393B24-DBD9-4965-84C8-FEECA969E1A0}"/>
              </a:ext>
            </a:extLst>
          </p:cNvPr>
          <p:cNvSpPr>
            <a:spLocks noGrp="1"/>
          </p:cNvSpPr>
          <p:nvPr/>
        </p:nvSpPr>
        <p:spPr>
          <a:xfrm>
            <a:off x="2964180" y="5669280"/>
            <a:ext cx="6553200" cy="4648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401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1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1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1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1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1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1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1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1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1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401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1" b="1">
                <a:solidFill>
                  <a:srgbClr val="3CC7F5"/>
                </a:solidFill>
                <a:latin typeface="Noto Sans CJK SC"/>
                <a:ea typeface="Noto Sans CJK SC"/>
                <a:cs typeface="Noto Sans CJK SC"/>
              </a:rPr>
              <a:t>让 Ai 在规则中上岗，让专业能力在组织中生长</a:t>
            </a:r>
          </a:p>
        </p:txBody>
      </p:sp>
      <p:sp>
        <p:nvSpPr>
          <p:cNvPr id="63" name="connector">
            <a:extLst>
              <a:ext uri="{FF2B5EF4-FFF2-40B4-BE49-F238E27FC236}">
                <a16:creationId xmlns:a16="http://schemas.microsoft.com/office/drawing/2014/main" id="{BFF6F8FE-F13D-453B-9C94-1F2C71FF9336}"/>
              </a:ext>
            </a:extLst>
          </p:cNvPr>
          <p:cNvSpPr>
            <a:spLocks noGrp="1"/>
          </p:cNvSpPr>
          <p:nvPr/>
        </p:nvSpPr>
        <p:spPr>
          <a:xfrm>
            <a:off x="2461260" y="6385560"/>
            <a:ext cx="2567940" cy="0"/>
          </a:xfrm>
          <a:prstGeom prst="line">
            <a:avLst/>
          </a:prstGeom>
          <a:noFill/>
          <a:ln w="9906">
            <a:solidFill>
              <a:srgbClr val="279DCF"/>
            </a:solidFill>
            <a:prstDash val="solid"/>
          </a:ln>
        </p:spPr>
      </p:sp>
      <p:sp>
        <p:nvSpPr>
          <p:cNvPr id="64" name="connector">
            <a:extLst>
              <a:ext uri="{FF2B5EF4-FFF2-40B4-BE49-F238E27FC236}">
                <a16:creationId xmlns:a16="http://schemas.microsoft.com/office/drawing/2014/main" id="{329DBCBB-9EBF-471C-A9EC-48C89F302B2D}"/>
              </a:ext>
            </a:extLst>
          </p:cNvPr>
          <p:cNvSpPr>
            <a:spLocks noGrp="1"/>
          </p:cNvSpPr>
          <p:nvPr/>
        </p:nvSpPr>
        <p:spPr>
          <a:xfrm>
            <a:off x="7124700" y="6385560"/>
            <a:ext cx="2628900" cy="0"/>
          </a:xfrm>
          <a:prstGeom prst="line">
            <a:avLst/>
          </a:prstGeom>
          <a:noFill/>
          <a:ln w="9906">
            <a:solidFill>
              <a:srgbClr val="279DCF"/>
            </a:solidFill>
            <a:prstDash val="solid"/>
          </a:ln>
        </p:spPr>
      </p:sp>
      <p:sp>
        <p:nvSpPr>
          <p:cNvPr id="65" name="谢谢各位评委">
            <a:extLst>
              <a:ext uri="{FF2B5EF4-FFF2-40B4-BE49-F238E27FC236}">
                <a16:creationId xmlns:a16="http://schemas.microsoft.com/office/drawing/2014/main" id="{798F4E0B-E24D-4526-9083-1BA40C77036E}"/>
              </a:ext>
            </a:extLst>
          </p:cNvPr>
          <p:cNvSpPr>
            <a:spLocks noGrp="1"/>
          </p:cNvSpPr>
          <p:nvPr/>
        </p:nvSpPr>
        <p:spPr>
          <a:xfrm>
            <a:off x="5257800" y="6179820"/>
            <a:ext cx="17145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20" b="1">
                <a:solidFill>
                  <a:srgbClr val="F1F5FC"/>
                </a:solidFill>
                <a:latin typeface="Noto Sans CJK SC"/>
                <a:ea typeface="Noto Sans CJK SC"/>
                <a:cs typeface="Noto Sans CJK SC"/>
              </a:rPr>
              <a:t>谢谢各位评委</a:t>
            </a:r>
          </a:p>
        </p:txBody>
      </p:sp>
    </p:spTree>
    <p:extLst>
      <p:ext uri="{BB962C8B-B14F-4D97-AF65-F5344CB8AC3E}">
        <p14:creationId xmlns:p14="http://schemas.microsoft.com/office/powerpoint/2010/main" val="1330656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C7047B5-157C-4DA7-A82E-5CE7967B1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中文结束语">
            <a:extLst>
              <a:ext uri="{FF2B5EF4-FFF2-40B4-BE49-F238E27FC236}">
                <a16:creationId xmlns:a16="http://schemas.microsoft.com/office/drawing/2014/main" id="{F4CA3E4B-1F28-4595-9EE3-DB966B3DB981}"/>
              </a:ext>
            </a:extLst>
          </p:cNvPr>
          <p:cNvSpPr>
            <a:spLocks noGrp="1"/>
          </p:cNvSpPr>
          <p:nvPr/>
        </p:nvSpPr>
        <p:spPr>
          <a:xfrm>
            <a:off x="1905000" y="2785110"/>
            <a:ext cx="838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数字化让国家管网与众不同</a:t>
            </a:r>
          </a:p>
        </p:txBody>
      </p:sp>
      <p:sp>
        <p:nvSpPr>
          <p:cNvPr id="3" name="英文结束语">
            <a:extLst>
              <a:ext uri="{FF2B5EF4-FFF2-40B4-BE49-F238E27FC236}">
                <a16:creationId xmlns:a16="http://schemas.microsoft.com/office/drawing/2014/main" id="{0FC24A85-53F4-448A-9E6E-C90545890430}"/>
              </a:ext>
            </a:extLst>
          </p:cNvPr>
          <p:cNvSpPr>
            <a:spLocks noGrp="1"/>
          </p:cNvSpPr>
          <p:nvPr/>
        </p:nvSpPr>
        <p:spPr>
          <a:xfrm>
            <a:off x="1905000" y="3656648"/>
            <a:ext cx="8382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Digital Transformation Makes PipeChina Unique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0415FF-2D6E-4CBF-8456-60716D098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-216813" y="57785"/>
            <a:ext cx="1375966" cy="7607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A8F8CC-2356-426C-936B-9560F2497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7720" y="171457"/>
            <a:ext cx="1376680" cy="66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317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>
              <a:srgbClr val="55B9F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>
              <a:srgbClr val="55B9F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1907</Words>
  <Application>Microsoft Office PowerPoint</Application>
  <DocSecurity>0</DocSecurity>
  <PresentationFormat>宽屏</PresentationFormat>
  <Paragraphs>671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Noto Sans CJK SC</vt:lpstr>
      <vt:lpstr>Noto Serif CJK SC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萌 石</cp:lastModifiedBy>
  <cp:revision>3</cp:revision>
  <dcterms:created xsi:type="dcterms:W3CDTF">2026-10-26T07:22:49Z</dcterms:created>
  <dcterms:modified xsi:type="dcterms:W3CDTF">2026-10-31T05:40:53Z</dcterms:modified>
</cp:coreProperties>
</file>